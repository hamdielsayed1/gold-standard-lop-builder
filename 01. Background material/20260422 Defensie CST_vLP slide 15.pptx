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3.xml" ContentType="application/vnd.openxmlformats-officedocument.theme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  <p:sldMasterId id="2147483864" r:id="rId6"/>
    <p:sldMasterId id="2147483900" r:id="rId7"/>
  </p:sldMasterIdLst>
  <p:notesMasterIdLst>
    <p:notesMasterId r:id="rId9"/>
  </p:notesMasterIdLst>
  <p:handoutMasterIdLst>
    <p:handoutMasterId r:id="rId10"/>
  </p:handoutMasterIdLst>
  <p:sldIdLst>
    <p:sldId id="2147483154" r:id="rId8"/>
  </p:sldIdLst>
  <p:sldSz cx="12192000" cy="6858000"/>
  <p:notesSz cx="7102475" cy="9388475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01281CD-BDA4-401C-A60B-59C33CA656A6}">
          <p14:sldIdLst>
            <p14:sldId id="2147483154"/>
          </p14:sldIdLst>
        </p14:section>
        <p14:section name="Backup" id="{1F51A472-75F2-4C86-87C5-C17643A634F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E6F4"/>
    <a:srgbClr val="00A9F4"/>
    <a:srgbClr val="052E49"/>
    <a:srgbClr val="051C2C"/>
    <a:srgbClr val="69757D"/>
    <a:srgbClr val="234B5E"/>
    <a:srgbClr val="5DA6BF"/>
    <a:srgbClr val="5AA9D0"/>
    <a:srgbClr val="0679C3"/>
    <a:srgbClr val="D0D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1" autoAdjust="0"/>
    <p:restoredTop sz="94661"/>
  </p:normalViewPr>
  <p:slideViewPr>
    <p:cSldViewPr snapToGrid="0">
      <p:cViewPr varScale="1">
        <p:scale>
          <a:sx n="112" d="100"/>
          <a:sy n="11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25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25 April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oleObject" Target="../embeddings/oleObject2.bin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4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3.jpeg"/><Relationship Id="rId5" Type="http://schemas.openxmlformats.org/officeDocument/2006/relationships/tags" Target="../tags/tag2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6.emf"/><Relationship Id="rId4" Type="http://schemas.openxmlformats.org/officeDocument/2006/relationships/tags" Target="../tags/tag56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e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7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1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116.xml"/><Relationship Id="rId7" Type="http://schemas.openxmlformats.org/officeDocument/2006/relationships/image" Target="../media/image8.sv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3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7.xml"/><Relationship Id="rId9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oleObject" Target="../embeddings/oleObject12.bin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4.sv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3.jpeg"/><Relationship Id="rId5" Type="http://schemas.openxmlformats.org/officeDocument/2006/relationships/tags" Target="../tags/tag1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emf"/><Relationship Id="rId4" Type="http://schemas.openxmlformats.org/officeDocument/2006/relationships/tags" Target="../tags/tag151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6.emf"/><Relationship Id="rId4" Type="http://schemas.openxmlformats.org/officeDocument/2006/relationships/tags" Target="../tags/tag172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1.e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emf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0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1.emf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0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image" Target="../media/image10.e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1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../media/image10.emf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2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1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3.xml"/><Relationship Id="rId9" Type="http://schemas.openxmlformats.org/officeDocument/2006/relationships/tags" Target="../tags/tag23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image" Target="../media/image1.emf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2.xml"/><Relationship Id="rId9" Type="http://schemas.openxmlformats.org/officeDocument/2006/relationships/tags" Target="../tags/tag24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tags" Target="../tags/tag259.xml"/><Relationship Id="rId7" Type="http://schemas.openxmlformats.org/officeDocument/2006/relationships/image" Target="../media/image8.sv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3.jpe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60.xml"/><Relationship Id="rId9" Type="http://schemas.openxmlformats.org/officeDocument/2006/relationships/image" Target="../media/image5.emf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289.xml"/><Relationship Id="rId13" Type="http://schemas.openxmlformats.org/officeDocument/2006/relationships/image" Target="../media/image5.emf"/><Relationship Id="rId3" Type="http://schemas.openxmlformats.org/officeDocument/2006/relationships/tags" Target="../tags/tag284.xml"/><Relationship Id="rId7" Type="http://schemas.openxmlformats.org/officeDocument/2006/relationships/tags" Target="../tags/tag288.xml"/><Relationship Id="rId12" Type="http://schemas.openxmlformats.org/officeDocument/2006/relationships/oleObject" Target="../embeddings/oleObject26.bin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tags" Target="../tags/tag287.xml"/><Relationship Id="rId11" Type="http://schemas.openxmlformats.org/officeDocument/2006/relationships/image" Target="../media/image11.jpeg"/><Relationship Id="rId5" Type="http://schemas.openxmlformats.org/officeDocument/2006/relationships/tags" Target="../tags/tag286.xml"/><Relationship Id="rId15" Type="http://schemas.openxmlformats.org/officeDocument/2006/relationships/image" Target="../media/image13.png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285.xml"/><Relationship Id="rId9" Type="http://schemas.openxmlformats.org/officeDocument/2006/relationships/tags" Target="../tags/tag290.xml"/><Relationship Id="rId14" Type="http://schemas.openxmlformats.org/officeDocument/2006/relationships/image" Target="../media/image12.sv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93.xml"/><Relationship Id="rId7" Type="http://schemas.openxmlformats.org/officeDocument/2006/relationships/oleObject" Target="../embeddings/oleObject27.bin"/><Relationship Id="rId2" Type="http://schemas.openxmlformats.org/officeDocument/2006/relationships/tags" Target="../tags/tag292.xml"/><Relationship Id="rId1" Type="http://schemas.openxmlformats.org/officeDocument/2006/relationships/tags" Target="../tags/tag291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95.xml"/><Relationship Id="rId4" Type="http://schemas.openxmlformats.org/officeDocument/2006/relationships/tags" Target="../tags/tag294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298.xml"/><Relationship Id="rId7" Type="http://schemas.openxmlformats.org/officeDocument/2006/relationships/tags" Target="../tags/tag302.xml"/><Relationship Id="rId2" Type="http://schemas.openxmlformats.org/officeDocument/2006/relationships/tags" Target="../tags/tag297.xml"/><Relationship Id="rId1" Type="http://schemas.openxmlformats.org/officeDocument/2006/relationships/tags" Target="../tags/tag296.xml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10" Type="http://schemas.openxmlformats.org/officeDocument/2006/relationships/image" Target="../media/image1.emf"/><Relationship Id="rId4" Type="http://schemas.openxmlformats.org/officeDocument/2006/relationships/tags" Target="../tags/tag299.xml"/><Relationship Id="rId9" Type="http://schemas.openxmlformats.org/officeDocument/2006/relationships/oleObject" Target="../embeddings/oleObject13.bin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05.xml"/><Relationship Id="rId7" Type="http://schemas.openxmlformats.org/officeDocument/2006/relationships/tags" Target="../tags/tag309.xml"/><Relationship Id="rId2" Type="http://schemas.openxmlformats.org/officeDocument/2006/relationships/tags" Target="../tags/tag304.xml"/><Relationship Id="rId1" Type="http://schemas.openxmlformats.org/officeDocument/2006/relationships/tags" Target="../tags/tag303.xml"/><Relationship Id="rId6" Type="http://schemas.openxmlformats.org/officeDocument/2006/relationships/tags" Target="../tags/tag308.xml"/><Relationship Id="rId5" Type="http://schemas.openxmlformats.org/officeDocument/2006/relationships/tags" Target="../tags/tag307.xml"/><Relationship Id="rId10" Type="http://schemas.openxmlformats.org/officeDocument/2006/relationships/image" Target="../media/image1.emf"/><Relationship Id="rId4" Type="http://schemas.openxmlformats.org/officeDocument/2006/relationships/tags" Target="../tags/tag306.xml"/><Relationship Id="rId9" Type="http://schemas.openxmlformats.org/officeDocument/2006/relationships/oleObject" Target="../embeddings/oleObject13.bin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12.xml"/><Relationship Id="rId7" Type="http://schemas.openxmlformats.org/officeDocument/2006/relationships/tags" Target="../tags/tag316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6" Type="http://schemas.openxmlformats.org/officeDocument/2006/relationships/tags" Target="../tags/tag315.xml"/><Relationship Id="rId11" Type="http://schemas.openxmlformats.org/officeDocument/2006/relationships/image" Target="../media/image14.png"/><Relationship Id="rId5" Type="http://schemas.openxmlformats.org/officeDocument/2006/relationships/tags" Target="../tags/tag314.xml"/><Relationship Id="rId10" Type="http://schemas.openxmlformats.org/officeDocument/2006/relationships/image" Target="../media/image1.emf"/><Relationship Id="rId4" Type="http://schemas.openxmlformats.org/officeDocument/2006/relationships/tags" Target="../tags/tag313.xml"/><Relationship Id="rId9" Type="http://schemas.openxmlformats.org/officeDocument/2006/relationships/oleObject" Target="../embeddings/oleObject28.bin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19.xml"/><Relationship Id="rId7" Type="http://schemas.openxmlformats.org/officeDocument/2006/relationships/tags" Target="../tags/tag323.xml"/><Relationship Id="rId12" Type="http://schemas.openxmlformats.org/officeDocument/2006/relationships/image" Target="../media/image13.png"/><Relationship Id="rId2" Type="http://schemas.openxmlformats.org/officeDocument/2006/relationships/tags" Target="../tags/tag318.xml"/><Relationship Id="rId1" Type="http://schemas.openxmlformats.org/officeDocument/2006/relationships/tags" Target="../tags/tag317.xml"/><Relationship Id="rId6" Type="http://schemas.openxmlformats.org/officeDocument/2006/relationships/tags" Target="../tags/tag322.xml"/><Relationship Id="rId11" Type="http://schemas.openxmlformats.org/officeDocument/2006/relationships/image" Target="../media/image12.svg"/><Relationship Id="rId5" Type="http://schemas.openxmlformats.org/officeDocument/2006/relationships/tags" Target="../tags/tag321.xml"/><Relationship Id="rId10" Type="http://schemas.openxmlformats.org/officeDocument/2006/relationships/image" Target="../media/image1.emf"/><Relationship Id="rId4" Type="http://schemas.openxmlformats.org/officeDocument/2006/relationships/tags" Target="../tags/tag320.xml"/><Relationship Id="rId9" Type="http://schemas.openxmlformats.org/officeDocument/2006/relationships/oleObject" Target="../embeddings/oleObject29.bin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326.xml"/><Relationship Id="rId7" Type="http://schemas.openxmlformats.org/officeDocument/2006/relationships/oleObject" Target="../embeddings/oleObject30.bin"/><Relationship Id="rId2" Type="http://schemas.openxmlformats.org/officeDocument/2006/relationships/tags" Target="../tags/tag325.xml"/><Relationship Id="rId1" Type="http://schemas.openxmlformats.org/officeDocument/2006/relationships/tags" Target="../tags/tag32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28.xml"/><Relationship Id="rId10" Type="http://schemas.openxmlformats.org/officeDocument/2006/relationships/image" Target="../media/image13.png"/><Relationship Id="rId4" Type="http://schemas.openxmlformats.org/officeDocument/2006/relationships/tags" Target="../tags/tag327.xml"/><Relationship Id="rId9" Type="http://schemas.openxmlformats.org/officeDocument/2006/relationships/image" Target="../media/image12.sv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31.xml"/><Relationship Id="rId7" Type="http://schemas.openxmlformats.org/officeDocument/2006/relationships/tags" Target="../tags/tag335.xml"/><Relationship Id="rId2" Type="http://schemas.openxmlformats.org/officeDocument/2006/relationships/tags" Target="../tags/tag330.xml"/><Relationship Id="rId1" Type="http://schemas.openxmlformats.org/officeDocument/2006/relationships/tags" Target="../tags/tag329.xml"/><Relationship Id="rId6" Type="http://schemas.openxmlformats.org/officeDocument/2006/relationships/tags" Target="../tags/tag334.xml"/><Relationship Id="rId11" Type="http://schemas.openxmlformats.org/officeDocument/2006/relationships/image" Target="../media/image12.svg"/><Relationship Id="rId5" Type="http://schemas.openxmlformats.org/officeDocument/2006/relationships/tags" Target="../tags/tag333.xml"/><Relationship Id="rId10" Type="http://schemas.openxmlformats.org/officeDocument/2006/relationships/image" Target="../media/image1.emf"/><Relationship Id="rId4" Type="http://schemas.openxmlformats.org/officeDocument/2006/relationships/tags" Target="../tags/tag332.xml"/><Relationship Id="rId9" Type="http://schemas.openxmlformats.org/officeDocument/2006/relationships/oleObject" Target="../embeddings/oleObject31.bin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38.xml"/><Relationship Id="rId7" Type="http://schemas.openxmlformats.org/officeDocument/2006/relationships/tags" Target="../tags/tag342.xml"/><Relationship Id="rId2" Type="http://schemas.openxmlformats.org/officeDocument/2006/relationships/tags" Target="../tags/tag337.xml"/><Relationship Id="rId1" Type="http://schemas.openxmlformats.org/officeDocument/2006/relationships/tags" Target="../tags/tag336.xml"/><Relationship Id="rId6" Type="http://schemas.openxmlformats.org/officeDocument/2006/relationships/tags" Target="../tags/tag341.xml"/><Relationship Id="rId11" Type="http://schemas.openxmlformats.org/officeDocument/2006/relationships/image" Target="../media/image15.svg"/><Relationship Id="rId5" Type="http://schemas.openxmlformats.org/officeDocument/2006/relationships/tags" Target="../tags/tag340.xml"/><Relationship Id="rId10" Type="http://schemas.openxmlformats.org/officeDocument/2006/relationships/image" Target="../media/image1.emf"/><Relationship Id="rId4" Type="http://schemas.openxmlformats.org/officeDocument/2006/relationships/tags" Target="../tags/tag339.xml"/><Relationship Id="rId9" Type="http://schemas.openxmlformats.org/officeDocument/2006/relationships/oleObject" Target="../embeddings/oleObject32.bin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45.xml"/><Relationship Id="rId7" Type="http://schemas.openxmlformats.org/officeDocument/2006/relationships/tags" Target="../tags/tag349.xml"/><Relationship Id="rId12" Type="http://schemas.openxmlformats.org/officeDocument/2006/relationships/image" Target="../media/image15.svg"/><Relationship Id="rId2" Type="http://schemas.openxmlformats.org/officeDocument/2006/relationships/tags" Target="../tags/tag344.xml"/><Relationship Id="rId1" Type="http://schemas.openxmlformats.org/officeDocument/2006/relationships/tags" Target="../tags/tag343.xml"/><Relationship Id="rId6" Type="http://schemas.openxmlformats.org/officeDocument/2006/relationships/tags" Target="../tags/tag348.xml"/><Relationship Id="rId11" Type="http://schemas.openxmlformats.org/officeDocument/2006/relationships/image" Target="../media/image13.png"/><Relationship Id="rId5" Type="http://schemas.openxmlformats.org/officeDocument/2006/relationships/tags" Target="../tags/tag347.xml"/><Relationship Id="rId10" Type="http://schemas.openxmlformats.org/officeDocument/2006/relationships/image" Target="../media/image1.emf"/><Relationship Id="rId4" Type="http://schemas.openxmlformats.org/officeDocument/2006/relationships/tags" Target="../tags/tag346.xml"/><Relationship Id="rId9" Type="http://schemas.openxmlformats.org/officeDocument/2006/relationships/oleObject" Target="../embeddings/oleObject33.bin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52.xml"/><Relationship Id="rId7" Type="http://schemas.openxmlformats.org/officeDocument/2006/relationships/tags" Target="../tags/tag356.xml"/><Relationship Id="rId12" Type="http://schemas.openxmlformats.org/officeDocument/2006/relationships/image" Target="../media/image13.png"/><Relationship Id="rId2" Type="http://schemas.openxmlformats.org/officeDocument/2006/relationships/tags" Target="../tags/tag351.xml"/><Relationship Id="rId1" Type="http://schemas.openxmlformats.org/officeDocument/2006/relationships/tags" Target="../tags/tag350.xml"/><Relationship Id="rId6" Type="http://schemas.openxmlformats.org/officeDocument/2006/relationships/tags" Target="../tags/tag355.xml"/><Relationship Id="rId11" Type="http://schemas.openxmlformats.org/officeDocument/2006/relationships/image" Target="../media/image12.svg"/><Relationship Id="rId5" Type="http://schemas.openxmlformats.org/officeDocument/2006/relationships/tags" Target="../tags/tag354.xml"/><Relationship Id="rId10" Type="http://schemas.openxmlformats.org/officeDocument/2006/relationships/image" Target="../media/image1.emf"/><Relationship Id="rId4" Type="http://schemas.openxmlformats.org/officeDocument/2006/relationships/tags" Target="../tags/tag353.xml"/><Relationship Id="rId9" Type="http://schemas.openxmlformats.org/officeDocument/2006/relationships/oleObject" Target="../embeddings/oleObject34.bin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359.xml"/><Relationship Id="rId7" Type="http://schemas.openxmlformats.org/officeDocument/2006/relationships/oleObject" Target="../embeddings/oleObject35.bin"/><Relationship Id="rId2" Type="http://schemas.openxmlformats.org/officeDocument/2006/relationships/tags" Target="../tags/tag358.xml"/><Relationship Id="rId1" Type="http://schemas.openxmlformats.org/officeDocument/2006/relationships/tags" Target="../tags/tag35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61.xml"/><Relationship Id="rId4" Type="http://schemas.openxmlformats.org/officeDocument/2006/relationships/tags" Target="../tags/tag360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364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6" Type="http://schemas.openxmlformats.org/officeDocument/2006/relationships/tags" Target="../tags/tag367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9" Type="http://schemas.openxmlformats.org/officeDocument/2006/relationships/image" Target="../media/image6.emf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375.xml"/><Relationship Id="rId3" Type="http://schemas.openxmlformats.org/officeDocument/2006/relationships/tags" Target="../tags/tag370.xml"/><Relationship Id="rId7" Type="http://schemas.openxmlformats.org/officeDocument/2006/relationships/tags" Target="../tags/tag374.xml"/><Relationship Id="rId12" Type="http://schemas.openxmlformats.org/officeDocument/2006/relationships/image" Target="../media/image1.emf"/><Relationship Id="rId2" Type="http://schemas.openxmlformats.org/officeDocument/2006/relationships/tags" Target="../tags/tag369.xml"/><Relationship Id="rId1" Type="http://schemas.openxmlformats.org/officeDocument/2006/relationships/tags" Target="../tags/tag368.xml"/><Relationship Id="rId6" Type="http://schemas.openxmlformats.org/officeDocument/2006/relationships/tags" Target="../tags/tag373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372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71.xml"/><Relationship Id="rId9" Type="http://schemas.openxmlformats.org/officeDocument/2006/relationships/tags" Target="../tags/tag376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384.xml"/><Relationship Id="rId3" Type="http://schemas.openxmlformats.org/officeDocument/2006/relationships/tags" Target="../tags/tag379.xml"/><Relationship Id="rId7" Type="http://schemas.openxmlformats.org/officeDocument/2006/relationships/tags" Target="../tags/tag383.xml"/><Relationship Id="rId12" Type="http://schemas.openxmlformats.org/officeDocument/2006/relationships/image" Target="../media/image1.emf"/><Relationship Id="rId2" Type="http://schemas.openxmlformats.org/officeDocument/2006/relationships/tags" Target="../tags/tag378.xml"/><Relationship Id="rId1" Type="http://schemas.openxmlformats.org/officeDocument/2006/relationships/tags" Target="../tags/tag377.xml"/><Relationship Id="rId6" Type="http://schemas.openxmlformats.org/officeDocument/2006/relationships/tags" Target="../tags/tag382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381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80.xml"/><Relationship Id="rId9" Type="http://schemas.openxmlformats.org/officeDocument/2006/relationships/tags" Target="../tags/tag385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393.xml"/><Relationship Id="rId3" Type="http://schemas.openxmlformats.org/officeDocument/2006/relationships/tags" Target="../tags/tag388.xml"/><Relationship Id="rId7" Type="http://schemas.openxmlformats.org/officeDocument/2006/relationships/tags" Target="../tags/tag392.xml"/><Relationship Id="rId12" Type="http://schemas.openxmlformats.org/officeDocument/2006/relationships/image" Target="../media/image10.emf"/><Relationship Id="rId2" Type="http://schemas.openxmlformats.org/officeDocument/2006/relationships/tags" Target="../tags/tag387.xml"/><Relationship Id="rId1" Type="http://schemas.openxmlformats.org/officeDocument/2006/relationships/tags" Target="../tags/tag386.xml"/><Relationship Id="rId6" Type="http://schemas.openxmlformats.org/officeDocument/2006/relationships/tags" Target="../tags/tag391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390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89.xml"/><Relationship Id="rId9" Type="http://schemas.openxmlformats.org/officeDocument/2006/relationships/tags" Target="../tags/tag394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402.xml"/><Relationship Id="rId3" Type="http://schemas.openxmlformats.org/officeDocument/2006/relationships/tags" Target="../tags/tag397.xml"/><Relationship Id="rId7" Type="http://schemas.openxmlformats.org/officeDocument/2006/relationships/tags" Target="../tags/tag401.xml"/><Relationship Id="rId12" Type="http://schemas.openxmlformats.org/officeDocument/2006/relationships/image" Target="../media/image1.emf"/><Relationship Id="rId2" Type="http://schemas.openxmlformats.org/officeDocument/2006/relationships/tags" Target="../tags/tag396.xml"/><Relationship Id="rId1" Type="http://schemas.openxmlformats.org/officeDocument/2006/relationships/tags" Target="../tags/tag395.xml"/><Relationship Id="rId6" Type="http://schemas.openxmlformats.org/officeDocument/2006/relationships/tags" Target="../tags/tag400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399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98.xml"/><Relationship Id="rId9" Type="http://schemas.openxmlformats.org/officeDocument/2006/relationships/tags" Target="../tags/tag403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411.xml"/><Relationship Id="rId3" Type="http://schemas.openxmlformats.org/officeDocument/2006/relationships/tags" Target="../tags/tag406.xml"/><Relationship Id="rId7" Type="http://schemas.openxmlformats.org/officeDocument/2006/relationships/tags" Target="../tags/tag410.xml"/><Relationship Id="rId12" Type="http://schemas.openxmlformats.org/officeDocument/2006/relationships/image" Target="../media/image10.emf"/><Relationship Id="rId2" Type="http://schemas.openxmlformats.org/officeDocument/2006/relationships/tags" Target="../tags/tag405.xml"/><Relationship Id="rId1" Type="http://schemas.openxmlformats.org/officeDocument/2006/relationships/tags" Target="../tags/tag404.xml"/><Relationship Id="rId6" Type="http://schemas.openxmlformats.org/officeDocument/2006/relationships/tags" Target="../tags/tag409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408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07.xml"/><Relationship Id="rId9" Type="http://schemas.openxmlformats.org/officeDocument/2006/relationships/tags" Target="../tags/tag412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420.xml"/><Relationship Id="rId3" Type="http://schemas.openxmlformats.org/officeDocument/2006/relationships/tags" Target="../tags/tag415.xml"/><Relationship Id="rId7" Type="http://schemas.openxmlformats.org/officeDocument/2006/relationships/tags" Target="../tags/tag419.xml"/><Relationship Id="rId12" Type="http://schemas.openxmlformats.org/officeDocument/2006/relationships/image" Target="../media/image10.emf"/><Relationship Id="rId2" Type="http://schemas.openxmlformats.org/officeDocument/2006/relationships/tags" Target="../tags/tag414.xml"/><Relationship Id="rId1" Type="http://schemas.openxmlformats.org/officeDocument/2006/relationships/tags" Target="../tags/tag413.xml"/><Relationship Id="rId6" Type="http://schemas.openxmlformats.org/officeDocument/2006/relationships/tags" Target="../tags/tag418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417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16.xml"/><Relationship Id="rId9" Type="http://schemas.openxmlformats.org/officeDocument/2006/relationships/tags" Target="../tags/tag421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429.xml"/><Relationship Id="rId3" Type="http://schemas.openxmlformats.org/officeDocument/2006/relationships/tags" Target="../tags/tag424.xml"/><Relationship Id="rId7" Type="http://schemas.openxmlformats.org/officeDocument/2006/relationships/tags" Target="../tags/tag428.xml"/><Relationship Id="rId12" Type="http://schemas.openxmlformats.org/officeDocument/2006/relationships/image" Target="../media/image1.emf"/><Relationship Id="rId2" Type="http://schemas.openxmlformats.org/officeDocument/2006/relationships/tags" Target="../tags/tag423.xml"/><Relationship Id="rId1" Type="http://schemas.openxmlformats.org/officeDocument/2006/relationships/tags" Target="../tags/tag422.xml"/><Relationship Id="rId6" Type="http://schemas.openxmlformats.org/officeDocument/2006/relationships/tags" Target="../tags/tag427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426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25.xml"/><Relationship Id="rId9" Type="http://schemas.openxmlformats.org/officeDocument/2006/relationships/tags" Target="../tags/tag430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438.xml"/><Relationship Id="rId3" Type="http://schemas.openxmlformats.org/officeDocument/2006/relationships/tags" Target="../tags/tag433.xml"/><Relationship Id="rId7" Type="http://schemas.openxmlformats.org/officeDocument/2006/relationships/tags" Target="../tags/tag437.xml"/><Relationship Id="rId12" Type="http://schemas.openxmlformats.org/officeDocument/2006/relationships/image" Target="../media/image1.emf"/><Relationship Id="rId2" Type="http://schemas.openxmlformats.org/officeDocument/2006/relationships/tags" Target="../tags/tag432.xml"/><Relationship Id="rId1" Type="http://schemas.openxmlformats.org/officeDocument/2006/relationships/tags" Target="../tags/tag431.xml"/><Relationship Id="rId6" Type="http://schemas.openxmlformats.org/officeDocument/2006/relationships/tags" Target="../tags/tag436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435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34.xml"/><Relationship Id="rId9" Type="http://schemas.openxmlformats.org/officeDocument/2006/relationships/tags" Target="../tags/tag439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442.xml"/><Relationship Id="rId2" Type="http://schemas.openxmlformats.org/officeDocument/2006/relationships/tags" Target="../tags/tag441.xml"/><Relationship Id="rId1" Type="http://schemas.openxmlformats.org/officeDocument/2006/relationships/tags" Target="../tags/tag440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443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tags" Target="../tags/tag446.xml"/><Relationship Id="rId7" Type="http://schemas.openxmlformats.org/officeDocument/2006/relationships/image" Target="../media/image5.emf"/><Relationship Id="rId2" Type="http://schemas.openxmlformats.org/officeDocument/2006/relationships/tags" Target="../tags/tag445.xml"/><Relationship Id="rId1" Type="http://schemas.openxmlformats.org/officeDocument/2006/relationships/tags" Target="../tags/tag444.xml"/><Relationship Id="rId6" Type="http://schemas.openxmlformats.org/officeDocument/2006/relationships/oleObject" Target="../embeddings/oleObject36.bin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447.xml"/><Relationship Id="rId9" Type="http://schemas.openxmlformats.org/officeDocument/2006/relationships/image" Target="../media/image16.sv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450.xml"/><Relationship Id="rId7" Type="http://schemas.openxmlformats.org/officeDocument/2006/relationships/tags" Target="../tags/tag454.xml"/><Relationship Id="rId2" Type="http://schemas.openxmlformats.org/officeDocument/2006/relationships/tags" Target="../tags/tag449.xml"/><Relationship Id="rId1" Type="http://schemas.openxmlformats.org/officeDocument/2006/relationships/tags" Target="../tags/tag448.xml"/><Relationship Id="rId6" Type="http://schemas.openxmlformats.org/officeDocument/2006/relationships/tags" Target="../tags/tag453.xml"/><Relationship Id="rId5" Type="http://schemas.openxmlformats.org/officeDocument/2006/relationships/tags" Target="../tags/tag452.xml"/><Relationship Id="rId10" Type="http://schemas.openxmlformats.org/officeDocument/2006/relationships/image" Target="../media/image1.emf"/><Relationship Id="rId4" Type="http://schemas.openxmlformats.org/officeDocument/2006/relationships/tags" Target="../tags/tag451.xml"/><Relationship Id="rId9" Type="http://schemas.openxmlformats.org/officeDocument/2006/relationships/oleObject" Target="../embeddings/oleObject1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>
            <a:extLst>
              <a:ext uri="{FF2B5EF4-FFF2-40B4-BE49-F238E27FC236}">
                <a16:creationId xmlns:a16="http://schemas.microsoft.com/office/drawing/2014/main" id="{14567E71-106D-9695-E6D9-203CCAB57D40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36593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44" imgH="344" progId="TCLayout.ActiveDocument.1">
                  <p:embed/>
                </p:oleObj>
              </mc:Choice>
              <mc:Fallback>
                <p:oleObj name="think-cell Slide" r:id="rId12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2" name="logoimage">
            <a:extLst>
              <a:ext uri="{FF2B5EF4-FFF2-40B4-BE49-F238E27FC236}">
                <a16:creationId xmlns:a16="http://schemas.microsoft.com/office/drawing/2014/main" id="{F0495015-EE93-7ACF-6429-AD31C82A29FD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2025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01CBF06-8F6A-D268-DAC7-F9B8DD2164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5246" r="36284" b="76232"/>
          <a:stretch/>
        </p:blipFill>
        <p:spPr>
          <a:xfrm rot="20230999">
            <a:off x="4397518" y="2058849"/>
            <a:ext cx="9292381" cy="5850350"/>
          </a:xfrm>
          <a:custGeom>
            <a:avLst/>
            <a:gdLst>
              <a:gd name="connsiteX0" fmla="*/ 9292381 w 9292381"/>
              <a:gd name="connsiteY0" fmla="*/ 0 h 5850350"/>
              <a:gd name="connsiteX1" fmla="*/ 6831116 w 9292381"/>
              <a:gd name="connsiteY1" fmla="*/ 5850350 h 5850350"/>
              <a:gd name="connsiteX2" fmla="*/ 0 w 9292381"/>
              <a:gd name="connsiteY2" fmla="*/ 2976473 h 5850350"/>
              <a:gd name="connsiteX3" fmla="*/ 0 w 9292381"/>
              <a:gd name="connsiteY3" fmla="*/ 2769178 h 5850350"/>
              <a:gd name="connsiteX4" fmla="*/ 1165004 w 9292381"/>
              <a:gd name="connsiteY4" fmla="*/ 0 h 5850350"/>
              <a:gd name="connsiteX5" fmla="*/ 9292381 w 9292381"/>
              <a:gd name="connsiteY5" fmla="*/ 0 h 58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92381" h="5850350">
                <a:moveTo>
                  <a:pt x="9292381" y="0"/>
                </a:moveTo>
                <a:lnTo>
                  <a:pt x="6831116" y="5850350"/>
                </a:lnTo>
                <a:lnTo>
                  <a:pt x="0" y="2976473"/>
                </a:lnTo>
                <a:lnTo>
                  <a:pt x="0" y="2769178"/>
                </a:lnTo>
                <a:lnTo>
                  <a:pt x="1165004" y="0"/>
                </a:lnTo>
                <a:lnTo>
                  <a:pt x="9292381" y="0"/>
                </a:lnTo>
                <a:close/>
              </a:path>
            </a:pathLst>
          </a:custGeom>
        </p:spPr>
      </p:pic>
      <p:pic>
        <p:nvPicPr>
          <p:cNvPr id="4" name="Picture 3" descr="A bright light in the dark&#10;&#10;AI-generated content may be incorrect.">
            <a:extLst>
              <a:ext uri="{FF2B5EF4-FFF2-40B4-BE49-F238E27FC236}">
                <a16:creationId xmlns:a16="http://schemas.microsoft.com/office/drawing/2014/main" id="{EDB52F38-9FF2-93F4-9376-E38B765916D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807958" y="-341605"/>
            <a:ext cx="2832100" cy="55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856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827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13" imgH="416" progId="TCLayout.ActiveDocument.1">
                  <p:embed/>
                </p:oleObj>
              </mc:Choice>
              <mc:Fallback>
                <p:oleObj name="think-cell Slide" r:id="rId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E3D645-87CD-A015-B16C-137FDB4DB433}"/>
              </a:ext>
            </a:extLst>
          </p:cNvPr>
          <p:cNvCxnSpPr>
            <a:cxnSpLocks/>
          </p:cNvCxnSpPr>
          <p:nvPr userDrawn="1"/>
        </p:nvCxnSpPr>
        <p:spPr>
          <a:xfrm flipV="1">
            <a:off x="1544157" y="0"/>
            <a:ext cx="0" cy="6638798"/>
          </a:xfrm>
          <a:prstGeom prst="line">
            <a:avLst/>
          </a:prstGeom>
          <a:ln w="19050" cap="flat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34">
            <a:extLst>
              <a:ext uri="{FF2B5EF4-FFF2-40B4-BE49-F238E27FC236}">
                <a16:creationId xmlns:a16="http://schemas.microsoft.com/office/drawing/2014/main" id="{8B184573-4570-B1AE-D216-82BD7F7648A2}"/>
              </a:ext>
            </a:extLst>
          </p:cNvPr>
          <p:cNvSpPr>
            <a:spLocks/>
          </p:cNvSpPr>
          <p:nvPr userDrawn="1"/>
        </p:nvSpPr>
        <p:spPr>
          <a:xfrm rot="2700000">
            <a:off x="1267346" y="6581190"/>
            <a:ext cx="553623" cy="553623"/>
          </a:xfrm>
          <a:custGeom>
            <a:avLst/>
            <a:gdLst>
              <a:gd name="connsiteX0" fmla="*/ 0 w 553623"/>
              <a:gd name="connsiteY0" fmla="*/ 0 h 553623"/>
              <a:gd name="connsiteX1" fmla="*/ 553623 w 553623"/>
              <a:gd name="connsiteY1" fmla="*/ 0 h 553623"/>
              <a:gd name="connsiteX2" fmla="*/ 0 w 553623"/>
              <a:gd name="connsiteY2" fmla="*/ 553623 h 55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3623" h="553623">
                <a:moveTo>
                  <a:pt x="0" y="0"/>
                </a:moveTo>
                <a:lnTo>
                  <a:pt x="553623" y="0"/>
                </a:lnTo>
                <a:lnTo>
                  <a:pt x="0" y="553623"/>
                </a:lnTo>
                <a:close/>
              </a:path>
            </a:pathLst>
          </a:custGeom>
          <a:solidFill>
            <a:schemeClr val="accent2"/>
          </a:solidFill>
          <a:ln w="63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FA359EA6-6549-4C12-06A5-1DE08EE9158B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 rot="16200000">
            <a:off x="-1980109" y="3114532"/>
            <a:ext cx="5674630" cy="1373902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>
                <a:solidFill>
                  <a:schemeClr val="accent2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9465253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EB24E8-E441-FE9B-50BF-E2BE170397FF}"/>
              </a:ext>
            </a:extLst>
          </p:cNvPr>
          <p:cNvGrpSpPr>
            <a:grpSpLocks/>
          </p:cNvGrpSpPr>
          <p:nvPr userDrawn="1"/>
        </p:nvGrpSpPr>
        <p:grpSpPr>
          <a:xfrm>
            <a:off x="-278269" y="1036319"/>
            <a:ext cx="12470269" cy="553623"/>
            <a:chOff x="-278269" y="821715"/>
            <a:chExt cx="12470269" cy="553623"/>
          </a:xfrm>
          <a:solidFill>
            <a:schemeClr val="accent3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256F251-B549-69FE-2725-7DCB4F5509E1}"/>
                </a:ext>
              </a:extLst>
            </p:cNvPr>
            <p:cNvCxnSpPr>
              <a:cxnSpLocks/>
            </p:cNvCxnSpPr>
            <p:nvPr/>
          </p:nvCxnSpPr>
          <p:spPr>
            <a:xfrm>
              <a:off x="217746" y="1098526"/>
              <a:ext cx="11974254" cy="0"/>
            </a:xfrm>
            <a:prstGeom prst="line">
              <a:avLst/>
            </a:prstGeom>
            <a:grpFill/>
            <a:ln w="19050" cap="flat">
              <a:solidFill>
                <a:schemeClr val="accent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3E8EE95C-2EF1-45D1-D728-DC1E5825058D}"/>
                </a:ext>
              </a:extLst>
            </p:cNvPr>
            <p:cNvSpPr>
              <a:spLocks/>
            </p:cNvSpPr>
            <p:nvPr/>
          </p:nvSpPr>
          <p:spPr>
            <a:xfrm rot="8100000">
              <a:off x="-278269" y="821715"/>
              <a:ext cx="553623" cy="553623"/>
            </a:xfrm>
            <a:custGeom>
              <a:avLst/>
              <a:gdLst>
                <a:gd name="connsiteX0" fmla="*/ 0 w 553623"/>
                <a:gd name="connsiteY0" fmla="*/ 0 h 553623"/>
                <a:gd name="connsiteX1" fmla="*/ 553623 w 553623"/>
                <a:gd name="connsiteY1" fmla="*/ 0 h 553623"/>
                <a:gd name="connsiteX2" fmla="*/ 0 w 553623"/>
                <a:gd name="connsiteY2" fmla="*/ 553623 h 55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3623" h="553623">
                  <a:moveTo>
                    <a:pt x="0" y="0"/>
                  </a:moveTo>
                  <a:lnTo>
                    <a:pt x="553623" y="0"/>
                  </a:lnTo>
                  <a:lnTo>
                    <a:pt x="0" y="553623"/>
                  </a:lnTo>
                  <a:close/>
                </a:path>
              </a:pathLst>
            </a:cu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27378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68530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8795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Rectangle 1">
            <a:extLst>
              <a:ext uri="{FF2B5EF4-FFF2-40B4-BE49-F238E27FC236}">
                <a16:creationId xmlns:a16="http://schemas.microsoft.com/office/drawing/2014/main" id="{87344906-689D-6FDA-B43B-AA7FB794AB4C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937172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53607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E6EAA96F-07B0-6F2D-A188-A3591DBEA9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8162" r="19861" b="74930"/>
          <a:stretch/>
        </p:blipFill>
        <p:spPr>
          <a:xfrm>
            <a:off x="0" y="5412465"/>
            <a:ext cx="12188824" cy="1390999"/>
          </a:xfrm>
          <a:custGeom>
            <a:avLst/>
            <a:gdLst>
              <a:gd name="connsiteX0" fmla="*/ 0 w 12188824"/>
              <a:gd name="connsiteY0" fmla="*/ 0 h 1390999"/>
              <a:gd name="connsiteX1" fmla="*/ 12188824 w 12188824"/>
              <a:gd name="connsiteY1" fmla="*/ 0 h 1390999"/>
              <a:gd name="connsiteX2" fmla="*/ 12188824 w 12188824"/>
              <a:gd name="connsiteY2" fmla="*/ 1390999 h 1390999"/>
              <a:gd name="connsiteX3" fmla="*/ 0 w 12188824"/>
              <a:gd name="connsiteY3" fmla="*/ 1390999 h 1390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824" h="1390999">
                <a:moveTo>
                  <a:pt x="0" y="0"/>
                </a:moveTo>
                <a:lnTo>
                  <a:pt x="12188824" y="0"/>
                </a:lnTo>
                <a:lnTo>
                  <a:pt x="12188824" y="1390999"/>
                </a:lnTo>
                <a:lnTo>
                  <a:pt x="0" y="1390999"/>
                </a:lnTo>
                <a:close/>
              </a:path>
            </a:pathLst>
          </a:cu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pic>
        <p:nvPicPr>
          <p:cNvPr id="8" name="Picture 7" descr="A bright light in the dark&#10;&#10;AI-generated content may be incorrect.">
            <a:extLst>
              <a:ext uri="{FF2B5EF4-FFF2-40B4-BE49-F238E27FC236}">
                <a16:creationId xmlns:a16="http://schemas.microsoft.com/office/drawing/2014/main" id="{651902D2-AC78-BCA0-648C-1C5E62E0300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l="30063" t="35632" b="25606"/>
          <a:stretch/>
        </p:blipFill>
        <p:spPr>
          <a:xfrm rot="16200000">
            <a:off x="188584" y="4121846"/>
            <a:ext cx="2493034" cy="287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493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55155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13" imgH="416" progId="TCLayout.ActiveDocument.1">
                  <p:embed/>
                </p:oleObj>
              </mc:Choice>
              <mc:Fallback>
                <p:oleObj name="think-cell Slide" r:id="rId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574DAF4A-58E4-34E0-DF75-667F5FEB85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3" r="8083" b="74930"/>
          <a:stretch/>
        </p:blipFill>
        <p:spPr>
          <a:xfrm>
            <a:off x="0" y="3061041"/>
            <a:ext cx="12192000" cy="3796959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pic>
        <p:nvPicPr>
          <p:cNvPr id="6" name="Picture 5" descr="A bright light in the dark&#10;&#10;AI-generated content may be incorrect.">
            <a:extLst>
              <a:ext uri="{FF2B5EF4-FFF2-40B4-BE49-F238E27FC236}">
                <a16:creationId xmlns:a16="http://schemas.microsoft.com/office/drawing/2014/main" id="{1CC113F0-3920-A7A2-17E7-7F0F3BFE824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800850" y="1389917"/>
            <a:ext cx="2832100" cy="55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36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23631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C121683-E92A-8D4B-F0CA-08B0DD5922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1293" r="33001" b="75793"/>
          <a:stretch/>
        </p:blipFill>
        <p:spPr>
          <a:xfrm rot="18357777">
            <a:off x="-499675" y="619223"/>
            <a:ext cx="5192714" cy="3666260"/>
          </a:xfrm>
          <a:custGeom>
            <a:avLst/>
            <a:gdLst>
              <a:gd name="connsiteX0" fmla="*/ 5192714 w 5192714"/>
              <a:gd name="connsiteY0" fmla="*/ 1235663 h 3666260"/>
              <a:gd name="connsiteX1" fmla="*/ 1842731 w 5192714"/>
              <a:gd name="connsiteY1" fmla="*/ 3666260 h 3666260"/>
              <a:gd name="connsiteX2" fmla="*/ 0 w 5192714"/>
              <a:gd name="connsiteY2" fmla="*/ 1126506 h 3666260"/>
              <a:gd name="connsiteX3" fmla="*/ 1552613 w 5192714"/>
              <a:gd name="connsiteY3" fmla="*/ 0 h 3666260"/>
              <a:gd name="connsiteX4" fmla="*/ 4296172 w 5192714"/>
              <a:gd name="connsiteY4" fmla="*/ 0 h 366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2714" h="3666260">
                <a:moveTo>
                  <a:pt x="5192714" y="1235663"/>
                </a:moveTo>
                <a:lnTo>
                  <a:pt x="1842731" y="3666260"/>
                </a:lnTo>
                <a:lnTo>
                  <a:pt x="0" y="1126506"/>
                </a:lnTo>
                <a:lnTo>
                  <a:pt x="1552613" y="0"/>
                </a:lnTo>
                <a:lnTo>
                  <a:pt x="4296172" y="0"/>
                </a:lnTo>
                <a:close/>
              </a:path>
            </a:pathLst>
          </a:custGeom>
        </p:spPr>
      </p:pic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2781700" y="182372"/>
            <a:ext cx="8855563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2781700" y="903861"/>
            <a:ext cx="8855563" cy="246221"/>
          </a:xfrm>
        </p:spPr>
        <p:txBody>
          <a:bodyPr wrap="square"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65483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53607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D53D2FF-BAD5-6CA7-E227-34C1A20172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2340" b="74930"/>
          <a:stretch/>
        </p:blipFill>
        <p:spPr>
          <a:xfrm rot="18425371">
            <a:off x="6442297" y="2179786"/>
            <a:ext cx="9839945" cy="3796959"/>
          </a:xfrm>
          <a:custGeom>
            <a:avLst/>
            <a:gdLst>
              <a:gd name="connsiteX0" fmla="*/ 8807031 w 9839945"/>
              <a:gd name="connsiteY0" fmla="*/ 0 h 3796959"/>
              <a:gd name="connsiteX1" fmla="*/ 3784642 w 9839945"/>
              <a:gd name="connsiteY1" fmla="*/ 3796959 h 3796959"/>
              <a:gd name="connsiteX2" fmla="*/ 2870525 w 9839945"/>
              <a:gd name="connsiteY2" fmla="*/ 3796959 h 3796959"/>
              <a:gd name="connsiteX3" fmla="*/ 0 w 9839945"/>
              <a:gd name="connsiteY3" fmla="*/ 0 h 3796959"/>
              <a:gd name="connsiteX4" fmla="*/ 9839945 w 9839945"/>
              <a:gd name="connsiteY4" fmla="*/ 0 h 3796959"/>
              <a:gd name="connsiteX5" fmla="*/ 9839945 w 9839945"/>
              <a:gd name="connsiteY5" fmla="*/ 807838 h 3796959"/>
              <a:gd name="connsiteX6" fmla="*/ 9229215 w 9839945"/>
              <a:gd name="connsiteY6" fmla="*/ 1 h 3796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39945" h="3796959">
                <a:moveTo>
                  <a:pt x="8807031" y="0"/>
                </a:moveTo>
                <a:lnTo>
                  <a:pt x="3784642" y="3796959"/>
                </a:lnTo>
                <a:lnTo>
                  <a:pt x="2870525" y="3796959"/>
                </a:lnTo>
                <a:lnTo>
                  <a:pt x="0" y="0"/>
                </a:lnTo>
                <a:close/>
                <a:moveTo>
                  <a:pt x="9839945" y="0"/>
                </a:moveTo>
                <a:lnTo>
                  <a:pt x="9839945" y="807838"/>
                </a:lnTo>
                <a:lnTo>
                  <a:pt x="9229215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876761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8687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pic>
        <p:nvPicPr>
          <p:cNvPr id="8" name="Picture 7" descr="A bright light in the dark&#10;&#10;AI-generated content may be incorrect.">
            <a:extLst>
              <a:ext uri="{FF2B5EF4-FFF2-40B4-BE49-F238E27FC236}">
                <a16:creationId xmlns:a16="http://schemas.microsoft.com/office/drawing/2014/main" id="{8CE09760-0504-EAAC-C893-055D2959772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l="18652" t="15736" r="12944" b="18402"/>
          <a:stretch/>
        </p:blipFill>
        <p:spPr>
          <a:xfrm rot="5400000" flipH="1">
            <a:off x="1516382" y="-1219202"/>
            <a:ext cx="2438400" cy="487680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C9BB955-92EA-6C17-05B4-65F5303E4A5A}"/>
              </a:ext>
            </a:extLst>
          </p:cNvPr>
          <p:cNvGrpSpPr>
            <a:grpSpLocks/>
          </p:cNvGrpSpPr>
          <p:nvPr userDrawn="1"/>
        </p:nvGrpSpPr>
        <p:grpSpPr>
          <a:xfrm>
            <a:off x="297180" y="-2"/>
            <a:ext cx="4876803" cy="6858000"/>
            <a:chOff x="-3566165" y="-2"/>
            <a:chExt cx="4876803" cy="6858000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618C81C-1D32-DDFC-A119-D4FECF2602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34335" t="-1" r="28200" b="88841"/>
            <a:stretch/>
          </p:blipFill>
          <p:spPr>
            <a:xfrm rot="5400000" flipH="1">
              <a:off x="-4289593" y="2308387"/>
              <a:ext cx="6858000" cy="2241221"/>
            </a:xfrm>
            <a:prstGeom prst="rect">
              <a:avLst/>
            </a:prstGeom>
          </p:spPr>
        </p:pic>
        <p:pic>
          <p:nvPicPr>
            <p:cNvPr id="13" name="Picture 12" descr="A bright light in the dark&#10;&#10;AI-generated content may be incorrect.">
              <a:extLst>
                <a:ext uri="{FF2B5EF4-FFF2-40B4-BE49-F238E27FC236}">
                  <a16:creationId xmlns:a16="http://schemas.microsoft.com/office/drawing/2014/main" id="{FA8543A0-4D58-49B3-6596-7B24A10B1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8652" t="15736" r="12944" b="18402"/>
            <a:stretch/>
          </p:blipFill>
          <p:spPr>
            <a:xfrm rot="5400000" flipH="1">
              <a:off x="-2346963" y="-1219202"/>
              <a:ext cx="2438400" cy="4876803"/>
            </a:xfrm>
            <a:prstGeom prst="rect">
              <a:avLst/>
            </a:prstGeom>
          </p:spPr>
        </p:pic>
      </p:grp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86156" y="2469929"/>
            <a:ext cx="2363724" cy="1073371"/>
          </a:xfrm>
        </p:spPr>
        <p:txBody>
          <a:bodyPr vert="horz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486156" y="3533269"/>
            <a:ext cx="2363724" cy="492443"/>
          </a:xfrm>
        </p:spPr>
        <p:txBody>
          <a:bodyPr wrap="square"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170922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01159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F76A5AFA-37FE-002C-C52D-281217D356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4335" t="-1" r="28200" b="74877"/>
          <a:stretch/>
        </p:blipFill>
        <p:spPr>
          <a:xfrm rot="16200000">
            <a:off x="6240310" y="906308"/>
            <a:ext cx="6858000" cy="5045379"/>
          </a:xfrm>
          <a:prstGeom prst="rect">
            <a:avLst/>
          </a:prstGeom>
        </p:spPr>
      </p:pic>
      <p:pic>
        <p:nvPicPr>
          <p:cNvPr id="6" name="Picture 5" descr="A bright light in the dark&#10;&#10;AI-generated content may be incorrect.">
            <a:extLst>
              <a:ext uri="{FF2B5EF4-FFF2-40B4-BE49-F238E27FC236}">
                <a16:creationId xmlns:a16="http://schemas.microsoft.com/office/drawing/2014/main" id="{8586C82D-6BE7-9831-3E37-F67EE3836C9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l="18652" t="15736" r="12944" b="18402"/>
          <a:stretch/>
        </p:blipFill>
        <p:spPr>
          <a:xfrm rot="16200000">
            <a:off x="7315202" y="-1219202"/>
            <a:ext cx="2438400" cy="4876803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6516624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6516624" cy="246221"/>
          </a:xfrm>
        </p:spPr>
        <p:txBody>
          <a:bodyPr wrap="square"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1787379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54937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13" imgH="416" progId="TCLayout.ActiveDocument.1">
                  <p:embed/>
                </p:oleObj>
              </mc:Choice>
              <mc:Fallback>
                <p:oleObj name="think-cell Slide" r:id="rId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008846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F90813-0B23-0397-D12D-9A3FCD5D0172}"/>
              </a:ext>
            </a:extLst>
          </p:cNvPr>
          <p:cNvCxnSpPr>
            <a:cxnSpLocks/>
          </p:cNvCxnSpPr>
          <p:nvPr userDrawn="1"/>
        </p:nvCxnSpPr>
        <p:spPr>
          <a:xfrm>
            <a:off x="219202" y="5649046"/>
            <a:ext cx="11974254" cy="0"/>
          </a:xfrm>
          <a:prstGeom prst="line">
            <a:avLst/>
          </a:prstGeom>
          <a:solidFill>
            <a:schemeClr val="accent3"/>
          </a:solidFill>
          <a:ln w="19050" cap="flat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10">
            <a:extLst>
              <a:ext uri="{FF2B5EF4-FFF2-40B4-BE49-F238E27FC236}">
                <a16:creationId xmlns:a16="http://schemas.microsoft.com/office/drawing/2014/main" id="{800EB8C5-82B8-CDAC-6216-F9A3FA000432}"/>
              </a:ext>
            </a:extLst>
          </p:cNvPr>
          <p:cNvSpPr>
            <a:spLocks/>
          </p:cNvSpPr>
          <p:nvPr userDrawn="1"/>
        </p:nvSpPr>
        <p:spPr>
          <a:xfrm rot="8100000">
            <a:off x="-276813" y="5372235"/>
            <a:ext cx="553623" cy="553623"/>
          </a:xfrm>
          <a:custGeom>
            <a:avLst/>
            <a:gdLst>
              <a:gd name="connsiteX0" fmla="*/ 0 w 553623"/>
              <a:gd name="connsiteY0" fmla="*/ 0 h 553623"/>
              <a:gd name="connsiteX1" fmla="*/ 553623 w 553623"/>
              <a:gd name="connsiteY1" fmla="*/ 0 h 553623"/>
              <a:gd name="connsiteX2" fmla="*/ 0 w 553623"/>
              <a:gd name="connsiteY2" fmla="*/ 553623 h 55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3623" h="553623">
                <a:moveTo>
                  <a:pt x="0" y="0"/>
                </a:moveTo>
                <a:lnTo>
                  <a:pt x="553623" y="0"/>
                </a:lnTo>
                <a:lnTo>
                  <a:pt x="0" y="553623"/>
                </a:lnTo>
                <a:close/>
              </a:path>
            </a:pathLst>
          </a:cu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1788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992592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363758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982318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748275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8220724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2721665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663835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40919594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025120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1820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4" imgH="344" progId="TCLayout.ActiveDocument.1">
                  <p:embed/>
                </p:oleObj>
              </mc:Choice>
              <mc:Fallback>
                <p:oleObj name="think-cell Slide" r:id="rId6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Background">
            <a:extLst>
              <a:ext uri="{FF2B5EF4-FFF2-40B4-BE49-F238E27FC236}">
                <a16:creationId xmlns:a16="http://schemas.microsoft.com/office/drawing/2014/main" id="{CAEBBEE9-B3EE-CE9E-E615-CD85127F576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4736A6B1-EC6C-E92A-62C7-AF8FB9C006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grpSp>
        <p:nvGrpSpPr>
          <p:cNvPr id="12" name="logoimage">
            <a:extLst>
              <a:ext uri="{FF2B5EF4-FFF2-40B4-BE49-F238E27FC236}">
                <a16:creationId xmlns:a16="http://schemas.microsoft.com/office/drawing/2014/main" id="{1CA4A9AA-E284-C0F7-6FBD-71657FD8A209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D747DA6A-AFD7-3B50-F85C-79F642AB1B6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94CCA5C2-8498-3B9D-63F2-B71DD4F8511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4668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0241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image" Target="../media/image2.svg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image" Target="../media/image9.sv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41" Type="http://schemas.openxmlformats.org/officeDocument/2006/relationships/image" Target="../media/image5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8.xml"/><Relationship Id="rId31" Type="http://schemas.openxmlformats.org/officeDocument/2006/relationships/tags" Target="../tags/tag130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tags" Target="../tags/tag261.xml"/><Relationship Id="rId39" Type="http://schemas.openxmlformats.org/officeDocument/2006/relationships/tags" Target="../tags/tag274.xml"/><Relationship Id="rId21" Type="http://schemas.openxmlformats.org/officeDocument/2006/relationships/slideLayout" Target="../slideLayouts/slideLayout52.xml"/><Relationship Id="rId34" Type="http://schemas.openxmlformats.org/officeDocument/2006/relationships/tags" Target="../tags/tag269.xml"/><Relationship Id="rId42" Type="http://schemas.openxmlformats.org/officeDocument/2006/relationships/tags" Target="../tags/tag277.xml"/><Relationship Id="rId47" Type="http://schemas.openxmlformats.org/officeDocument/2006/relationships/oleObject" Target="../embeddings/oleObject25.bin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tags" Target="../tags/tag264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tags" Target="../tags/tag267.xml"/><Relationship Id="rId37" Type="http://schemas.openxmlformats.org/officeDocument/2006/relationships/tags" Target="../tags/tag272.xml"/><Relationship Id="rId40" Type="http://schemas.openxmlformats.org/officeDocument/2006/relationships/tags" Target="../tags/tag275.xml"/><Relationship Id="rId45" Type="http://schemas.openxmlformats.org/officeDocument/2006/relationships/tags" Target="../tags/tag280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tags" Target="../tags/tag263.xml"/><Relationship Id="rId36" Type="http://schemas.openxmlformats.org/officeDocument/2006/relationships/tags" Target="../tags/tag271.xml"/><Relationship Id="rId49" Type="http://schemas.openxmlformats.org/officeDocument/2006/relationships/image" Target="../media/image9.svg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tags" Target="../tags/tag266.xml"/><Relationship Id="rId44" Type="http://schemas.openxmlformats.org/officeDocument/2006/relationships/tags" Target="../tags/tag279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tags" Target="../tags/tag262.xml"/><Relationship Id="rId30" Type="http://schemas.openxmlformats.org/officeDocument/2006/relationships/tags" Target="../tags/tag265.xml"/><Relationship Id="rId35" Type="http://schemas.openxmlformats.org/officeDocument/2006/relationships/tags" Target="../tags/tag270.xml"/><Relationship Id="rId43" Type="http://schemas.openxmlformats.org/officeDocument/2006/relationships/tags" Target="../tags/tag278.xml"/><Relationship Id="rId48" Type="http://schemas.openxmlformats.org/officeDocument/2006/relationships/image" Target="../media/image5.emf"/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theme" Target="../theme/theme3.xml"/><Relationship Id="rId33" Type="http://schemas.openxmlformats.org/officeDocument/2006/relationships/tags" Target="../tags/tag268.xml"/><Relationship Id="rId38" Type="http://schemas.openxmlformats.org/officeDocument/2006/relationships/tags" Target="../tags/tag273.xml"/><Relationship Id="rId46" Type="http://schemas.openxmlformats.org/officeDocument/2006/relationships/tags" Target="../tags/tag281.xml"/><Relationship Id="rId20" Type="http://schemas.openxmlformats.org/officeDocument/2006/relationships/slideLayout" Target="../slideLayouts/slideLayout51.xml"/><Relationship Id="rId41" Type="http://schemas.openxmlformats.org/officeDocument/2006/relationships/tags" Target="../tags/tag276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22684341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7" imgW="344" imgH="344" progId="TCLayout.ActiveDocument.1">
                  <p:embed/>
                </p:oleObj>
              </mc:Choice>
              <mc:Fallback>
                <p:oleObj name="think-cell Slide" r:id="rId4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9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3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3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3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</p:spTree>
    <p:extLst>
      <p:ext uri="{BB962C8B-B14F-4D97-AF65-F5344CB8AC3E}">
        <p14:creationId xmlns:p14="http://schemas.microsoft.com/office/powerpoint/2010/main" val="123579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  <p:sldLayoutId id="2147483918" r:id="rId18"/>
    <p:sldLayoutId id="2147483919" r:id="rId19"/>
    <p:sldLayoutId id="2147483920" r:id="rId20"/>
    <p:sldLayoutId id="2147483921" r:id="rId21"/>
    <p:sldLayoutId id="2147483922" r:id="rId22"/>
    <p:sldLayoutId id="2147483923" r:id="rId23"/>
    <p:sldLayoutId id="2147483924" r:id="rId2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57.xml"/><Relationship Id="rId7" Type="http://schemas.openxmlformats.org/officeDocument/2006/relationships/image" Target="../media/image17.emf"/><Relationship Id="rId2" Type="http://schemas.openxmlformats.org/officeDocument/2006/relationships/tags" Target="../tags/tag456.xml"/><Relationship Id="rId1" Type="http://schemas.openxmlformats.org/officeDocument/2006/relationships/tags" Target="../tags/tag455.xml"/><Relationship Id="rId6" Type="http://schemas.openxmlformats.org/officeDocument/2006/relationships/oleObject" Target="../embeddings/oleObject37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D8A9CEA-7199-F9C6-4FA3-54FCABF439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049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606" imgH="608" progId="TCLayout.ActiveDocument.1">
                  <p:embed/>
                </p:oleObj>
              </mc:Choice>
              <mc:Fallback>
                <p:oleObj name="think-cell Slide" r:id="rId6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8A9CEA-7199-F9C6-4FA3-54FCABF439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0F8BB7B1-E7CA-A48C-BE2B-BCE4F723139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en-US" dirty="0"/>
              <a:t>Best practices </a:t>
            </a:r>
            <a:r>
              <a:rPr lang="en-US" dirty="0" err="1"/>
              <a:t>en</a:t>
            </a:r>
            <a:r>
              <a:rPr lang="en-US" dirty="0"/>
              <a:t> lessons learned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volgende</a:t>
            </a:r>
            <a:r>
              <a:rPr lang="en-US" dirty="0"/>
              <a:t> </a:t>
            </a:r>
            <a:r>
              <a:rPr lang="en-US" dirty="0" err="1"/>
              <a:t>LoP</a:t>
            </a:r>
            <a:endParaRPr lang="en-US" dirty="0"/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CC193004-7D8D-B377-DEFA-C65DF3699A10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5DA61B60-E0ED-18C3-6D63-0DC0A55F69FB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03861"/>
            <a:ext cx="11082528" cy="246221"/>
          </a:xfrm>
        </p:spPr>
        <p:txBody>
          <a:bodyPr>
            <a:noAutofit/>
          </a:bodyPr>
          <a:lstStyle/>
          <a:p>
            <a:r>
              <a:rPr lang="en-US" dirty="0"/>
              <a:t>Checklist </a:t>
            </a:r>
            <a:r>
              <a:rPr lang="en-US" dirty="0" err="1"/>
              <a:t>vanuit</a:t>
            </a:r>
            <a:r>
              <a:rPr lang="en-US" dirty="0"/>
              <a:t> input Arne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AFE989E-A8F5-DE47-3034-AC6C7846C000}"/>
              </a:ext>
            </a:extLst>
          </p:cNvPr>
          <p:cNvGrpSpPr/>
          <p:nvPr/>
        </p:nvGrpSpPr>
        <p:grpSpPr>
          <a:xfrm>
            <a:off x="547688" y="1551709"/>
            <a:ext cx="11082525" cy="484748"/>
            <a:chOff x="547688" y="1551709"/>
            <a:chExt cx="11082525" cy="48474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22DD-8DF7-18D8-47C1-5E5CCDCBFFC2}"/>
                </a:ext>
              </a:extLst>
            </p:cNvPr>
            <p:cNvSpPr/>
            <p:nvPr/>
          </p:nvSpPr>
          <p:spPr>
            <a:xfrm>
              <a:off x="547688" y="1551709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429579-1EC8-C1DA-4CE1-74621FBF7FE7}"/>
                </a:ext>
              </a:extLst>
            </p:cNvPr>
            <p:cNvSpPr txBox="1"/>
            <p:nvPr/>
          </p:nvSpPr>
          <p:spPr>
            <a:xfrm>
              <a:off x="955964" y="1551709"/>
              <a:ext cx="10674249" cy="4847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Scherp het probleem vroeg aan met de client</a:t>
              </a:r>
              <a:b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</a:br>
              <a: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Voer zo vroeg mogelijk gesprekken met clienten en industrie-experts om het probleem scherp te krijgen, idealiter vóór de RfP. Waar mogelijk: co-creëer de probleemdefinitie en (delen van) de RfP samen met de client</a:t>
              </a:r>
              <a:endParaRPr lang="en-US" sz="1050" dirty="0">
                <a:solidFill>
                  <a:srgbClr val="000000"/>
                </a:solidFill>
                <a:latin typeface="Arial" panose="020B0604020202020204" pitchFamily="34" charset="0"/>
                <a:sym typeface="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B316AED-37D2-3944-3469-16626A1C91CB}"/>
              </a:ext>
            </a:extLst>
          </p:cNvPr>
          <p:cNvGrpSpPr/>
          <p:nvPr/>
        </p:nvGrpSpPr>
        <p:grpSpPr>
          <a:xfrm>
            <a:off x="547688" y="2105060"/>
            <a:ext cx="11082525" cy="323165"/>
            <a:chOff x="547688" y="2068774"/>
            <a:chExt cx="11082525" cy="32316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EA4F75-F60B-DBEE-BAA4-54DF9A9162EB}"/>
                </a:ext>
              </a:extLst>
            </p:cNvPr>
            <p:cNvSpPr txBox="1"/>
            <p:nvPr/>
          </p:nvSpPr>
          <p:spPr>
            <a:xfrm>
              <a:off x="955964" y="2068774"/>
              <a:ext cx="10674249" cy="32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Start vroeg en intensief met probleemanalyse</a:t>
              </a:r>
              <a:b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</a:br>
              <a: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Kom snel met het volledige team tot een gedeeld en scherp beeld van het probleem en de oplossingsrichting</a:t>
              </a:r>
              <a:endParaRPr lang="en-US" sz="1050" dirty="0">
                <a:solidFill>
                  <a:srgbClr val="000000"/>
                </a:solidFill>
                <a:latin typeface="Arial" panose="020B0604020202020204" pitchFamily="34" charset="0"/>
                <a:sym typeface="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3B63831-8E2F-4129-F5E3-5D2480BC5506}"/>
                </a:ext>
              </a:extLst>
            </p:cNvPr>
            <p:cNvSpPr/>
            <p:nvPr/>
          </p:nvSpPr>
          <p:spPr>
            <a:xfrm>
              <a:off x="547688" y="2068774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EE00E4B-70A8-1A74-3D80-5F833C7BD336}"/>
              </a:ext>
            </a:extLst>
          </p:cNvPr>
          <p:cNvGrpSpPr/>
          <p:nvPr/>
        </p:nvGrpSpPr>
        <p:grpSpPr>
          <a:xfrm>
            <a:off x="547688" y="2496828"/>
            <a:ext cx="11082525" cy="323165"/>
            <a:chOff x="547688" y="2424256"/>
            <a:chExt cx="11082525" cy="32316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109FBF0-E93F-251E-631F-4AF9679E91BA}"/>
                </a:ext>
              </a:extLst>
            </p:cNvPr>
            <p:cNvSpPr txBox="1"/>
            <p:nvPr/>
          </p:nvSpPr>
          <p:spPr>
            <a:xfrm>
              <a:off x="955964" y="2424256"/>
              <a:ext cx="10674249" cy="32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Ontwikkel vroeg een concreet werkplan en positioneer dit vooraan in het voorstel</a:t>
              </a:r>
              <a:b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</a:br>
              <a: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Stel in een vroeg stadium een uitgewerkt werkplan op, inclusief fasering, activiteiten en deliverables, gekoppeld aan het beoogde uitvoeringsteam</a:t>
              </a:r>
              <a:endParaRPr lang="en-US" sz="1050" dirty="0">
                <a:solidFill>
                  <a:srgbClr val="000000"/>
                </a:solidFill>
                <a:latin typeface="Arial" panose="020B0604020202020204" pitchFamily="34" charset="0"/>
                <a:sym typeface="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4ADD21-87C6-6A0D-44A3-2E342D6246F9}"/>
                </a:ext>
              </a:extLst>
            </p:cNvPr>
            <p:cNvSpPr/>
            <p:nvPr/>
          </p:nvSpPr>
          <p:spPr>
            <a:xfrm>
              <a:off x="547688" y="2424256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E977413-2645-3EFD-79EB-DB8A4E425347}"/>
              </a:ext>
            </a:extLst>
          </p:cNvPr>
          <p:cNvGrpSpPr/>
          <p:nvPr/>
        </p:nvGrpSpPr>
        <p:grpSpPr>
          <a:xfrm>
            <a:off x="547688" y="2888596"/>
            <a:ext cx="11082525" cy="323165"/>
            <a:chOff x="547688" y="2779738"/>
            <a:chExt cx="11082525" cy="32316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BAFADD-BF9A-E17F-84B7-88CE35E5BD8B}"/>
                </a:ext>
              </a:extLst>
            </p:cNvPr>
            <p:cNvSpPr txBox="1"/>
            <p:nvPr/>
          </p:nvSpPr>
          <p:spPr>
            <a:xfrm>
              <a:off x="955964" y="2779738"/>
              <a:ext cx="10674249" cy="32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Formuleer een direct en concreet antwoord op de vraag</a:t>
              </a:r>
              <a:b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</a:br>
              <a: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Beantwoord de clientvraag met een duidelijke oplossing en vermijd overmatige nadruk op methodologie of procesbeschrijvingen. Leg de focus op de oplossing, niet op het proces</a:t>
              </a:r>
              <a:endParaRPr lang="en-US" sz="1050" dirty="0">
                <a:solidFill>
                  <a:srgbClr val="000000"/>
                </a:solidFill>
                <a:latin typeface="Arial" panose="020B0604020202020204" pitchFamily="34" charset="0"/>
                <a:sym typeface="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47D79BF-2A5F-0F61-D746-5F2745CFDF66}"/>
                </a:ext>
              </a:extLst>
            </p:cNvPr>
            <p:cNvSpPr/>
            <p:nvPr/>
          </p:nvSpPr>
          <p:spPr>
            <a:xfrm>
              <a:off x="547688" y="2779738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FC473D3-4108-00CC-6FE3-B12A45462639}"/>
              </a:ext>
            </a:extLst>
          </p:cNvPr>
          <p:cNvGrpSpPr/>
          <p:nvPr/>
        </p:nvGrpSpPr>
        <p:grpSpPr>
          <a:xfrm>
            <a:off x="547688" y="3280364"/>
            <a:ext cx="11082525" cy="323165"/>
            <a:chOff x="547688" y="3135220"/>
            <a:chExt cx="11082525" cy="32316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ADDF392-E3D6-655A-24C3-E6AB010AAC13}"/>
                </a:ext>
              </a:extLst>
            </p:cNvPr>
            <p:cNvSpPr txBox="1"/>
            <p:nvPr/>
          </p:nvSpPr>
          <p:spPr>
            <a:xfrm>
              <a:off x="955964" y="3135220"/>
              <a:ext cx="10674249" cy="32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Maak de inzet van het team volledig transparant</a:t>
              </a:r>
              <a:b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</a:br>
              <a: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Specificeer per teamlid rol, activiteiten, tijdsbesteding en bijdrage aan deliverables, en toon hoe dit aansluit op het werkritme van Defensie</a:t>
              </a:r>
              <a:endParaRPr lang="en-US" sz="1050" dirty="0">
                <a:solidFill>
                  <a:srgbClr val="000000"/>
                </a:solidFill>
                <a:latin typeface="Arial" panose="020B0604020202020204" pitchFamily="34" charset="0"/>
                <a:sym typeface="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5BC3626-5417-000C-86D2-387895147EE5}"/>
                </a:ext>
              </a:extLst>
            </p:cNvPr>
            <p:cNvSpPr/>
            <p:nvPr/>
          </p:nvSpPr>
          <p:spPr>
            <a:xfrm>
              <a:off x="547688" y="313522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86656CC-3970-C98D-0BF8-83E7CDF4B154}"/>
              </a:ext>
            </a:extLst>
          </p:cNvPr>
          <p:cNvGrpSpPr/>
          <p:nvPr/>
        </p:nvGrpSpPr>
        <p:grpSpPr>
          <a:xfrm>
            <a:off x="547688" y="3672132"/>
            <a:ext cx="11082525" cy="323165"/>
            <a:chOff x="547688" y="3490702"/>
            <a:chExt cx="11082525" cy="3231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064D07-38A3-EE5A-8510-6767817B9E37}"/>
                </a:ext>
              </a:extLst>
            </p:cNvPr>
            <p:cNvSpPr txBox="1"/>
            <p:nvPr/>
          </p:nvSpPr>
          <p:spPr>
            <a:xfrm>
              <a:off x="955964" y="3490702"/>
              <a:ext cx="10674249" cy="32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Borg structurele challenge en kwaliteitsreview</a:t>
              </a:r>
              <a:b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</a:br>
              <a: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Laat de uitwerking periodiek challengen door een ervaren collega buiten het kernteam om scherpte, relevantie en aansluiting op eerdere lessen te waarborgen</a:t>
              </a:r>
              <a:endParaRPr lang="en-US" sz="1050" dirty="0">
                <a:solidFill>
                  <a:srgbClr val="000000"/>
                </a:solidFill>
                <a:latin typeface="Arial" panose="020B0604020202020204" pitchFamily="34" charset="0"/>
                <a:sym typeface="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2167F94-8EC8-DAE4-23F8-9C386C2EF72B}"/>
                </a:ext>
              </a:extLst>
            </p:cNvPr>
            <p:cNvSpPr/>
            <p:nvPr/>
          </p:nvSpPr>
          <p:spPr>
            <a:xfrm>
              <a:off x="547688" y="3490702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12BDD96-FEE3-140E-427F-E54475BE30F5}"/>
              </a:ext>
            </a:extLst>
          </p:cNvPr>
          <p:cNvGrpSpPr/>
          <p:nvPr/>
        </p:nvGrpSpPr>
        <p:grpSpPr>
          <a:xfrm>
            <a:off x="547688" y="4063900"/>
            <a:ext cx="11082525" cy="323165"/>
            <a:chOff x="547688" y="3846184"/>
            <a:chExt cx="11082525" cy="32316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4BACE1-56C3-E5D5-69A1-BDD5F181DEBF}"/>
                </a:ext>
              </a:extLst>
            </p:cNvPr>
            <p:cNvSpPr txBox="1"/>
            <p:nvPr/>
          </p:nvSpPr>
          <p:spPr>
            <a:xfrm>
              <a:off x="955964" y="3846184"/>
              <a:ext cx="10674249" cy="32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Werk met een stabiel en dedicated team tijdens het schrijfproces</a:t>
              </a:r>
              <a:b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</a:br>
              <a: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Zorg voor een consistent team met duidelijk leiderschap en een kernteam dat fysiek samenwerkt om snelheid en kwaliteit te verhogen</a:t>
              </a:r>
              <a:endParaRPr lang="en-US" sz="1050" dirty="0">
                <a:solidFill>
                  <a:srgbClr val="000000"/>
                </a:solidFill>
                <a:latin typeface="Arial" panose="020B0604020202020204" pitchFamily="34" charset="0"/>
                <a:sym typeface="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F9E43E-0A2B-7867-5C44-6D231BBFD416}"/>
                </a:ext>
              </a:extLst>
            </p:cNvPr>
            <p:cNvSpPr/>
            <p:nvPr/>
          </p:nvSpPr>
          <p:spPr>
            <a:xfrm>
              <a:off x="547688" y="3846184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0EFA4F-7D4E-BE47-B362-1BDA58080DFD}"/>
              </a:ext>
            </a:extLst>
          </p:cNvPr>
          <p:cNvGrpSpPr/>
          <p:nvPr/>
        </p:nvGrpSpPr>
        <p:grpSpPr>
          <a:xfrm>
            <a:off x="547688" y="4455668"/>
            <a:ext cx="11082525" cy="323165"/>
            <a:chOff x="547688" y="4201666"/>
            <a:chExt cx="11082525" cy="32316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3AF6FF-EA7F-A74A-9248-C3FC4488642C}"/>
                </a:ext>
              </a:extLst>
            </p:cNvPr>
            <p:cNvSpPr txBox="1"/>
            <p:nvPr/>
          </p:nvSpPr>
          <p:spPr>
            <a:xfrm>
              <a:off x="955964" y="4201666"/>
              <a:ext cx="10674249" cy="32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Hanteer een scherpe en transparante prijsstrategie</a:t>
              </a:r>
              <a:b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</a:br>
              <a: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Combineer competitieve pricing met volledige transparantie in uren en inzet, en optimaliseer de teammix (inclusief voldoende junior capaciteit) voor effectieve uitvoering</a:t>
              </a:r>
              <a:endParaRPr lang="en-US" sz="1050" dirty="0">
                <a:solidFill>
                  <a:srgbClr val="000000"/>
                </a:solidFill>
                <a:latin typeface="Arial" panose="020B0604020202020204" pitchFamily="34" charset="0"/>
                <a:sym typeface="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0057499-10F4-F5AB-A61C-2801B6337846}"/>
                </a:ext>
              </a:extLst>
            </p:cNvPr>
            <p:cNvSpPr/>
            <p:nvPr/>
          </p:nvSpPr>
          <p:spPr>
            <a:xfrm>
              <a:off x="547688" y="4201666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1BE601B-ACAD-57E7-6C14-70DA434EC164}"/>
              </a:ext>
            </a:extLst>
          </p:cNvPr>
          <p:cNvGrpSpPr/>
          <p:nvPr/>
        </p:nvGrpSpPr>
        <p:grpSpPr>
          <a:xfrm>
            <a:off x="547688" y="4847436"/>
            <a:ext cx="11082525" cy="323165"/>
            <a:chOff x="547688" y="4557148"/>
            <a:chExt cx="11082525" cy="32316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5421A0-0BBC-BCAF-7C7B-0035785899D4}"/>
                </a:ext>
              </a:extLst>
            </p:cNvPr>
            <p:cNvSpPr txBox="1"/>
            <p:nvPr/>
          </p:nvSpPr>
          <p:spPr>
            <a:xfrm>
              <a:off x="955964" y="4557148"/>
              <a:ext cx="10674249" cy="32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Regel interne besluitvorming tijdig</a:t>
              </a:r>
              <a:b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</a:br>
              <a: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Zorg vroeg in het proces voor benodigde committee approvals, zodat helder is welke investering en inzet mogelijk is</a:t>
              </a:r>
              <a:endParaRPr lang="en-US" sz="1050" dirty="0">
                <a:solidFill>
                  <a:srgbClr val="000000"/>
                </a:solidFill>
                <a:latin typeface="Arial" panose="020B0604020202020204" pitchFamily="34" charset="0"/>
                <a:sym typeface="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27EB044-40D8-26AD-FFFC-0488282395BA}"/>
                </a:ext>
              </a:extLst>
            </p:cNvPr>
            <p:cNvSpPr/>
            <p:nvPr/>
          </p:nvSpPr>
          <p:spPr>
            <a:xfrm>
              <a:off x="547688" y="4557148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0B441E5-B2B2-A61C-A491-F27EA554E1AB}"/>
              </a:ext>
            </a:extLst>
          </p:cNvPr>
          <p:cNvGrpSpPr/>
          <p:nvPr/>
        </p:nvGrpSpPr>
        <p:grpSpPr>
          <a:xfrm>
            <a:off x="547688" y="5239204"/>
            <a:ext cx="11082525" cy="323165"/>
            <a:chOff x="547688" y="4912630"/>
            <a:chExt cx="11082525" cy="3231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E25A50-7E7F-B98F-89DC-57CC1BA0FE00}"/>
                </a:ext>
              </a:extLst>
            </p:cNvPr>
            <p:cNvSpPr txBox="1"/>
            <p:nvPr/>
          </p:nvSpPr>
          <p:spPr>
            <a:xfrm>
              <a:off x="955964" y="4912630"/>
              <a:ext cx="10674249" cy="32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Betrek Risk vroegtijdig</a:t>
              </a:r>
              <a:b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</a:br>
              <a: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Werk met een vast aanspreekpunt van Risk, informeer hen vroegtijdig en zorg voor tijdige reviews</a:t>
              </a:r>
              <a:endParaRPr lang="en-US" sz="1050" dirty="0">
                <a:solidFill>
                  <a:srgbClr val="000000"/>
                </a:solidFill>
                <a:latin typeface="Arial" panose="020B0604020202020204" pitchFamily="34" charset="0"/>
                <a:sym typeface="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916444D-7E6C-87D0-F441-94E8E94586B6}"/>
                </a:ext>
              </a:extLst>
            </p:cNvPr>
            <p:cNvSpPr/>
            <p:nvPr/>
          </p:nvSpPr>
          <p:spPr>
            <a:xfrm>
              <a:off x="547688" y="491263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584DCE7-A179-80C7-A899-D3E1DA9EDD15}"/>
              </a:ext>
            </a:extLst>
          </p:cNvPr>
          <p:cNvGrpSpPr/>
          <p:nvPr/>
        </p:nvGrpSpPr>
        <p:grpSpPr>
          <a:xfrm>
            <a:off x="547688" y="5630974"/>
            <a:ext cx="11082525" cy="323165"/>
            <a:chOff x="547688" y="5268107"/>
            <a:chExt cx="11082525" cy="32316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61AE6BC-DE98-8A19-0E4F-297F9157427B}"/>
                </a:ext>
              </a:extLst>
            </p:cNvPr>
            <p:cNvSpPr txBox="1"/>
            <p:nvPr/>
          </p:nvSpPr>
          <p:spPr>
            <a:xfrm>
              <a:off x="955964" y="5268107"/>
              <a:ext cx="10674249" cy="32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Benut relevante advisors en netwerk actief</a:t>
              </a:r>
              <a:br>
                <a:rPr lang="nl-NL" sz="1050" b="1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</a:br>
              <a:r>
                <a:rPr lang="nl-NL" sz="1050" dirty="0">
                  <a:solidFill>
                    <a:srgbClr val="000000"/>
                  </a:solidFill>
                  <a:latin typeface="Arial" panose="020B0604020202020204" pitchFamily="34" charset="0"/>
                  <a:sym typeface=""/>
                </a:rPr>
                <a:t>Zet gericht advisors en externe relaties in om inhoudelijke scherpte en geloofwaardigheid richting de client te versterken</a:t>
              </a:r>
              <a:endParaRPr lang="en-US" sz="1050" dirty="0">
                <a:solidFill>
                  <a:srgbClr val="000000"/>
                </a:solidFill>
                <a:latin typeface="Arial" panose="020B0604020202020204" pitchFamily="34" charset="0"/>
                <a:sym typeface="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EECDDF1-90FC-2E4C-FDB7-5B4E11656C67}"/>
                </a:ext>
              </a:extLst>
            </p:cNvPr>
            <p:cNvSpPr/>
            <p:nvPr/>
          </p:nvSpPr>
          <p:spPr>
            <a:xfrm>
              <a:off x="547688" y="5268107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233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  <p:tag name="LINKEDPICTURESLINKREMOVED" val="True"/>
  <p:tag name="ICONFILLBACKGROUND" val="Color [A=255, R=255, G=255, B=255]"/>
  <p:tag name="ICONFILLBACKGROUNDTHEME" val="Background 1"/>
  <p:tag name="ICONENCLOSURE" val="False"/>
  <p:tag name="MTBTACCENT" val="Accent5ColorBoldText"/>
  <p:tag name="ICONLINEFILL" val="Color [A=255, R=0, G=0, B=0]"/>
  <p:tag name="ICONLINEFILLTHEME" val="Text 1"/>
  <p:tag name="LILLI_DECK_ID" val="720be2a6-0d8f-42a1-8967-58b91ba926f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dep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dep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3_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  <wetp:taskpane dockstate="right" visibility="1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2D6313C-34BD-4549-B969-CA26A6A6DE40}">
  <we:reference id="e74ca2a7-5e50-4ebf-bfa5-bb75c7950374" version="4.0.0.0" store="EXCatalog" storeType="EXCatalog"/>
  <we:alternateReferences/>
  <we:properties>
    <we:property name="srChargeCodeData" value="{&quot;selectedSupportOption&quot;:&quot;SLIDEREQUESTPLUS&quot;,&quot;language&quot;:&quot;English&quot;,&quot;chargeCode&quot;:{&quot;activityCode&quot;:&quot;CE&quot;,&quot;allocation_date&quot;:&quot;2026-02-16T00:30:00.000Z&quot;,&quot;announcements&quot;:null,&quot;chargeCode&quot;:&quot;valid&quot;,&quot;chargeCodeRegistered&quot;:true,&quot;critical&quot;:0,&quot;csProjectId&quot;:1126376867,&quot;eligibleForPlus&quot;:false,&quot;featureFlag&quot;:{&quot;overnightDeliveryEnabled&quot;:false},&quot;forecast_value&quot;:&quot;High&quot;,&quot;formType&quot;:&quot;unregistered&quot;,&quot;inScope&quot;:true,&quot;is_mandate&quot;:1,&quot;isBoxDisabled&quot;:false,&quot;isCTEEnabled&quot;:false,&quot;lane&quot;:&quot;Global&quot;,&quot;mandate_date&quot;:&quot;2025-08-11&quot;,&quot;maxStartTime&quot;:480,&quot;message&quot;:&quot;&quot;,&quot;outSourced&quot;:true,&quot;platform&quot;:&quot;GW&quot;,&quot;projectType&quot;:&quot;Client&quot;,&quot;showInternal&quot;:false,&quot;study_end_date&quot;:&quot;2026-05-29&quot;,&quot;subLane&quot;:&quot;&quot;,&quot;teamMembers&quot;:[{&quot;end_date&quot;:&quot;2026-04-10&quot;,&quot;fmno&quot;:324278,&quot;start_date&quot;:&quot;2026-02-16&quot;},{&quot;end_date&quot;:&quot;2026-04-10&quot;,&quot;fmno&quot;:342712,&quot;start_date&quot;:&quot;2026-03-23&quot;}],&quot;token_admin&quot;:&quot;Ahmed Ali&quot;,&quot;tokenInfo&quot;:{&quot;allocated&quot;:54,&quot;autoNegotiation&quot;:0,&quot;autoNegotiationAvailCount&quot;:0,&quot;available&quot;:26,&quot;buffer&quot;:0,&quot;eligibleForNegotiation&quot;:true,&quot;escalationCount&quot;:0,&quot;forecast_value&quot;:&quot;High&quot;,&quot;manualNegotiation&quot;:0,&quot;manualNegotiationAvailCount&quot;:0,&quot;minimumTokenValue&quot;:30,&quot;negotiated&quot;:0,&quot;spent&quot;:28,&quot;study_end_date&quot;:&quot;2026-05-29&quot;,&quot;teamMembers&quot;:[],&quot;token_admin&quot;:null},&quot;userRegistered&quot;:true,&quot;code&quot;:&quot;5052JK01&quot;,&quot;updatedAt&quot;:&quot;2026-04-08T19:47:22.355Z&quot;}}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E24BE53-BE15-476C-AE8E-150C7C99ED3F}">
  <we:reference id="5332053f-08b1-4ad5-b936-144d44d33f40" version="2.1.0.2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4993d3fd-8d51-4c4b-af58-76489f1f2fe0">DE7XN4DZS357-1263605440-203</_dlc_DocId>
    <_dlc_DocIdUrl xmlns="4993d3fd-8d51-4c4b-af58-76489f1f2fe0">
      <Url>https://mckinsey.sharepoint.com/sites/spt-int-6jj6kewnj5r70j/_layouts/15/DocIdRedir.aspx?ID=DE7XN4DZS357-1263605440-203</Url>
      <Description>DE7XN4DZS357-1263605440-203</Description>
    </_dlc_DocIdUrl>
    <lcf76f155ced4ddcb4097134ff3c332f xmlns="b196c53f-4101-4824-9aa3-bb9f9f8a17dc">
      <Terms xmlns="http://schemas.microsoft.com/office/infopath/2007/PartnerControls"/>
    </lcf76f155ced4ddcb4097134ff3c332f>
    <TaxCatchAll xmlns="4993d3fd-8d51-4c4b-af58-76489f1f2fe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6AE94FE3E4949BBB689502949CA7A" ma:contentTypeVersion="11" ma:contentTypeDescription="Een nieuw document maken." ma:contentTypeScope="" ma:versionID="6c0ddbb711985b459cc37128400d9499">
  <xsd:schema xmlns:xsd="http://www.w3.org/2001/XMLSchema" xmlns:xs="http://www.w3.org/2001/XMLSchema" xmlns:p="http://schemas.microsoft.com/office/2006/metadata/properties" xmlns:ns2="4993d3fd-8d51-4c4b-af58-76489f1f2fe0" xmlns:ns3="b196c53f-4101-4824-9aa3-bb9f9f8a17dc" targetNamespace="http://schemas.microsoft.com/office/2006/metadata/properties" ma:root="true" ma:fieldsID="f5bd96895f8d98090d174cf3016ce872" ns2:_="" ns3:_="">
    <xsd:import namespace="4993d3fd-8d51-4c4b-af58-76489f1f2fe0"/>
    <xsd:import namespace="b196c53f-4101-4824-9aa3-bb9f9f8a17d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3d3fd-8d51-4c4b-af58-76489f1f2f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aarde van de document-id" ma:description="De waarde van de document-id die aan dit item is toegewezen." ma:indexed="true" ma:internalName="_dlc_DocId" ma:readOnly="true">
      <xsd:simpleType>
        <xsd:restriction base="dms:Text"/>
      </xsd:simpleType>
    </xsd:element>
    <xsd:element name="_dlc_DocIdUrl" ma:index="9" nillable="true" ma:displayName="Document-id" ma:description="Permanente koppeling naar dit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e1505e97-46b1-42dd-99c2-a30829ba5587}" ma:internalName="TaxCatchAll" ma:showField="CatchAllData" ma:web="4993d3fd-8d51-4c4b-af58-76489f1f2f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6c53f-4101-4824-9aa3-bb9f9f8a1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Afbeelding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67DF283F-4B82-4892-8EF9-70B9B3E3286B}">
  <ds:schemaRefs>
    <ds:schemaRef ds:uri="http://purl.org/dc/dcmitype/"/>
    <ds:schemaRef ds:uri="http://schemas.microsoft.com/sharepoint/v3"/>
    <ds:schemaRef ds:uri="77637157-da20-4003-98f9-fe604380a505"/>
    <ds:schemaRef ds:uri="http://purl.org/dc/elements/1.1/"/>
    <ds:schemaRef ds:uri="http://purl.org/dc/terms/"/>
    <ds:schemaRef ds:uri="http://www.w3.org/XML/1998/namespace"/>
    <ds:schemaRef ds:uri="http://schemas.microsoft.com/office/2006/metadata/properties"/>
    <ds:schemaRef ds:uri="973e6218-fe62-4f3d-8e34-e576911936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993d3fd-8d51-4c4b-af58-76489f1f2fe0"/>
  </ds:schemaRefs>
</ds:datastoreItem>
</file>

<file path=customXml/itemProps2.xml><?xml version="1.0" encoding="utf-8"?>
<ds:datastoreItem xmlns:ds="http://schemas.openxmlformats.org/officeDocument/2006/customXml" ds:itemID="{B02AAD33-B668-43E7-BB09-2A77A37FC354}"/>
</file>

<file path=customXml/itemProps3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510DA61-24D9-408F-BFEA-FA17C1164D7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6116</TotalTime>
  <Words>348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Georgia</vt:lpstr>
      <vt:lpstr>Segoe UI</vt:lpstr>
      <vt:lpstr>Wingdings</vt:lpstr>
      <vt:lpstr>White</vt:lpstr>
      <vt:lpstr>Contrast</vt:lpstr>
      <vt:lpstr>3_Contrast</vt:lpstr>
      <vt:lpstr>think-cell Slide</vt:lpstr>
      <vt:lpstr>Best practices en lessons learned voor een volgende LoP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Johan Lammers</dc:creator>
  <cp:keywords/>
  <dc:description/>
  <cp:lastModifiedBy>Hamdi Elsayed</cp:lastModifiedBy>
  <cp:revision>12</cp:revision>
  <cp:lastPrinted>2018-10-30T20:37:12Z</cp:lastPrinted>
  <dcterms:created xsi:type="dcterms:W3CDTF">2026-01-15T10:13:36Z</dcterms:created>
  <dcterms:modified xsi:type="dcterms:W3CDTF">2026-04-25T12:07:44Z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0x01010012C6AE94FE3E4949BBB689502949CA7A</vt:lpwstr>
  </property>
  <property fmtid="{D5CDD505-2E9C-101B-9397-08002B2CF9AE}" pid="10" name="DataSource">
    <vt:lpwstr>7;#Internal|0b10eabc-00d3-4553-8252-f6efa1cda259</vt:lpwstr>
  </property>
  <property fmtid="{D5CDD505-2E9C-101B-9397-08002B2CF9AE}" pid="11" name="_dlc_DocIdItemGuid">
    <vt:lpwstr>ab8e378f-f59e-4c37-a76f-db3f80a5b23e</vt:lpwstr>
  </property>
  <property fmtid="{D5CDD505-2E9C-101B-9397-08002B2CF9AE}" pid="12" name="SourceSystem">
    <vt:lpwstr>1;#SPE|e1155322-03d8-4904-a51c-d7d7cbd8ca84</vt:lpwstr>
  </property>
  <property fmtid="{D5CDD505-2E9C-101B-9397-08002B2CF9AE}" pid="13" name="MSIP_Label_fec09dec-a9ce-4322-b578-b49052c992d8_Enabled">
    <vt:lpwstr>true</vt:lpwstr>
  </property>
  <property fmtid="{D5CDD505-2E9C-101B-9397-08002B2CF9AE}" pid="14" name="MSIP_Label_fec09dec-a9ce-4322-b578-b49052c992d8_SetDate">
    <vt:lpwstr>2026-01-27T12:33:25Z</vt:lpwstr>
  </property>
  <property fmtid="{D5CDD505-2E9C-101B-9397-08002B2CF9AE}" pid="15" name="MSIP_Label_fec09dec-a9ce-4322-b578-b49052c992d8_Method">
    <vt:lpwstr>Privileged</vt:lpwstr>
  </property>
  <property fmtid="{D5CDD505-2E9C-101B-9397-08002B2CF9AE}" pid="16" name="MSIP_Label_fec09dec-a9ce-4322-b578-b49052c992d8_Name">
    <vt:lpwstr>Firm Confidential Information-SLV1</vt:lpwstr>
  </property>
  <property fmtid="{D5CDD505-2E9C-101B-9397-08002B2CF9AE}" pid="17" name="MSIP_Label_fec09dec-a9ce-4322-b578-b49052c992d8_SiteId">
    <vt:lpwstr>cc8936bc-9382-4fff-87cb-6f55999549e7</vt:lpwstr>
  </property>
  <property fmtid="{D5CDD505-2E9C-101B-9397-08002B2CF9AE}" pid="18" name="MSIP_Label_fec09dec-a9ce-4322-b578-b49052c992d8_ActionId">
    <vt:lpwstr>2644deac-a4c9-4748-a2d8-e43518f81866</vt:lpwstr>
  </property>
  <property fmtid="{D5CDD505-2E9C-101B-9397-08002B2CF9AE}" pid="19" name="MSIP_Label_fec09dec-a9ce-4322-b578-b49052c992d8_ContentBits">
    <vt:lpwstr>0</vt:lpwstr>
  </property>
  <property fmtid="{D5CDD505-2E9C-101B-9397-08002B2CF9AE}" pid="20" name="MSIP_Label_fec09dec-a9ce-4322-b578-b49052c992d8_Tag">
    <vt:lpwstr>10, 0, 1, 1</vt:lpwstr>
  </property>
</Properties>
</file>