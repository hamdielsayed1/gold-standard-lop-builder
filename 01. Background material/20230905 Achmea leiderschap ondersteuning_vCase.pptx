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Layouts/slideLayout68.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Layouts/slideLayout69.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4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70.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71.xml" ContentType="application/vnd.openxmlformats-officedocument.presentationml.slideLayout+xml"/>
  <Override PartName="/ppt/slideLayouts/slideLayout67.xml" ContentType="application/vnd.openxmlformats-officedocument.presentationml.slideLayout+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94.xml" ContentType="application/vnd.openxmlformats-officedocument.presentationml.slideLayout+xml"/>
  <Override PartName="/ppt/slideLayouts/slideLayout93.xml" ContentType="application/vnd.openxmlformats-officedocument.presentationml.slideLayout+xml"/>
  <Override PartName="/ppt/slideLayouts/slideLayout92.xml" ContentType="application/vnd.openxmlformats-officedocument.presentationml.slideLayout+xml"/>
  <Override PartName="/ppt/slideLayouts/slideLayout91.xml" ContentType="application/vnd.openxmlformats-officedocument.presentationml.slideLayout+xml"/>
  <Override PartName="/ppt/slideLayouts/slideLayout90.xml" ContentType="application/vnd.openxmlformats-officedocument.presentationml.slideLayout+xml"/>
  <Override PartName="/ppt/slideLayouts/slideLayout89.xml" ContentType="application/vnd.openxmlformats-officedocument.presentationml.slideLayout+xml"/>
  <Override PartName="/ppt/slideLayouts/slideLayout88.xml" ContentType="application/vnd.openxmlformats-officedocument.presentationml.slideLayout+xml"/>
  <Override PartName="/ppt/slideLayouts/slideLayout87.xml" ContentType="application/vnd.openxmlformats-officedocument.presentationml.slideLayout+xml"/>
  <Override PartName="/ppt/slideLayouts/slideLayout86.xml" ContentType="application/vnd.openxmlformats-officedocument.presentationml.slideLayout+xml"/>
  <Override PartName="/ppt/slideLayouts/slideLayout85.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84.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83.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2.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notesMasters/notesMaster1.xml" ContentType="application/vnd.openxmlformats-officedocument.presentationml.notesMaster+xml"/>
  <Override PartName="/ppt/commentAuthors.xml" ContentType="application/vnd.openxmlformats-officedocument.presentationml.commentAuthors+xml"/>
  <Override PartName="/ppt/theme/theme1.xml" ContentType="application/vnd.openxmlformats-officedocument.theme+xml"/>
  <Override PartName="/ppt/theme/theme2.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authors.xml" ContentType="application/vnd.ms-powerpoint.authors+xml"/>
  <Override PartName="/ppt/theme/theme3.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43.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378.xml" ContentType="application/vnd.openxmlformats-officedocument.presentationml.tags+xml"/>
  <Override PartName="/ppt/tags/tag325.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26.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27.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328.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32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330.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331.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332.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333.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334.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335.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336.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339.xml" ContentType="application/vnd.openxmlformats-officedocument.presentationml.tags+xml"/>
  <Override PartName="/ppt/tags/tag318.xml" ContentType="application/vnd.openxmlformats-officedocument.presentationml.tags+xml"/>
  <Override PartName="/ppt/tags/tag317.xml" ContentType="application/vnd.openxmlformats-officedocument.presentationml.tags+xml"/>
  <Override PartName="/ppt/tags/tag316.xml" ContentType="application/vnd.openxmlformats-officedocument.presentationml.tags+xml"/>
  <Override PartName="/ppt/tags/tag315.xml" ContentType="application/vnd.openxmlformats-officedocument.presentationml.tags+xml"/>
  <Override PartName="/ppt/tags/tag314.xml" ContentType="application/vnd.openxmlformats-officedocument.presentationml.tags+xml"/>
  <Override PartName="/ppt/tags/tag313.xml" ContentType="application/vnd.openxmlformats-officedocument.presentationml.tags+xml"/>
  <Override PartName="/ppt/tags/tag312.xml" ContentType="application/vnd.openxmlformats-officedocument.presentationml.tags+xml"/>
  <Override PartName="/ppt/tags/tag311.xml" ContentType="application/vnd.openxmlformats-officedocument.presentationml.tags+xml"/>
  <Override PartName="/ppt/tags/tag310.xml" ContentType="application/vnd.openxmlformats-officedocument.presentationml.tags+xml"/>
  <Override PartName="/ppt/tags/tag309.xml" ContentType="application/vnd.openxmlformats-officedocument.presentationml.tags+xml"/>
  <Override PartName="/ppt/tags/tag308.xml" ContentType="application/vnd.openxmlformats-officedocument.presentationml.tags+xml"/>
  <Override PartName="/ppt/tags/tag307.xml" ContentType="application/vnd.openxmlformats-officedocument.presentationml.tags+xml"/>
  <Override PartName="/ppt/tags/tag306.xml" ContentType="application/vnd.openxmlformats-officedocument.presentationml.tags+xml"/>
  <Override PartName="/ppt/tags/tag305.xml" ContentType="application/vnd.openxmlformats-officedocument.presentationml.tags+xml"/>
  <Override PartName="/ppt/tags/tag340.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341.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342.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343.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344.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304.xml" ContentType="application/vnd.openxmlformats-officedocument.presentationml.tags+xml"/>
  <Override PartName="/ppt/tags/tag345.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346.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347.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348.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320.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349.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350.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351.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35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353.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321.xml" ContentType="application/vnd.openxmlformats-officedocument.presentationml.tags+xml"/>
  <Override PartName="/ppt/tags/tag354.xml" ContentType="application/vnd.openxmlformats-officedocument.presentationml.tags+xml"/>
  <Override PartName="/ppt/tags/tag589.xml" ContentType="application/vnd.openxmlformats-officedocument.presentationml.tags+xml"/>
  <Override PartName="/ppt/tags/tag303.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590.xml" ContentType="application/vnd.openxmlformats-officedocument.presentationml.tags+xml"/>
  <Override PartName="/ppt/tags/tag358.xml" ContentType="application/vnd.openxmlformats-officedocument.presentationml.tags+xml"/>
  <Override PartName="/ppt/tags/tag591.xml" ContentType="application/vnd.openxmlformats-officedocument.presentationml.tags+xml"/>
  <Override PartName="/ppt/tags/tag359.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360.xml" ContentType="application/vnd.openxmlformats-officedocument.presentationml.tags+xml"/>
  <Override PartName="/ppt/tags/tag322.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23.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24.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373.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302.xml" ContentType="application/vnd.openxmlformats-officedocument.presentationml.tags+xml"/>
  <Override PartName="/ppt/tags/tag374.xml" ContentType="application/vnd.openxmlformats-officedocument.presentationml.tags+xml"/>
  <Override PartName="/ppt/tags/tag604.xml" ContentType="application/vnd.openxmlformats-officedocument.presentationml.tags+xml"/>
  <Override PartName="/ppt/tags/tag375.xml" ContentType="application/vnd.openxmlformats-officedocument.presentationml.tags+xml"/>
  <Override PartName="/ppt/tags/tag319.xml" ContentType="application/vnd.openxmlformats-officedocument.presentationml.tags+xml"/>
  <Override PartName="/ppt/tags/tag37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301.xml" ContentType="application/vnd.openxmlformats-officedocument.presentationml.tags+xml"/>
  <Override PartName="/ppt/tags/tag300.xml" ContentType="application/vnd.openxmlformats-officedocument.presentationml.tags+xml"/>
  <Override PartName="/ppt/tags/tag299.xml" ContentType="application/vnd.openxmlformats-officedocument.presentationml.tags+xml"/>
  <Override PartName="/ppt/tags/tag298.xml" ContentType="application/vnd.openxmlformats-officedocument.presentationml.tags+xml"/>
  <Override PartName="/ppt/tags/tag297.xml" ContentType="application/vnd.openxmlformats-officedocument.presentationml.tags+xml"/>
  <Override PartName="/ppt/tags/tag296.xml" ContentType="application/vnd.openxmlformats-officedocument.presentationml.tags+xml"/>
  <Override PartName="/ppt/tags/tag295.xml" ContentType="application/vnd.openxmlformats-officedocument.presentationml.tags+xml"/>
  <Override PartName="/ppt/tags/tag294.xml" ContentType="application/vnd.openxmlformats-officedocument.presentationml.tags+xml"/>
  <Override PartName="/ppt/tags/tag293.xml" ContentType="application/vnd.openxmlformats-officedocument.presentationml.tags+xml"/>
  <Override PartName="/ppt/tags/tag292.xml" ContentType="application/vnd.openxmlformats-officedocument.presentationml.tags+xml"/>
  <Override PartName="/ppt/tags/tag291.xml" ContentType="application/vnd.openxmlformats-officedocument.presentationml.tags+xml"/>
  <Override PartName="/ppt/tags/tag290.xml" ContentType="application/vnd.openxmlformats-officedocument.presentationml.tags+xml"/>
  <Override PartName="/ppt/tags/tag289.xml" ContentType="application/vnd.openxmlformats-officedocument.presentationml.tags+xml"/>
  <Override PartName="/ppt/tags/tag288.xml" ContentType="application/vnd.openxmlformats-officedocument.presentationml.tags+xml"/>
  <Override PartName="/ppt/tags/tag287.xml" ContentType="application/vnd.openxmlformats-officedocument.presentationml.tags+xml"/>
  <Override PartName="/ppt/tags/tag377.xml" ContentType="application/vnd.openxmlformats-officedocument.presentationml.tags+xml"/>
  <Override PartName="/ppt/tags/tag286.xml" ContentType="application/vnd.openxmlformats-officedocument.presentationml.tags+xml"/>
  <Override PartName="/ppt/tags/tag285.xml" ContentType="application/vnd.openxmlformats-officedocument.presentationml.tags+xml"/>
  <Override PartName="/ppt/tags/tag284.xml" ContentType="application/vnd.openxmlformats-officedocument.presentationml.tags+xml"/>
  <Override PartName="/ppt/tags/tag283.xml" ContentType="application/vnd.openxmlformats-officedocument.presentationml.tags+xml"/>
  <Override PartName="/ppt/tags/tag282.xml" ContentType="application/vnd.openxmlformats-officedocument.presentationml.tags+xml"/>
  <Override PartName="/ppt/tags/tag281.xml" ContentType="application/vnd.openxmlformats-officedocument.presentationml.tags+xml"/>
  <Override PartName="/ppt/tags/tag280.xml" ContentType="application/vnd.openxmlformats-officedocument.presentationml.tags+xml"/>
  <Override PartName="/ppt/tags/tag279.xml" ContentType="application/vnd.openxmlformats-officedocument.presentationml.tags+xml"/>
  <Override PartName="/ppt/tags/tag278.xml" ContentType="application/vnd.openxmlformats-officedocument.presentationml.tags+xml"/>
  <Override PartName="/ppt/tags/tag277.xml" ContentType="application/vnd.openxmlformats-officedocument.presentationml.tags+xml"/>
  <Override PartName="/ppt/tags/tag276.xml" ContentType="application/vnd.openxmlformats-officedocument.presentationml.tags+xml"/>
  <Override PartName="/ppt/tags/tag275.xml" ContentType="application/vnd.openxmlformats-officedocument.presentationml.tags+xml"/>
  <Override PartName="/ppt/tags/tag274.xml" ContentType="application/vnd.openxmlformats-officedocument.presentationml.tags+xml"/>
  <Override PartName="/ppt/tags/tag273.xml" ContentType="application/vnd.openxmlformats-officedocument.presentationml.tags+xml"/>
  <Override PartName="/ppt/tags/tag272.xml" ContentType="application/vnd.openxmlformats-officedocument.presentationml.tags+xml"/>
  <Override PartName="/ppt/tags/tag271.xml" ContentType="application/vnd.openxmlformats-officedocument.presentationml.tags+xml"/>
  <Override PartName="/ppt/tags/tag270.xml" ContentType="application/vnd.openxmlformats-officedocument.presentationml.tags+xml"/>
  <Override PartName="/ppt/tags/tag269.xml" ContentType="application/vnd.openxmlformats-officedocument.presentationml.tags+xml"/>
  <Override PartName="/ppt/tags/tag268.xml" ContentType="application/vnd.openxmlformats-officedocument.presentationml.tags+xml"/>
  <Override PartName="/ppt/tags/tag267.xml" ContentType="application/vnd.openxmlformats-officedocument.presentationml.tags+xml"/>
  <Override PartName="/ppt/tags/tag266.xml" ContentType="application/vnd.openxmlformats-officedocument.presentationml.tags+xml"/>
  <Override PartName="/ppt/tags/tag265.xml" ContentType="application/vnd.openxmlformats-officedocument.presentationml.tags+xml"/>
  <Override PartName="/ppt/tags/tag264.xml" ContentType="application/vnd.openxmlformats-officedocument.presentationml.tags+xml"/>
  <Override PartName="/ppt/tags/tag263.xml" ContentType="application/vnd.openxmlformats-officedocument.presentationml.tags+xml"/>
  <Override PartName="/ppt/tags/tag262.xml" ContentType="application/vnd.openxmlformats-officedocument.presentationml.tags+xml"/>
  <Override PartName="/ppt/tags/tag261.xml" ContentType="application/vnd.openxmlformats-officedocument.presentationml.tags+xml"/>
  <Override PartName="/ppt/tags/tag260.xml" ContentType="application/vnd.openxmlformats-officedocument.presentationml.tags+xml"/>
  <Override PartName="/ppt/tags/tag259.xml" ContentType="application/vnd.openxmlformats-officedocument.presentationml.tags+xml"/>
  <Override PartName="/ppt/tags/tag258.xml" ContentType="application/vnd.openxmlformats-officedocument.presentationml.tags+xml"/>
  <Override PartName="/ppt/tags/tag257.xml" ContentType="application/vnd.openxmlformats-officedocument.presentationml.tags+xml"/>
  <Override PartName="/ppt/tags/tag256.xml" ContentType="application/vnd.openxmlformats-officedocument.presentationml.tags+xml"/>
  <Override PartName="/ppt/tags/tag255.xml" ContentType="application/vnd.openxmlformats-officedocument.presentationml.tags+xml"/>
  <Override PartName="/ppt/tags/tag254.xml" ContentType="application/vnd.openxmlformats-officedocument.presentationml.tags+xml"/>
  <Override PartName="/ppt/tags/tag253.xml" ContentType="application/vnd.openxmlformats-officedocument.presentationml.tags+xml"/>
  <Override PartName="/ppt/tags/tag252.xml" ContentType="application/vnd.openxmlformats-officedocument.presentationml.tags+xml"/>
  <Override PartName="/ppt/tags/tag251.xml" ContentType="application/vnd.openxmlformats-officedocument.presentationml.tags+xml"/>
  <Override PartName="/ppt/tags/tag250.xml" ContentType="application/vnd.openxmlformats-officedocument.presentationml.tags+xml"/>
  <Override PartName="/ppt/tags/tag249.xml" ContentType="application/vnd.openxmlformats-officedocument.presentationml.tags+xml"/>
  <Override PartName="/ppt/tags/tag248.xml" ContentType="application/vnd.openxmlformats-officedocument.presentationml.tags+xml"/>
  <Override PartName="/ppt/tags/tag247.xml" ContentType="application/vnd.openxmlformats-officedocument.presentationml.tags+xml"/>
  <Override PartName="/ppt/tags/tag246.xml" ContentType="application/vnd.openxmlformats-officedocument.presentationml.tags+xml"/>
  <Override PartName="/ppt/tags/tag245.xml" ContentType="application/vnd.openxmlformats-officedocument.presentationml.tags+xml"/>
  <Override PartName="/ppt/tags/tag244.xml" ContentType="application/vnd.openxmlformats-officedocument.presentationml.tags+xml"/>
  <Override PartName="/ppt/tags/tag243.xml" ContentType="application/vnd.openxmlformats-officedocument.presentationml.tags+xml"/>
  <Override PartName="/ppt/tags/tag242.xml" ContentType="application/vnd.openxmlformats-officedocument.presentationml.tags+xml"/>
  <Override PartName="/ppt/tags/tag241.xml" ContentType="application/vnd.openxmlformats-officedocument.presentationml.tags+xml"/>
  <Override PartName="/ppt/tags/tag240.xml" ContentType="application/vnd.openxmlformats-officedocument.presentationml.tags+xml"/>
  <Override PartName="/ppt/tags/tag239.xml" ContentType="application/vnd.openxmlformats-officedocument.presentationml.tags+xml"/>
  <Override PartName="/ppt/tags/tag238.xml" ContentType="application/vnd.openxmlformats-officedocument.presentationml.tags+xml"/>
  <Override PartName="/ppt/tags/tag237.xml" ContentType="application/vnd.openxmlformats-officedocument.presentationml.tags+xml"/>
  <Override PartName="/ppt/tags/tag236.xml" ContentType="application/vnd.openxmlformats-officedocument.presentationml.tags+xml"/>
  <Override PartName="/ppt/tags/tag235.xml" ContentType="application/vnd.openxmlformats-officedocument.presentationml.tags+xml"/>
  <Override PartName="/ppt/tags/tag234.xml" ContentType="application/vnd.openxmlformats-officedocument.presentationml.tags+xml"/>
  <Override PartName="/ppt/tags/tag233.xml" ContentType="application/vnd.openxmlformats-officedocument.presentationml.tags+xml"/>
  <Override PartName="/ppt/tags/tag232.xml" ContentType="application/vnd.openxmlformats-officedocument.presentationml.tags+xml"/>
  <Override PartName="/ppt/tags/tag231.xml" ContentType="application/vnd.openxmlformats-officedocument.presentationml.tags+xml"/>
  <Override PartName="/ppt/tags/tag230.xml" ContentType="application/vnd.openxmlformats-officedocument.presentationml.tags+xml"/>
  <Override PartName="/ppt/tags/tag229.xml" ContentType="application/vnd.openxmlformats-officedocument.presentationml.tags+xml"/>
  <Override PartName="/ppt/tags/tag228.xml" ContentType="application/vnd.openxmlformats-officedocument.presentationml.tags+xml"/>
  <Override PartName="/ppt/tags/tag227.xml" ContentType="application/vnd.openxmlformats-officedocument.presentationml.tags+xml"/>
  <Override PartName="/ppt/tags/tag226.xml" ContentType="application/vnd.openxmlformats-officedocument.presentationml.tags+xml"/>
  <Override PartName="/ppt/tags/tag225.xml" ContentType="application/vnd.openxmlformats-officedocument.presentationml.tags+xml"/>
  <Override PartName="/ppt/tags/tag224.xml" ContentType="application/vnd.openxmlformats-officedocument.presentationml.tags+xml"/>
  <Override PartName="/ppt/tags/tag223.xml" ContentType="application/vnd.openxmlformats-officedocument.presentationml.tags+xml"/>
  <Override PartName="/ppt/tags/tag222.xml" ContentType="application/vnd.openxmlformats-officedocument.presentationml.tags+xml"/>
  <Override PartName="/ppt/tags/tag221.xml" ContentType="application/vnd.openxmlformats-officedocument.presentationml.tags+xml"/>
  <Override PartName="/ppt/tags/tag220.xml" ContentType="application/vnd.openxmlformats-officedocument.presentationml.tags+xml"/>
  <Override PartName="/ppt/tags/tag219.xml" ContentType="application/vnd.openxmlformats-officedocument.presentationml.tags+xml"/>
  <Override PartName="/ppt/tags/tag218.xml" ContentType="application/vnd.openxmlformats-officedocument.presentationml.tags+xml"/>
  <Override PartName="/ppt/tags/tag217.xml" ContentType="application/vnd.openxmlformats-officedocument.presentationml.tags+xml"/>
  <Override PartName="/ppt/tags/tag216.xml" ContentType="application/vnd.openxmlformats-officedocument.presentationml.tags+xml"/>
  <Override PartName="/ppt/tags/tag215.xml" ContentType="application/vnd.openxmlformats-officedocument.presentationml.tags+xml"/>
  <Override PartName="/ppt/tags/tag214.xml" ContentType="application/vnd.openxmlformats-officedocument.presentationml.tags+xml"/>
  <Override PartName="/ppt/tags/tag213.xml" ContentType="application/vnd.openxmlformats-officedocument.presentationml.tags+xml"/>
  <Override PartName="/ppt/tags/tag212.xml" ContentType="application/vnd.openxmlformats-officedocument.presentationml.tags+xml"/>
  <Override PartName="/ppt/tags/tag211.xml" ContentType="application/vnd.openxmlformats-officedocument.presentationml.tags+xml"/>
  <Override PartName="/ppt/tags/tag210.xml" ContentType="application/vnd.openxmlformats-officedocument.presentationml.tags+xml"/>
  <Override PartName="/ppt/tags/tag209.xml" ContentType="application/vnd.openxmlformats-officedocument.presentationml.tags+xml"/>
  <Override PartName="/ppt/tags/tag208.xml" ContentType="application/vnd.openxmlformats-officedocument.presentationml.tags+xml"/>
  <Override PartName="/ppt/tags/tag207.xml" ContentType="application/vnd.openxmlformats-officedocument.presentationml.tags+xml"/>
  <Override PartName="/ppt/tags/tag206.xml" ContentType="application/vnd.openxmlformats-officedocument.presentationml.tags+xml"/>
  <Override PartName="/ppt/tags/tag205.xml" ContentType="application/vnd.openxmlformats-officedocument.presentationml.tags+xml"/>
  <Override PartName="/ppt/tags/tag204.xml" ContentType="application/vnd.openxmlformats-officedocument.presentationml.tags+xml"/>
  <Override PartName="/ppt/tags/tag203.xml" ContentType="application/vnd.openxmlformats-officedocument.presentationml.tags+xml"/>
  <Override PartName="/ppt/tags/tag202.xml" ContentType="application/vnd.openxmlformats-officedocument.presentationml.tags+xml"/>
  <Override PartName="/ppt/tags/tag201.xml" ContentType="application/vnd.openxmlformats-officedocument.presentationml.tags+xml"/>
  <Override PartName="/ppt/tags/tag200.xml" ContentType="application/vnd.openxmlformats-officedocument.presentationml.tags+xml"/>
  <Override PartName="/ppt/tags/tag199.xml" ContentType="application/vnd.openxmlformats-officedocument.presentationml.tags+xml"/>
  <Override PartName="/ppt/tags/tag198.xml" ContentType="application/vnd.openxmlformats-officedocument.presentationml.tags+xml"/>
  <Override PartName="/ppt/tags/tag197.xml" ContentType="application/vnd.openxmlformats-officedocument.presentationml.tags+xml"/>
  <Override PartName="/ppt/tags/tag196.xml" ContentType="application/vnd.openxmlformats-officedocument.presentationml.tags+xml"/>
  <Override PartName="/ppt/tags/tag195.xml" ContentType="application/vnd.openxmlformats-officedocument.presentationml.tags+xml"/>
  <Override PartName="/ppt/tags/tag194.xml" ContentType="application/vnd.openxmlformats-officedocument.presentationml.tags+xml"/>
  <Override PartName="/ppt/tags/tag193.xml" ContentType="application/vnd.openxmlformats-officedocument.presentationml.tags+xml"/>
  <Override PartName="/ppt/tags/tag192.xml" ContentType="application/vnd.openxmlformats-officedocument.presentationml.tags+xml"/>
  <Override PartName="/ppt/tags/tag191.xml" ContentType="application/vnd.openxmlformats-officedocument.presentationml.tags+xml"/>
  <Override PartName="/ppt/tags/tag523.xml" ContentType="application/vnd.openxmlformats-officedocument.presentationml.tag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9" r:id="rId4"/>
    <p:sldMasterId id="2147483738" r:id="rId5"/>
    <p:sldMasterId id="2147483755" r:id="rId6"/>
    <p:sldMasterId id="2147483773" r:id="rId7"/>
    <p:sldMasterId id="2147483778" r:id="rId8"/>
    <p:sldMasterId id="2147483821" r:id="rId9"/>
  </p:sldMasterIdLst>
  <p:notesMasterIdLst>
    <p:notesMasterId r:id="rId17"/>
  </p:notesMasterIdLst>
  <p:sldIdLst>
    <p:sldId id="283" r:id="rId10"/>
    <p:sldId id="2147480188" r:id="rId11"/>
    <p:sldId id="2147480186" r:id="rId12"/>
    <p:sldId id="2147478704" r:id="rId13"/>
    <p:sldId id="2147478705" r:id="rId14"/>
    <p:sldId id="2147470989" r:id="rId15"/>
    <p:sldId id="2147480162" r:id="rId16"/>
  </p:sldIdLst>
  <p:sldSz cx="12192000" cy="6858000"/>
  <p:notesSz cx="6858000" cy="9144000"/>
  <p:custDataLst>
    <p:tags r:id="rId18"/>
  </p:custDataLst>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C82DF06-7411-EF11-DF49-5CEE473D4BA5}" name="Niels van Zijl" initials="NvZ" userId="S::Niels_van_Zijl@mckinsey.com::75776384-8d63-4c67-99e2-10b42f04c9ec" providerId="AD"/>
  <p188:author id="{CAC42A4C-A638-2F40-3E58-34FF1AC059CA}" name="Daniel Casalod | Allchiefs" initials="DC" userId="S::Daniel.Casalod@allchiefs.nl::8bbc901c-a1ae-4477-b1c6-30dae1d37e4d" providerId="AD"/>
  <p188:author id="{B6249352-CB48-C01A-48C6-F52DBD17A444}" name="Nadine Beister (NLJM)" initials="NB(" userId="S::nadine.beister@achmea.nl::1895870d-acd7-4533-a69f-ec0198275c46" providerId="AD"/>
  <p188:author id="{8DE60DA9-5F69-0E6A-E861-3D7E285E7711}" name="Francoise Gielen" initials="FG" userId="S::francoise@fenixleadership.com::1db6cd3f-38d0-410b-ad15-2496fe4a53f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Eline Schoe" initials="ES" lastIdx="27" clrIdx="0">
    <p:extLst>
      <p:ext uri="{19B8F6BF-5375-455C-9EA6-DF929625EA0E}">
        <p15:presenceInfo xmlns:p15="http://schemas.microsoft.com/office/powerpoint/2012/main" userId="S::eline@pptstudios.nl::7e4c73be-f3d4-44a9-856c-7951ddeb280c" providerId="AD"/>
      </p:ext>
    </p:extLst>
  </p:cmAuthor>
  <p:cmAuthor id="2" name="Eline Schoe" initials="ES [2]" lastIdx="1" clrIdx="1">
    <p:extLst>
      <p:ext uri="{19B8F6BF-5375-455C-9EA6-DF929625EA0E}">
        <p15:presenceInfo xmlns:p15="http://schemas.microsoft.com/office/powerpoint/2012/main" userId="7f685cafdb1d34b9" providerId="Windows Live"/>
      </p:ext>
    </p:extLst>
  </p:cmAuthor>
  <p:cmAuthor id="3" name="Bart Strengers" initials="BS" lastIdx="13" clrIdx="2">
    <p:extLst>
      <p:ext uri="{19B8F6BF-5375-455C-9EA6-DF929625EA0E}">
        <p15:presenceInfo xmlns:p15="http://schemas.microsoft.com/office/powerpoint/2012/main" userId="be3e77acc9e70f39" providerId="Windows Live"/>
      </p:ext>
    </p:extLst>
  </p:cmAuthor>
  <p:cmAuthor id="4" name="Lisanne Spiekermann" initials="LS" lastIdx="11" clrIdx="3">
    <p:extLst>
      <p:ext uri="{19B8F6BF-5375-455C-9EA6-DF929625EA0E}">
        <p15:presenceInfo xmlns:p15="http://schemas.microsoft.com/office/powerpoint/2012/main" userId="Lisanne Spiekermann" providerId="None"/>
      </p:ext>
    </p:extLst>
  </p:cmAuthor>
  <p:cmAuthor id="5" name="Fransz, KJ (Kristin)" initials="FK(" lastIdx="2" clrIdx="4">
    <p:extLst>
      <p:ext uri="{19B8F6BF-5375-455C-9EA6-DF929625EA0E}">
        <p15:presenceInfo xmlns:p15="http://schemas.microsoft.com/office/powerpoint/2012/main" userId="S::Kristin.Fransz@Achmea.nl::6b289074-891e-4088-a8d7-b82f53c94d8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AAC1"/>
    <a:srgbClr val="D9D9D9"/>
    <a:srgbClr val="C15683"/>
    <a:srgbClr val="006600"/>
    <a:srgbClr val="F6EDED"/>
    <a:srgbClr val="1DBFC0"/>
    <a:srgbClr val="FFFFFF"/>
    <a:srgbClr val="A6156B"/>
    <a:srgbClr val="15AB2A"/>
    <a:srgbClr val="EB662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0991" autoAdjust="0"/>
    <p:restoredTop sz="95218" autoAdjust="0"/>
  </p:normalViewPr>
  <p:slideViewPr>
    <p:cSldViewPr snapToGrid="0">
      <p:cViewPr varScale="1">
        <p:scale>
          <a:sx n="151" d="100"/>
          <a:sy n="151" d="100"/>
        </p:scale>
        <p:origin x="3360" y="150"/>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4.xml"/><Relationship Id="rId18"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3.xml"/><Relationship Id="rId17" Type="http://schemas.openxmlformats.org/officeDocument/2006/relationships/notesMaster" Target="notesMasters/notesMaster1.xml"/><Relationship Id="rId25" Type="http://schemas.openxmlformats.org/officeDocument/2006/relationships/customXml" Target="../customXml/item4.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24"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tableStyles" Target="tableStyles.xml"/><Relationship Id="rId10" Type="http://schemas.openxmlformats.org/officeDocument/2006/relationships/slide" Target="slides/slide1.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790A07-196B-4F4B-8E8C-301FB387CBE5}" type="datetimeFigureOut">
              <a:rPr lang="nl-NL" smtClean="0"/>
              <a:t>24-10-2024</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C176B4-2F3E-4542-A88B-B482618D0CAA}" type="slidenum">
              <a:rPr lang="nl-NL" smtClean="0"/>
              <a:t>‹#›</a:t>
            </a:fld>
            <a:endParaRPr lang="nl-NL"/>
          </a:p>
        </p:txBody>
      </p:sp>
    </p:spTree>
    <p:extLst>
      <p:ext uri="{BB962C8B-B14F-4D97-AF65-F5344CB8AC3E}">
        <p14:creationId xmlns:p14="http://schemas.microsoft.com/office/powerpoint/2010/main" val="4017792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C176B4-2F3E-4542-A88B-B482618D0CAA}"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nl-NL"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98842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5013" y="563563"/>
            <a:ext cx="5632450" cy="3168650"/>
          </a:xfrm>
        </p:spPr>
      </p:sp>
      <p:sp>
        <p:nvSpPr>
          <p:cNvPr id="3" name="Notes Placeholder 2"/>
          <p:cNvSpPr>
            <a:spLocks noGrp="1"/>
          </p:cNvSpPr>
          <p:nvPr>
            <p:ph type="body" idx="1"/>
          </p:nvPr>
        </p:nvSpPr>
        <p:spPr/>
        <p:txBody>
          <a:bodyPr/>
          <a:lstStyle/>
          <a:p>
            <a:endParaRPr lang="nl-NL" dirty="0"/>
          </a:p>
        </p:txBody>
      </p:sp>
      <p:sp>
        <p:nvSpPr>
          <p:cNvPr id="4" name="Date Placeholder 3"/>
          <p:cNvSpPr>
            <a:spLocks noGrp="1"/>
          </p:cNvSpPr>
          <p:nvPr>
            <p:ph type="dt" idx="1"/>
          </p:nvPr>
        </p:nvSpPr>
        <p:spPr/>
        <p:txBody>
          <a:bodyPr/>
          <a:lstStyle/>
          <a:p>
            <a:fld id="{1DF34805-1F01-4BDA-A8CA-FCEA2B4BC8D0}" type="datetime3">
              <a:rPr lang="nl-NL" smtClean="0"/>
              <a:pPr/>
              <a:t>24/10/24</a:t>
            </a:fld>
            <a:endParaRPr lang="nl-NL"/>
          </a:p>
        </p:txBody>
      </p:sp>
      <p:sp>
        <p:nvSpPr>
          <p:cNvPr id="5" name="Slide Number Placeholder 4"/>
          <p:cNvSpPr>
            <a:spLocks noGrp="1"/>
          </p:cNvSpPr>
          <p:nvPr>
            <p:ph type="sldNum" sz="quarter" idx="5"/>
          </p:nvPr>
        </p:nvSpPr>
        <p:spPr/>
        <p:txBody>
          <a:bodyPr/>
          <a:lstStyle/>
          <a:p>
            <a:fld id="{CF5EBCF4-26FC-4F76-8DA1-52FDDC328D44}" type="slidenum">
              <a:rPr lang="nl-NL" smtClean="0"/>
              <a:pPr/>
              <a:t>6</a:t>
            </a:fld>
            <a:endParaRPr lang="nl-NL"/>
          </a:p>
        </p:txBody>
      </p:sp>
    </p:spTree>
    <p:extLst>
      <p:ext uri="{BB962C8B-B14F-4D97-AF65-F5344CB8AC3E}">
        <p14:creationId xmlns:p14="http://schemas.microsoft.com/office/powerpoint/2010/main" val="20933110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tags" Target="../tags/tag36.xml"/><Relationship Id="rId7" Type="http://schemas.openxmlformats.org/officeDocument/2006/relationships/oleObject" Target="../embeddings/oleObject3.bin"/><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slideMaster" Target="../slideMasters/slideMaster2.xml"/><Relationship Id="rId5" Type="http://schemas.openxmlformats.org/officeDocument/2006/relationships/tags" Target="../tags/tag38.xml"/><Relationship Id="rId4" Type="http://schemas.openxmlformats.org/officeDocument/2006/relationships/tags" Target="../tags/tag37.xml"/></Relationships>
</file>

<file path=ppt/slideLayouts/_rels/slideLayout24.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41.xml"/><Relationship Id="rId7" Type="http://schemas.openxmlformats.org/officeDocument/2006/relationships/tags" Target="../tags/tag45.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5" Type="http://schemas.openxmlformats.org/officeDocument/2006/relationships/tags" Target="../tags/tag43.xml"/><Relationship Id="rId10" Type="http://schemas.openxmlformats.org/officeDocument/2006/relationships/image" Target="../media/image6.emf"/><Relationship Id="rId4" Type="http://schemas.openxmlformats.org/officeDocument/2006/relationships/tags" Target="../tags/tag42.xml"/><Relationship Id="rId9" Type="http://schemas.openxmlformats.org/officeDocument/2006/relationships/oleObject" Target="../embeddings/oleObject4.bin"/></Relationships>
</file>

<file path=ppt/slideLayouts/_rels/slideLayout25.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tags" Target="../tags/tag48.xml"/><Relationship Id="rId7" Type="http://schemas.openxmlformats.org/officeDocument/2006/relationships/slideMaster" Target="../slideMasters/slideMaster2.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9" Type="http://schemas.openxmlformats.org/officeDocument/2006/relationships/image" Target="../media/image7.emf"/></Relationships>
</file>

<file path=ppt/slideLayouts/_rels/slideLayout26.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tags" Target="../tags/tag54.xml"/><Relationship Id="rId7" Type="http://schemas.openxmlformats.org/officeDocument/2006/relationships/slideMaster" Target="../slideMasters/slideMaster2.xm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tags" Target="../tags/tag57.xml"/><Relationship Id="rId5" Type="http://schemas.openxmlformats.org/officeDocument/2006/relationships/tags" Target="../tags/tag56.xml"/><Relationship Id="rId4" Type="http://schemas.openxmlformats.org/officeDocument/2006/relationships/tags" Target="../tags/tag55.xml"/><Relationship Id="rId9" Type="http://schemas.openxmlformats.org/officeDocument/2006/relationships/image" Target="../media/image7.emf"/></Relationships>
</file>

<file path=ppt/slideLayouts/_rels/slideLayout27.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tags" Target="../tags/tag60.xml"/><Relationship Id="rId7" Type="http://schemas.openxmlformats.org/officeDocument/2006/relationships/slideMaster" Target="../slideMasters/slideMaster2.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tags" Target="../tags/tag63.xml"/><Relationship Id="rId5" Type="http://schemas.openxmlformats.org/officeDocument/2006/relationships/tags" Target="../tags/tag62.xml"/><Relationship Id="rId4" Type="http://schemas.openxmlformats.org/officeDocument/2006/relationships/tags" Target="../tags/tag61.xml"/><Relationship Id="rId9" Type="http://schemas.openxmlformats.org/officeDocument/2006/relationships/image" Target="../media/image7.emf"/></Relationships>
</file>

<file path=ppt/slideLayouts/_rels/slideLayout28.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66.xml"/><Relationship Id="rId7" Type="http://schemas.openxmlformats.org/officeDocument/2006/relationships/tags" Target="../tags/tag70.xm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5" Type="http://schemas.openxmlformats.org/officeDocument/2006/relationships/tags" Target="../tags/tag68.xml"/><Relationship Id="rId10" Type="http://schemas.openxmlformats.org/officeDocument/2006/relationships/image" Target="../media/image7.emf"/><Relationship Id="rId4" Type="http://schemas.openxmlformats.org/officeDocument/2006/relationships/tags" Target="../tags/tag67.xml"/><Relationship Id="rId9" Type="http://schemas.openxmlformats.org/officeDocument/2006/relationships/oleObject" Target="../embeddings/oleObject8.bin"/></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78.xml"/><Relationship Id="rId3" Type="http://schemas.openxmlformats.org/officeDocument/2006/relationships/tags" Target="../tags/tag73.xml"/><Relationship Id="rId7" Type="http://schemas.openxmlformats.org/officeDocument/2006/relationships/tags" Target="../tags/tag77.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tags" Target="../tags/tag76.xml"/><Relationship Id="rId11" Type="http://schemas.openxmlformats.org/officeDocument/2006/relationships/image" Target="../media/image6.emf"/><Relationship Id="rId5" Type="http://schemas.openxmlformats.org/officeDocument/2006/relationships/tags" Target="../tags/tag75.xml"/><Relationship Id="rId10" Type="http://schemas.openxmlformats.org/officeDocument/2006/relationships/oleObject" Target="../embeddings/oleObject9.bin"/><Relationship Id="rId4" Type="http://schemas.openxmlformats.org/officeDocument/2006/relationships/tags" Target="../tags/tag74.xml"/><Relationship Id="rId9"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8" Type="http://schemas.openxmlformats.org/officeDocument/2006/relationships/tags" Target="../tags/tag86.xml"/><Relationship Id="rId3" Type="http://schemas.openxmlformats.org/officeDocument/2006/relationships/tags" Target="../tags/tag81.xml"/><Relationship Id="rId7" Type="http://schemas.openxmlformats.org/officeDocument/2006/relationships/tags" Target="../tags/tag85.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tags" Target="../tags/tag84.xml"/><Relationship Id="rId11" Type="http://schemas.openxmlformats.org/officeDocument/2006/relationships/image" Target="../media/image6.emf"/><Relationship Id="rId5" Type="http://schemas.openxmlformats.org/officeDocument/2006/relationships/tags" Target="../tags/tag83.xml"/><Relationship Id="rId10" Type="http://schemas.openxmlformats.org/officeDocument/2006/relationships/oleObject" Target="../embeddings/oleObject10.bin"/><Relationship Id="rId4" Type="http://schemas.openxmlformats.org/officeDocument/2006/relationships/tags" Target="../tags/tag82.xml"/><Relationship Id="rId9"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8" Type="http://schemas.openxmlformats.org/officeDocument/2006/relationships/tags" Target="../tags/tag94.xml"/><Relationship Id="rId3" Type="http://schemas.openxmlformats.org/officeDocument/2006/relationships/tags" Target="../tags/tag89.xml"/><Relationship Id="rId7" Type="http://schemas.openxmlformats.org/officeDocument/2006/relationships/tags" Target="../tags/tag93.xml"/><Relationship Id="rId2" Type="http://schemas.openxmlformats.org/officeDocument/2006/relationships/tags" Target="../tags/tag88.xml"/><Relationship Id="rId1" Type="http://schemas.openxmlformats.org/officeDocument/2006/relationships/tags" Target="../tags/tag87.xml"/><Relationship Id="rId6" Type="http://schemas.openxmlformats.org/officeDocument/2006/relationships/tags" Target="../tags/tag92.xml"/><Relationship Id="rId11" Type="http://schemas.openxmlformats.org/officeDocument/2006/relationships/image" Target="../media/image6.emf"/><Relationship Id="rId5" Type="http://schemas.openxmlformats.org/officeDocument/2006/relationships/tags" Target="../tags/tag91.xml"/><Relationship Id="rId10" Type="http://schemas.openxmlformats.org/officeDocument/2006/relationships/oleObject" Target="../embeddings/oleObject11.bin"/><Relationship Id="rId4" Type="http://schemas.openxmlformats.org/officeDocument/2006/relationships/tags" Target="../tags/tag90.xml"/><Relationship Id="rId9"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8" Type="http://schemas.openxmlformats.org/officeDocument/2006/relationships/tags" Target="../tags/tag102.xml"/><Relationship Id="rId3" Type="http://schemas.openxmlformats.org/officeDocument/2006/relationships/tags" Target="../tags/tag97.xml"/><Relationship Id="rId7" Type="http://schemas.openxmlformats.org/officeDocument/2006/relationships/tags" Target="../tags/tag101.xml"/><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tags" Target="../tags/tag100.xml"/><Relationship Id="rId11" Type="http://schemas.openxmlformats.org/officeDocument/2006/relationships/image" Target="../media/image8.emf"/><Relationship Id="rId5" Type="http://schemas.openxmlformats.org/officeDocument/2006/relationships/tags" Target="../tags/tag99.xml"/><Relationship Id="rId10" Type="http://schemas.openxmlformats.org/officeDocument/2006/relationships/oleObject" Target="../embeddings/oleObject12.bin"/><Relationship Id="rId4" Type="http://schemas.openxmlformats.org/officeDocument/2006/relationships/tags" Target="../tags/tag98.xml"/><Relationship Id="rId9"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8" Type="http://schemas.openxmlformats.org/officeDocument/2006/relationships/tags" Target="../tags/tag110.xml"/><Relationship Id="rId3" Type="http://schemas.openxmlformats.org/officeDocument/2006/relationships/tags" Target="../tags/tag105.xml"/><Relationship Id="rId7" Type="http://schemas.openxmlformats.org/officeDocument/2006/relationships/tags" Target="../tags/tag109.xml"/><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tags" Target="../tags/tag108.xml"/><Relationship Id="rId11" Type="http://schemas.openxmlformats.org/officeDocument/2006/relationships/image" Target="../media/image6.emf"/><Relationship Id="rId5" Type="http://schemas.openxmlformats.org/officeDocument/2006/relationships/tags" Target="../tags/tag107.xml"/><Relationship Id="rId10" Type="http://schemas.openxmlformats.org/officeDocument/2006/relationships/oleObject" Target="../embeddings/oleObject13.bin"/><Relationship Id="rId4" Type="http://schemas.openxmlformats.org/officeDocument/2006/relationships/tags" Target="../tags/tag106.xml"/><Relationship Id="rId9"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tags" Target="../tags/tag113.xml"/><Relationship Id="rId7" Type="http://schemas.openxmlformats.org/officeDocument/2006/relationships/slideMaster" Target="../slideMasters/slideMaster2.xml"/><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tags" Target="../tags/tag116.xml"/><Relationship Id="rId5" Type="http://schemas.openxmlformats.org/officeDocument/2006/relationships/tags" Target="../tags/tag115.xml"/><Relationship Id="rId4" Type="http://schemas.openxmlformats.org/officeDocument/2006/relationships/tags" Target="../tags/tag114.xml"/><Relationship Id="rId9" Type="http://schemas.openxmlformats.org/officeDocument/2006/relationships/image" Target="../media/image7.emf"/></Relationships>
</file>

<file path=ppt/slideLayouts/_rels/slideLayout35.xml.rels><?xml version="1.0" encoding="UTF-8" standalone="yes"?>
<Relationships xmlns="http://schemas.openxmlformats.org/package/2006/relationships"><Relationship Id="rId3" Type="http://schemas.openxmlformats.org/officeDocument/2006/relationships/tags" Target="../tags/tag119.xml"/><Relationship Id="rId7" Type="http://schemas.openxmlformats.org/officeDocument/2006/relationships/image" Target="../media/image7.emf"/><Relationship Id="rId2" Type="http://schemas.openxmlformats.org/officeDocument/2006/relationships/tags" Target="../tags/tag118.xml"/><Relationship Id="rId1" Type="http://schemas.openxmlformats.org/officeDocument/2006/relationships/tags" Target="../tags/tag117.xml"/><Relationship Id="rId6" Type="http://schemas.openxmlformats.org/officeDocument/2006/relationships/oleObject" Target="../embeddings/oleObject15.bin"/><Relationship Id="rId5" Type="http://schemas.openxmlformats.org/officeDocument/2006/relationships/slideMaster" Target="../slideMasters/slideMaster2.xml"/><Relationship Id="rId4" Type="http://schemas.openxmlformats.org/officeDocument/2006/relationships/tags" Target="../tags/tag120.xml"/></Relationships>
</file>

<file path=ppt/slideLayouts/_rels/slideLayout3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2.xml"/><Relationship Id="rId1" Type="http://schemas.openxmlformats.org/officeDocument/2006/relationships/tags" Target="../tags/tag121.xml"/><Relationship Id="rId5" Type="http://schemas.openxmlformats.org/officeDocument/2006/relationships/image" Target="../media/image7.emf"/><Relationship Id="rId4" Type="http://schemas.openxmlformats.org/officeDocument/2006/relationships/oleObject" Target="../embeddings/oleObject16.bin"/></Relationships>
</file>

<file path=ppt/slideLayouts/_rels/slideLayout37.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25.xml"/><Relationship Id="rId7" Type="http://schemas.openxmlformats.org/officeDocument/2006/relationships/tags" Target="../tags/tag129.xml"/><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tags" Target="../tags/tag128.xml"/><Relationship Id="rId5" Type="http://schemas.openxmlformats.org/officeDocument/2006/relationships/tags" Target="../tags/tag127.xml"/><Relationship Id="rId10" Type="http://schemas.openxmlformats.org/officeDocument/2006/relationships/image" Target="../media/image6.emf"/><Relationship Id="rId4" Type="http://schemas.openxmlformats.org/officeDocument/2006/relationships/tags" Target="../tags/tag126.xml"/><Relationship Id="rId9" Type="http://schemas.openxmlformats.org/officeDocument/2006/relationships/oleObject" Target="../embeddings/oleObject17.bin"/></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tags" Target="../tags/tag132.xml"/><Relationship Id="rId7" Type="http://schemas.openxmlformats.org/officeDocument/2006/relationships/oleObject" Target="../embeddings/oleObject18.bin"/><Relationship Id="rId2" Type="http://schemas.openxmlformats.org/officeDocument/2006/relationships/tags" Target="../tags/tag131.xml"/><Relationship Id="rId1" Type="http://schemas.openxmlformats.org/officeDocument/2006/relationships/tags" Target="../tags/tag130.xml"/><Relationship Id="rId6" Type="http://schemas.openxmlformats.org/officeDocument/2006/relationships/slideMaster" Target="../slideMasters/slideMaster2.xml"/><Relationship Id="rId5" Type="http://schemas.openxmlformats.org/officeDocument/2006/relationships/tags" Target="../tags/tag134.xml"/><Relationship Id="rId4" Type="http://schemas.openxmlformats.org/officeDocument/2006/relationships/tags" Target="../tags/tag133.xml"/></Relationships>
</file>

<file path=ppt/slideLayouts/_rels/slideLayout40.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tags" Target="../tags/tag137.xml"/><Relationship Id="rId7" Type="http://schemas.openxmlformats.org/officeDocument/2006/relationships/slideMaster" Target="../slideMasters/slideMaster2.xml"/><Relationship Id="rId2" Type="http://schemas.openxmlformats.org/officeDocument/2006/relationships/tags" Target="../tags/tag136.xml"/><Relationship Id="rId1" Type="http://schemas.openxmlformats.org/officeDocument/2006/relationships/tags" Target="../tags/tag135.xml"/><Relationship Id="rId6" Type="http://schemas.openxmlformats.org/officeDocument/2006/relationships/tags" Target="../tags/tag140.xml"/><Relationship Id="rId5" Type="http://schemas.openxmlformats.org/officeDocument/2006/relationships/tags" Target="../tags/tag139.xml"/><Relationship Id="rId4" Type="http://schemas.openxmlformats.org/officeDocument/2006/relationships/tags" Target="../tags/tag138.xml"/><Relationship Id="rId9" Type="http://schemas.openxmlformats.org/officeDocument/2006/relationships/image" Target="../media/image6.emf"/></Relationships>
</file>

<file path=ppt/slideLayouts/_rels/slideLayout41.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tags" Target="../tags/tag143.xml"/><Relationship Id="rId7" Type="http://schemas.openxmlformats.org/officeDocument/2006/relationships/oleObject" Target="../embeddings/oleObject20.bin"/><Relationship Id="rId2" Type="http://schemas.openxmlformats.org/officeDocument/2006/relationships/tags" Target="../tags/tag142.xml"/><Relationship Id="rId1" Type="http://schemas.openxmlformats.org/officeDocument/2006/relationships/tags" Target="../tags/tag141.xml"/><Relationship Id="rId6" Type="http://schemas.openxmlformats.org/officeDocument/2006/relationships/slideMaster" Target="../slideMasters/slideMaster2.xml"/><Relationship Id="rId5" Type="http://schemas.openxmlformats.org/officeDocument/2006/relationships/tags" Target="../tags/tag145.xml"/><Relationship Id="rId4" Type="http://schemas.openxmlformats.org/officeDocument/2006/relationships/tags" Target="../tags/tag144.xml"/></Relationships>
</file>

<file path=ppt/slideLayouts/_rels/slideLayout42.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tags" Target="../tags/tag179.xml"/><Relationship Id="rId7" Type="http://schemas.openxmlformats.org/officeDocument/2006/relationships/oleObject" Target="../embeddings/oleObject22.bin"/><Relationship Id="rId2" Type="http://schemas.openxmlformats.org/officeDocument/2006/relationships/tags" Target="../tags/tag178.xml"/><Relationship Id="rId1" Type="http://schemas.openxmlformats.org/officeDocument/2006/relationships/tags" Target="../tags/tag177.xml"/><Relationship Id="rId6" Type="http://schemas.openxmlformats.org/officeDocument/2006/relationships/slideMaster" Target="../slideMasters/slideMaster3.xml"/><Relationship Id="rId5" Type="http://schemas.openxmlformats.org/officeDocument/2006/relationships/tags" Target="../tags/tag181.xml"/><Relationship Id="rId4" Type="http://schemas.openxmlformats.org/officeDocument/2006/relationships/tags" Target="../tags/tag180.xml"/></Relationships>
</file>

<file path=ppt/slideLayouts/_rels/slideLayout43.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184.xml"/><Relationship Id="rId7" Type="http://schemas.openxmlformats.org/officeDocument/2006/relationships/tags" Target="../tags/tag188.xml"/><Relationship Id="rId2" Type="http://schemas.openxmlformats.org/officeDocument/2006/relationships/tags" Target="../tags/tag183.xml"/><Relationship Id="rId1" Type="http://schemas.openxmlformats.org/officeDocument/2006/relationships/tags" Target="../tags/tag182.xml"/><Relationship Id="rId6" Type="http://schemas.openxmlformats.org/officeDocument/2006/relationships/tags" Target="../tags/tag187.xml"/><Relationship Id="rId5" Type="http://schemas.openxmlformats.org/officeDocument/2006/relationships/tags" Target="../tags/tag186.xml"/><Relationship Id="rId10" Type="http://schemas.openxmlformats.org/officeDocument/2006/relationships/image" Target="../media/image6.emf"/><Relationship Id="rId4" Type="http://schemas.openxmlformats.org/officeDocument/2006/relationships/tags" Target="../tags/tag185.xml"/><Relationship Id="rId9" Type="http://schemas.openxmlformats.org/officeDocument/2006/relationships/oleObject" Target="../embeddings/oleObject23.bin"/></Relationships>
</file>

<file path=ppt/slideLayouts/_rels/slideLayout44.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tags" Target="../tags/tag191.xml"/><Relationship Id="rId7" Type="http://schemas.openxmlformats.org/officeDocument/2006/relationships/slideMaster" Target="../slideMasters/slideMaster3.xml"/><Relationship Id="rId2" Type="http://schemas.openxmlformats.org/officeDocument/2006/relationships/tags" Target="../tags/tag190.xml"/><Relationship Id="rId1" Type="http://schemas.openxmlformats.org/officeDocument/2006/relationships/tags" Target="../tags/tag189.xml"/><Relationship Id="rId6" Type="http://schemas.openxmlformats.org/officeDocument/2006/relationships/tags" Target="../tags/tag194.xml"/><Relationship Id="rId5" Type="http://schemas.openxmlformats.org/officeDocument/2006/relationships/tags" Target="../tags/tag193.xml"/><Relationship Id="rId4" Type="http://schemas.openxmlformats.org/officeDocument/2006/relationships/tags" Target="../tags/tag192.xml"/><Relationship Id="rId9" Type="http://schemas.openxmlformats.org/officeDocument/2006/relationships/image" Target="../media/image7.emf"/></Relationships>
</file>

<file path=ppt/slideLayouts/_rels/slideLayout45.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tags" Target="../tags/tag197.xml"/><Relationship Id="rId7" Type="http://schemas.openxmlformats.org/officeDocument/2006/relationships/slideMaster" Target="../slideMasters/slideMaster3.xml"/><Relationship Id="rId2" Type="http://schemas.openxmlformats.org/officeDocument/2006/relationships/tags" Target="../tags/tag196.xml"/><Relationship Id="rId1" Type="http://schemas.openxmlformats.org/officeDocument/2006/relationships/tags" Target="../tags/tag195.xml"/><Relationship Id="rId6" Type="http://schemas.openxmlformats.org/officeDocument/2006/relationships/tags" Target="../tags/tag200.xml"/><Relationship Id="rId5" Type="http://schemas.openxmlformats.org/officeDocument/2006/relationships/tags" Target="../tags/tag199.xml"/><Relationship Id="rId4" Type="http://schemas.openxmlformats.org/officeDocument/2006/relationships/tags" Target="../tags/tag198.xml"/><Relationship Id="rId9" Type="http://schemas.openxmlformats.org/officeDocument/2006/relationships/image" Target="../media/image7.emf"/></Relationships>
</file>

<file path=ppt/slideLayouts/_rels/slideLayout46.xml.rels><?xml version="1.0" encoding="UTF-8" standalone="yes"?>
<Relationships xmlns="http://schemas.openxmlformats.org/package/2006/relationships"><Relationship Id="rId8" Type="http://schemas.openxmlformats.org/officeDocument/2006/relationships/oleObject" Target="../embeddings/oleObject26.bin"/><Relationship Id="rId3" Type="http://schemas.openxmlformats.org/officeDocument/2006/relationships/tags" Target="../tags/tag203.xml"/><Relationship Id="rId7" Type="http://schemas.openxmlformats.org/officeDocument/2006/relationships/slideMaster" Target="../slideMasters/slideMaster3.xml"/><Relationship Id="rId2" Type="http://schemas.openxmlformats.org/officeDocument/2006/relationships/tags" Target="../tags/tag202.xml"/><Relationship Id="rId1" Type="http://schemas.openxmlformats.org/officeDocument/2006/relationships/tags" Target="../tags/tag201.xml"/><Relationship Id="rId6" Type="http://schemas.openxmlformats.org/officeDocument/2006/relationships/tags" Target="../tags/tag206.xml"/><Relationship Id="rId5" Type="http://schemas.openxmlformats.org/officeDocument/2006/relationships/tags" Target="../tags/tag205.xml"/><Relationship Id="rId4" Type="http://schemas.openxmlformats.org/officeDocument/2006/relationships/tags" Target="../tags/tag204.xml"/><Relationship Id="rId9" Type="http://schemas.openxmlformats.org/officeDocument/2006/relationships/image" Target="../media/image7.emf"/></Relationships>
</file>

<file path=ppt/slideLayouts/_rels/slideLayout47.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209.xml"/><Relationship Id="rId7" Type="http://schemas.openxmlformats.org/officeDocument/2006/relationships/tags" Target="../tags/tag213.xml"/><Relationship Id="rId2" Type="http://schemas.openxmlformats.org/officeDocument/2006/relationships/tags" Target="../tags/tag208.xml"/><Relationship Id="rId1" Type="http://schemas.openxmlformats.org/officeDocument/2006/relationships/tags" Target="../tags/tag207.xml"/><Relationship Id="rId6" Type="http://schemas.openxmlformats.org/officeDocument/2006/relationships/tags" Target="../tags/tag212.xml"/><Relationship Id="rId5" Type="http://schemas.openxmlformats.org/officeDocument/2006/relationships/tags" Target="../tags/tag211.xml"/><Relationship Id="rId10" Type="http://schemas.openxmlformats.org/officeDocument/2006/relationships/image" Target="../media/image7.emf"/><Relationship Id="rId4" Type="http://schemas.openxmlformats.org/officeDocument/2006/relationships/tags" Target="../tags/tag210.xml"/><Relationship Id="rId9" Type="http://schemas.openxmlformats.org/officeDocument/2006/relationships/oleObject" Target="../embeddings/oleObject27.bin"/></Relationships>
</file>

<file path=ppt/slideLayouts/_rels/slideLayout48.xml.rels><?xml version="1.0" encoding="UTF-8" standalone="yes"?>
<Relationships xmlns="http://schemas.openxmlformats.org/package/2006/relationships"><Relationship Id="rId8" Type="http://schemas.openxmlformats.org/officeDocument/2006/relationships/tags" Target="../tags/tag221.xml"/><Relationship Id="rId3" Type="http://schemas.openxmlformats.org/officeDocument/2006/relationships/tags" Target="../tags/tag216.xml"/><Relationship Id="rId7" Type="http://schemas.openxmlformats.org/officeDocument/2006/relationships/tags" Target="../tags/tag220.xml"/><Relationship Id="rId2" Type="http://schemas.openxmlformats.org/officeDocument/2006/relationships/tags" Target="../tags/tag215.xml"/><Relationship Id="rId1" Type="http://schemas.openxmlformats.org/officeDocument/2006/relationships/tags" Target="../tags/tag214.xml"/><Relationship Id="rId6" Type="http://schemas.openxmlformats.org/officeDocument/2006/relationships/tags" Target="../tags/tag219.xml"/><Relationship Id="rId11" Type="http://schemas.openxmlformats.org/officeDocument/2006/relationships/image" Target="../media/image6.emf"/><Relationship Id="rId5" Type="http://schemas.openxmlformats.org/officeDocument/2006/relationships/tags" Target="../tags/tag218.xml"/><Relationship Id="rId10" Type="http://schemas.openxmlformats.org/officeDocument/2006/relationships/oleObject" Target="../embeddings/oleObject28.bin"/><Relationship Id="rId4" Type="http://schemas.openxmlformats.org/officeDocument/2006/relationships/tags" Target="../tags/tag217.xml"/><Relationship Id="rId9"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8" Type="http://schemas.openxmlformats.org/officeDocument/2006/relationships/tags" Target="../tags/tag229.xml"/><Relationship Id="rId3" Type="http://schemas.openxmlformats.org/officeDocument/2006/relationships/tags" Target="../tags/tag224.xml"/><Relationship Id="rId7" Type="http://schemas.openxmlformats.org/officeDocument/2006/relationships/tags" Target="../tags/tag228.xml"/><Relationship Id="rId2" Type="http://schemas.openxmlformats.org/officeDocument/2006/relationships/tags" Target="../tags/tag223.xml"/><Relationship Id="rId1" Type="http://schemas.openxmlformats.org/officeDocument/2006/relationships/tags" Target="../tags/tag222.xml"/><Relationship Id="rId6" Type="http://schemas.openxmlformats.org/officeDocument/2006/relationships/tags" Target="../tags/tag227.xml"/><Relationship Id="rId11" Type="http://schemas.openxmlformats.org/officeDocument/2006/relationships/image" Target="../media/image6.emf"/><Relationship Id="rId5" Type="http://schemas.openxmlformats.org/officeDocument/2006/relationships/tags" Target="../tags/tag226.xml"/><Relationship Id="rId10" Type="http://schemas.openxmlformats.org/officeDocument/2006/relationships/oleObject" Target="../embeddings/oleObject29.bin"/><Relationship Id="rId4" Type="http://schemas.openxmlformats.org/officeDocument/2006/relationships/tags" Target="../tags/tag225.xml"/><Relationship Id="rId9"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8" Type="http://schemas.openxmlformats.org/officeDocument/2006/relationships/tags" Target="../tags/tag237.xml"/><Relationship Id="rId3" Type="http://schemas.openxmlformats.org/officeDocument/2006/relationships/tags" Target="../tags/tag232.xml"/><Relationship Id="rId7" Type="http://schemas.openxmlformats.org/officeDocument/2006/relationships/tags" Target="../tags/tag236.xml"/><Relationship Id="rId2" Type="http://schemas.openxmlformats.org/officeDocument/2006/relationships/tags" Target="../tags/tag231.xml"/><Relationship Id="rId1" Type="http://schemas.openxmlformats.org/officeDocument/2006/relationships/tags" Target="../tags/tag230.xml"/><Relationship Id="rId6" Type="http://schemas.openxmlformats.org/officeDocument/2006/relationships/tags" Target="../tags/tag235.xml"/><Relationship Id="rId11" Type="http://schemas.openxmlformats.org/officeDocument/2006/relationships/image" Target="../media/image6.emf"/><Relationship Id="rId5" Type="http://schemas.openxmlformats.org/officeDocument/2006/relationships/tags" Target="../tags/tag234.xml"/><Relationship Id="rId10" Type="http://schemas.openxmlformats.org/officeDocument/2006/relationships/oleObject" Target="../embeddings/oleObject30.bin"/><Relationship Id="rId4" Type="http://schemas.openxmlformats.org/officeDocument/2006/relationships/tags" Target="../tags/tag233.xml"/><Relationship Id="rId9"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8" Type="http://schemas.openxmlformats.org/officeDocument/2006/relationships/tags" Target="../tags/tag245.xml"/><Relationship Id="rId3" Type="http://schemas.openxmlformats.org/officeDocument/2006/relationships/tags" Target="../tags/tag240.xml"/><Relationship Id="rId7" Type="http://schemas.openxmlformats.org/officeDocument/2006/relationships/tags" Target="../tags/tag244.xml"/><Relationship Id="rId2" Type="http://schemas.openxmlformats.org/officeDocument/2006/relationships/tags" Target="../tags/tag239.xml"/><Relationship Id="rId1" Type="http://schemas.openxmlformats.org/officeDocument/2006/relationships/tags" Target="../tags/tag238.xml"/><Relationship Id="rId6" Type="http://schemas.openxmlformats.org/officeDocument/2006/relationships/tags" Target="../tags/tag243.xml"/><Relationship Id="rId11" Type="http://schemas.openxmlformats.org/officeDocument/2006/relationships/image" Target="../media/image8.emf"/><Relationship Id="rId5" Type="http://schemas.openxmlformats.org/officeDocument/2006/relationships/tags" Target="../tags/tag242.xml"/><Relationship Id="rId10" Type="http://schemas.openxmlformats.org/officeDocument/2006/relationships/oleObject" Target="../embeddings/oleObject31.bin"/><Relationship Id="rId4" Type="http://schemas.openxmlformats.org/officeDocument/2006/relationships/tags" Target="../tags/tag241.xml"/><Relationship Id="rId9"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8" Type="http://schemas.openxmlformats.org/officeDocument/2006/relationships/tags" Target="../tags/tag253.xml"/><Relationship Id="rId3" Type="http://schemas.openxmlformats.org/officeDocument/2006/relationships/tags" Target="../tags/tag248.xml"/><Relationship Id="rId7" Type="http://schemas.openxmlformats.org/officeDocument/2006/relationships/tags" Target="../tags/tag252.xml"/><Relationship Id="rId2" Type="http://schemas.openxmlformats.org/officeDocument/2006/relationships/tags" Target="../tags/tag247.xml"/><Relationship Id="rId1" Type="http://schemas.openxmlformats.org/officeDocument/2006/relationships/tags" Target="../tags/tag246.xml"/><Relationship Id="rId6" Type="http://schemas.openxmlformats.org/officeDocument/2006/relationships/tags" Target="../tags/tag251.xml"/><Relationship Id="rId11" Type="http://schemas.openxmlformats.org/officeDocument/2006/relationships/image" Target="../media/image6.emf"/><Relationship Id="rId5" Type="http://schemas.openxmlformats.org/officeDocument/2006/relationships/tags" Target="../tags/tag250.xml"/><Relationship Id="rId10" Type="http://schemas.openxmlformats.org/officeDocument/2006/relationships/oleObject" Target="../embeddings/oleObject32.bin"/><Relationship Id="rId4" Type="http://schemas.openxmlformats.org/officeDocument/2006/relationships/tags" Target="../tags/tag249.xml"/><Relationship Id="rId9"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8" Type="http://schemas.openxmlformats.org/officeDocument/2006/relationships/oleObject" Target="../embeddings/oleObject33.bin"/><Relationship Id="rId3" Type="http://schemas.openxmlformats.org/officeDocument/2006/relationships/tags" Target="../tags/tag256.xml"/><Relationship Id="rId7" Type="http://schemas.openxmlformats.org/officeDocument/2006/relationships/slideMaster" Target="../slideMasters/slideMaster3.xml"/><Relationship Id="rId2" Type="http://schemas.openxmlformats.org/officeDocument/2006/relationships/tags" Target="../tags/tag255.xml"/><Relationship Id="rId1" Type="http://schemas.openxmlformats.org/officeDocument/2006/relationships/tags" Target="../tags/tag254.xml"/><Relationship Id="rId6" Type="http://schemas.openxmlformats.org/officeDocument/2006/relationships/tags" Target="../tags/tag259.xml"/><Relationship Id="rId5" Type="http://schemas.openxmlformats.org/officeDocument/2006/relationships/tags" Target="../tags/tag258.xml"/><Relationship Id="rId4" Type="http://schemas.openxmlformats.org/officeDocument/2006/relationships/tags" Target="../tags/tag257.xml"/><Relationship Id="rId9" Type="http://schemas.openxmlformats.org/officeDocument/2006/relationships/image" Target="../media/image7.emf"/></Relationships>
</file>

<file path=ppt/slideLayouts/_rels/slideLayout54.xml.rels><?xml version="1.0" encoding="UTF-8" standalone="yes"?>
<Relationships xmlns="http://schemas.openxmlformats.org/package/2006/relationships"><Relationship Id="rId3" Type="http://schemas.openxmlformats.org/officeDocument/2006/relationships/tags" Target="../tags/tag262.xml"/><Relationship Id="rId7" Type="http://schemas.openxmlformats.org/officeDocument/2006/relationships/image" Target="../media/image7.emf"/><Relationship Id="rId2" Type="http://schemas.openxmlformats.org/officeDocument/2006/relationships/tags" Target="../tags/tag261.xml"/><Relationship Id="rId1" Type="http://schemas.openxmlformats.org/officeDocument/2006/relationships/tags" Target="../tags/tag260.xml"/><Relationship Id="rId6" Type="http://schemas.openxmlformats.org/officeDocument/2006/relationships/oleObject" Target="../embeddings/oleObject34.bin"/><Relationship Id="rId5" Type="http://schemas.openxmlformats.org/officeDocument/2006/relationships/slideMaster" Target="../slideMasters/slideMaster3.xml"/><Relationship Id="rId4" Type="http://schemas.openxmlformats.org/officeDocument/2006/relationships/tags" Target="../tags/tag263.xml"/></Relationships>
</file>

<file path=ppt/slideLayouts/_rels/slideLayout5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65.xml"/><Relationship Id="rId1" Type="http://schemas.openxmlformats.org/officeDocument/2006/relationships/tags" Target="../tags/tag264.xml"/><Relationship Id="rId5" Type="http://schemas.openxmlformats.org/officeDocument/2006/relationships/image" Target="../media/image7.emf"/><Relationship Id="rId4" Type="http://schemas.openxmlformats.org/officeDocument/2006/relationships/oleObject" Target="../embeddings/oleObject35.bin"/></Relationships>
</file>

<file path=ppt/slideLayouts/_rels/slideLayout56.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268.xml"/><Relationship Id="rId7" Type="http://schemas.openxmlformats.org/officeDocument/2006/relationships/tags" Target="../tags/tag272.xml"/><Relationship Id="rId2" Type="http://schemas.openxmlformats.org/officeDocument/2006/relationships/tags" Target="../tags/tag267.xml"/><Relationship Id="rId1" Type="http://schemas.openxmlformats.org/officeDocument/2006/relationships/tags" Target="../tags/tag266.xml"/><Relationship Id="rId6" Type="http://schemas.openxmlformats.org/officeDocument/2006/relationships/tags" Target="../tags/tag271.xml"/><Relationship Id="rId5" Type="http://schemas.openxmlformats.org/officeDocument/2006/relationships/tags" Target="../tags/tag270.xml"/><Relationship Id="rId10" Type="http://schemas.openxmlformats.org/officeDocument/2006/relationships/image" Target="../media/image6.emf"/><Relationship Id="rId4" Type="http://schemas.openxmlformats.org/officeDocument/2006/relationships/tags" Target="../tags/tag269.xml"/><Relationship Id="rId9" Type="http://schemas.openxmlformats.org/officeDocument/2006/relationships/oleObject" Target="../embeddings/oleObject36.bin"/></Relationships>
</file>

<file path=ppt/slideLayouts/_rels/slideLayout57.xml.rels><?xml version="1.0" encoding="UTF-8" standalone="yes"?>
<Relationships xmlns="http://schemas.openxmlformats.org/package/2006/relationships"><Relationship Id="rId8" Type="http://schemas.openxmlformats.org/officeDocument/2006/relationships/tags" Target="../tags/tag280.xml"/><Relationship Id="rId13" Type="http://schemas.openxmlformats.org/officeDocument/2006/relationships/tags" Target="../tags/tag285.xml"/><Relationship Id="rId3" Type="http://schemas.openxmlformats.org/officeDocument/2006/relationships/tags" Target="../tags/tag275.xml"/><Relationship Id="rId7" Type="http://schemas.openxmlformats.org/officeDocument/2006/relationships/tags" Target="../tags/tag279.xml"/><Relationship Id="rId12" Type="http://schemas.openxmlformats.org/officeDocument/2006/relationships/tags" Target="../tags/tag284.xml"/><Relationship Id="rId17" Type="http://schemas.openxmlformats.org/officeDocument/2006/relationships/image" Target="../media/image6.emf"/><Relationship Id="rId2" Type="http://schemas.openxmlformats.org/officeDocument/2006/relationships/tags" Target="../tags/tag274.xml"/><Relationship Id="rId16" Type="http://schemas.openxmlformats.org/officeDocument/2006/relationships/oleObject" Target="../embeddings/oleObject37.bin"/><Relationship Id="rId1" Type="http://schemas.openxmlformats.org/officeDocument/2006/relationships/tags" Target="../tags/tag273.xml"/><Relationship Id="rId6" Type="http://schemas.openxmlformats.org/officeDocument/2006/relationships/tags" Target="../tags/tag278.xml"/><Relationship Id="rId11" Type="http://schemas.openxmlformats.org/officeDocument/2006/relationships/tags" Target="../tags/tag283.xml"/><Relationship Id="rId5" Type="http://schemas.openxmlformats.org/officeDocument/2006/relationships/tags" Target="../tags/tag277.xml"/><Relationship Id="rId15" Type="http://schemas.openxmlformats.org/officeDocument/2006/relationships/slideMaster" Target="../slideMasters/slideMaster3.xml"/><Relationship Id="rId10" Type="http://schemas.openxmlformats.org/officeDocument/2006/relationships/tags" Target="../tags/tag282.xml"/><Relationship Id="rId4" Type="http://schemas.openxmlformats.org/officeDocument/2006/relationships/tags" Target="../tags/tag276.xml"/><Relationship Id="rId9" Type="http://schemas.openxmlformats.org/officeDocument/2006/relationships/tags" Target="../tags/tag281.xml"/><Relationship Id="rId14" Type="http://schemas.openxmlformats.org/officeDocument/2006/relationships/tags" Target="../tags/tag286.xml"/></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Master" Target="../slideMasters/slideMaster4.xml"/><Relationship Id="rId1" Type="http://schemas.openxmlformats.org/officeDocument/2006/relationships/tags" Target="../tags/tag315.xml"/><Relationship Id="rId5" Type="http://schemas.openxmlformats.org/officeDocument/2006/relationships/image" Target="../media/image11.emf"/><Relationship Id="rId4" Type="http://schemas.openxmlformats.org/officeDocument/2006/relationships/image" Target="../media/image10.emf"/></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Master" Target="../slideMasters/slideMaster4.xml"/><Relationship Id="rId1" Type="http://schemas.openxmlformats.org/officeDocument/2006/relationships/tags" Target="../tags/tag316.xml"/><Relationship Id="rId5" Type="http://schemas.openxmlformats.org/officeDocument/2006/relationships/image" Target="../media/image13.emf"/><Relationship Id="rId4" Type="http://schemas.openxmlformats.org/officeDocument/2006/relationships/image" Target="../media/image12.emf"/></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Master" Target="../slideMasters/slideMaster4.xml"/><Relationship Id="rId1" Type="http://schemas.openxmlformats.org/officeDocument/2006/relationships/tags" Target="../tags/tag317.xml"/><Relationship Id="rId5" Type="http://schemas.openxmlformats.org/officeDocument/2006/relationships/image" Target="../media/image14.emf"/><Relationship Id="rId4" Type="http://schemas.openxmlformats.org/officeDocument/2006/relationships/image" Target="../media/image12.emf"/></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tags" Target="../tags/tag351.xml"/><Relationship Id="rId7" Type="http://schemas.openxmlformats.org/officeDocument/2006/relationships/oleObject" Target="../embeddings/oleObject43.bin"/><Relationship Id="rId2" Type="http://schemas.openxmlformats.org/officeDocument/2006/relationships/tags" Target="../tags/tag350.xml"/><Relationship Id="rId1" Type="http://schemas.openxmlformats.org/officeDocument/2006/relationships/tags" Target="../tags/tag349.xml"/><Relationship Id="rId6" Type="http://schemas.openxmlformats.org/officeDocument/2006/relationships/slideMaster" Target="../slideMasters/slideMaster5.xml"/><Relationship Id="rId5" Type="http://schemas.openxmlformats.org/officeDocument/2006/relationships/tags" Target="../tags/tag353.xml"/><Relationship Id="rId4" Type="http://schemas.openxmlformats.org/officeDocument/2006/relationships/tags" Target="../tags/tag352.xml"/></Relationships>
</file>

<file path=ppt/slideLayouts/_rels/slideLayout63.xml.rels><?xml version="1.0" encoding="UTF-8" standalone="yes"?>
<Relationships xmlns="http://schemas.openxmlformats.org/package/2006/relationships"><Relationship Id="rId8" Type="http://schemas.openxmlformats.org/officeDocument/2006/relationships/slideMaster" Target="../slideMasters/slideMaster5.xml"/><Relationship Id="rId3" Type="http://schemas.openxmlformats.org/officeDocument/2006/relationships/tags" Target="../tags/tag356.xml"/><Relationship Id="rId7" Type="http://schemas.openxmlformats.org/officeDocument/2006/relationships/tags" Target="../tags/tag360.xml"/><Relationship Id="rId2" Type="http://schemas.openxmlformats.org/officeDocument/2006/relationships/tags" Target="../tags/tag355.xml"/><Relationship Id="rId1" Type="http://schemas.openxmlformats.org/officeDocument/2006/relationships/tags" Target="../tags/tag354.xml"/><Relationship Id="rId6" Type="http://schemas.openxmlformats.org/officeDocument/2006/relationships/tags" Target="../tags/tag359.xml"/><Relationship Id="rId5" Type="http://schemas.openxmlformats.org/officeDocument/2006/relationships/tags" Target="../tags/tag358.xml"/><Relationship Id="rId10" Type="http://schemas.openxmlformats.org/officeDocument/2006/relationships/image" Target="../media/image6.emf"/><Relationship Id="rId4" Type="http://schemas.openxmlformats.org/officeDocument/2006/relationships/tags" Target="../tags/tag357.xml"/><Relationship Id="rId9" Type="http://schemas.openxmlformats.org/officeDocument/2006/relationships/oleObject" Target="../embeddings/oleObject44.bin"/></Relationships>
</file>

<file path=ppt/slideLayouts/_rels/slideLayout64.xml.rels><?xml version="1.0" encoding="UTF-8" standalone="yes"?>
<Relationships xmlns="http://schemas.openxmlformats.org/package/2006/relationships"><Relationship Id="rId8" Type="http://schemas.openxmlformats.org/officeDocument/2006/relationships/oleObject" Target="../embeddings/oleObject45.bin"/><Relationship Id="rId3" Type="http://schemas.openxmlformats.org/officeDocument/2006/relationships/tags" Target="../tags/tag363.xml"/><Relationship Id="rId7" Type="http://schemas.openxmlformats.org/officeDocument/2006/relationships/slideMaster" Target="../slideMasters/slideMaster5.xml"/><Relationship Id="rId2" Type="http://schemas.openxmlformats.org/officeDocument/2006/relationships/tags" Target="../tags/tag362.xml"/><Relationship Id="rId1" Type="http://schemas.openxmlformats.org/officeDocument/2006/relationships/tags" Target="../tags/tag361.xml"/><Relationship Id="rId6" Type="http://schemas.openxmlformats.org/officeDocument/2006/relationships/tags" Target="../tags/tag366.xml"/><Relationship Id="rId5" Type="http://schemas.openxmlformats.org/officeDocument/2006/relationships/tags" Target="../tags/tag365.xml"/><Relationship Id="rId4" Type="http://schemas.openxmlformats.org/officeDocument/2006/relationships/tags" Target="../tags/tag364.xml"/><Relationship Id="rId9" Type="http://schemas.openxmlformats.org/officeDocument/2006/relationships/image" Target="../media/image7.emf"/></Relationships>
</file>

<file path=ppt/slideLayouts/_rels/slideLayout65.xml.rels><?xml version="1.0" encoding="UTF-8" standalone="yes"?>
<Relationships xmlns="http://schemas.openxmlformats.org/package/2006/relationships"><Relationship Id="rId8" Type="http://schemas.openxmlformats.org/officeDocument/2006/relationships/oleObject" Target="../embeddings/oleObject46.bin"/><Relationship Id="rId3" Type="http://schemas.openxmlformats.org/officeDocument/2006/relationships/tags" Target="../tags/tag369.xml"/><Relationship Id="rId7" Type="http://schemas.openxmlformats.org/officeDocument/2006/relationships/slideMaster" Target="../slideMasters/slideMaster5.xml"/><Relationship Id="rId2" Type="http://schemas.openxmlformats.org/officeDocument/2006/relationships/tags" Target="../tags/tag368.xml"/><Relationship Id="rId1" Type="http://schemas.openxmlformats.org/officeDocument/2006/relationships/tags" Target="../tags/tag367.xml"/><Relationship Id="rId6" Type="http://schemas.openxmlformats.org/officeDocument/2006/relationships/tags" Target="../tags/tag372.xml"/><Relationship Id="rId5" Type="http://schemas.openxmlformats.org/officeDocument/2006/relationships/tags" Target="../tags/tag371.xml"/><Relationship Id="rId4" Type="http://schemas.openxmlformats.org/officeDocument/2006/relationships/tags" Target="../tags/tag370.xml"/><Relationship Id="rId9" Type="http://schemas.openxmlformats.org/officeDocument/2006/relationships/image" Target="../media/image7.emf"/></Relationships>
</file>

<file path=ppt/slideLayouts/_rels/slideLayout66.xml.rels><?xml version="1.0" encoding="UTF-8" standalone="yes"?>
<Relationships xmlns="http://schemas.openxmlformats.org/package/2006/relationships"><Relationship Id="rId8" Type="http://schemas.openxmlformats.org/officeDocument/2006/relationships/oleObject" Target="../embeddings/oleObject47.bin"/><Relationship Id="rId3" Type="http://schemas.openxmlformats.org/officeDocument/2006/relationships/tags" Target="../tags/tag375.xml"/><Relationship Id="rId7" Type="http://schemas.openxmlformats.org/officeDocument/2006/relationships/slideMaster" Target="../slideMasters/slideMaster5.xml"/><Relationship Id="rId2" Type="http://schemas.openxmlformats.org/officeDocument/2006/relationships/tags" Target="../tags/tag374.xml"/><Relationship Id="rId1" Type="http://schemas.openxmlformats.org/officeDocument/2006/relationships/tags" Target="../tags/tag373.xml"/><Relationship Id="rId6" Type="http://schemas.openxmlformats.org/officeDocument/2006/relationships/tags" Target="../tags/tag378.xml"/><Relationship Id="rId5" Type="http://schemas.openxmlformats.org/officeDocument/2006/relationships/tags" Target="../tags/tag377.xml"/><Relationship Id="rId4" Type="http://schemas.openxmlformats.org/officeDocument/2006/relationships/tags" Target="../tags/tag376.xml"/><Relationship Id="rId9" Type="http://schemas.openxmlformats.org/officeDocument/2006/relationships/image" Target="../media/image7.emf"/></Relationships>
</file>

<file path=ppt/slideLayouts/_rels/slideLayout67.xml.rels><?xml version="1.0" encoding="UTF-8" standalone="yes"?>
<Relationships xmlns="http://schemas.openxmlformats.org/package/2006/relationships"><Relationship Id="rId8" Type="http://schemas.openxmlformats.org/officeDocument/2006/relationships/slideMaster" Target="../slideMasters/slideMaster5.xml"/><Relationship Id="rId3" Type="http://schemas.openxmlformats.org/officeDocument/2006/relationships/tags" Target="../tags/tag381.xml"/><Relationship Id="rId7" Type="http://schemas.openxmlformats.org/officeDocument/2006/relationships/tags" Target="../tags/tag385.xml"/><Relationship Id="rId2" Type="http://schemas.openxmlformats.org/officeDocument/2006/relationships/tags" Target="../tags/tag380.xml"/><Relationship Id="rId1" Type="http://schemas.openxmlformats.org/officeDocument/2006/relationships/tags" Target="../tags/tag379.xml"/><Relationship Id="rId6" Type="http://schemas.openxmlformats.org/officeDocument/2006/relationships/tags" Target="../tags/tag384.xml"/><Relationship Id="rId5" Type="http://schemas.openxmlformats.org/officeDocument/2006/relationships/tags" Target="../tags/tag383.xml"/><Relationship Id="rId10" Type="http://schemas.openxmlformats.org/officeDocument/2006/relationships/image" Target="../media/image7.emf"/><Relationship Id="rId4" Type="http://schemas.openxmlformats.org/officeDocument/2006/relationships/tags" Target="../tags/tag382.xml"/><Relationship Id="rId9" Type="http://schemas.openxmlformats.org/officeDocument/2006/relationships/oleObject" Target="../embeddings/oleObject48.bin"/></Relationships>
</file>

<file path=ppt/slideLayouts/_rels/slideLayout68.xml.rels><?xml version="1.0" encoding="UTF-8" standalone="yes"?>
<Relationships xmlns="http://schemas.openxmlformats.org/package/2006/relationships"><Relationship Id="rId8" Type="http://schemas.openxmlformats.org/officeDocument/2006/relationships/tags" Target="../tags/tag393.xml"/><Relationship Id="rId3" Type="http://schemas.openxmlformats.org/officeDocument/2006/relationships/tags" Target="../tags/tag388.xml"/><Relationship Id="rId7" Type="http://schemas.openxmlformats.org/officeDocument/2006/relationships/tags" Target="../tags/tag392.xml"/><Relationship Id="rId2" Type="http://schemas.openxmlformats.org/officeDocument/2006/relationships/tags" Target="../tags/tag387.xml"/><Relationship Id="rId1" Type="http://schemas.openxmlformats.org/officeDocument/2006/relationships/tags" Target="../tags/tag386.xml"/><Relationship Id="rId6" Type="http://schemas.openxmlformats.org/officeDocument/2006/relationships/tags" Target="../tags/tag391.xml"/><Relationship Id="rId11" Type="http://schemas.openxmlformats.org/officeDocument/2006/relationships/image" Target="../media/image6.emf"/><Relationship Id="rId5" Type="http://schemas.openxmlformats.org/officeDocument/2006/relationships/tags" Target="../tags/tag390.xml"/><Relationship Id="rId10" Type="http://schemas.openxmlformats.org/officeDocument/2006/relationships/oleObject" Target="../embeddings/oleObject49.bin"/><Relationship Id="rId4" Type="http://schemas.openxmlformats.org/officeDocument/2006/relationships/tags" Target="../tags/tag389.xml"/><Relationship Id="rId9"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8" Type="http://schemas.openxmlformats.org/officeDocument/2006/relationships/tags" Target="../tags/tag401.xml"/><Relationship Id="rId3" Type="http://schemas.openxmlformats.org/officeDocument/2006/relationships/tags" Target="../tags/tag396.xml"/><Relationship Id="rId7" Type="http://schemas.openxmlformats.org/officeDocument/2006/relationships/tags" Target="../tags/tag400.xml"/><Relationship Id="rId2" Type="http://schemas.openxmlformats.org/officeDocument/2006/relationships/tags" Target="../tags/tag395.xml"/><Relationship Id="rId1" Type="http://schemas.openxmlformats.org/officeDocument/2006/relationships/tags" Target="../tags/tag394.xml"/><Relationship Id="rId6" Type="http://schemas.openxmlformats.org/officeDocument/2006/relationships/tags" Target="../tags/tag399.xml"/><Relationship Id="rId11" Type="http://schemas.openxmlformats.org/officeDocument/2006/relationships/image" Target="../media/image6.emf"/><Relationship Id="rId5" Type="http://schemas.openxmlformats.org/officeDocument/2006/relationships/tags" Target="../tags/tag398.xml"/><Relationship Id="rId10" Type="http://schemas.openxmlformats.org/officeDocument/2006/relationships/oleObject" Target="../embeddings/oleObject50.bin"/><Relationship Id="rId4" Type="http://schemas.openxmlformats.org/officeDocument/2006/relationships/tags" Target="../tags/tag397.xml"/><Relationship Id="rId9"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8" Type="http://schemas.openxmlformats.org/officeDocument/2006/relationships/tags" Target="../tags/tag409.xml"/><Relationship Id="rId3" Type="http://schemas.openxmlformats.org/officeDocument/2006/relationships/tags" Target="../tags/tag404.xml"/><Relationship Id="rId7" Type="http://schemas.openxmlformats.org/officeDocument/2006/relationships/tags" Target="../tags/tag408.xml"/><Relationship Id="rId2" Type="http://schemas.openxmlformats.org/officeDocument/2006/relationships/tags" Target="../tags/tag403.xml"/><Relationship Id="rId1" Type="http://schemas.openxmlformats.org/officeDocument/2006/relationships/tags" Target="../tags/tag402.xml"/><Relationship Id="rId6" Type="http://schemas.openxmlformats.org/officeDocument/2006/relationships/tags" Target="../tags/tag407.xml"/><Relationship Id="rId11" Type="http://schemas.openxmlformats.org/officeDocument/2006/relationships/image" Target="../media/image6.emf"/><Relationship Id="rId5" Type="http://schemas.openxmlformats.org/officeDocument/2006/relationships/tags" Target="../tags/tag406.xml"/><Relationship Id="rId10" Type="http://schemas.openxmlformats.org/officeDocument/2006/relationships/oleObject" Target="../embeddings/oleObject51.bin"/><Relationship Id="rId4" Type="http://schemas.openxmlformats.org/officeDocument/2006/relationships/tags" Target="../tags/tag405.xml"/><Relationship Id="rId9"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8" Type="http://schemas.openxmlformats.org/officeDocument/2006/relationships/tags" Target="../tags/tag417.xml"/><Relationship Id="rId3" Type="http://schemas.openxmlformats.org/officeDocument/2006/relationships/tags" Target="../tags/tag412.xml"/><Relationship Id="rId7" Type="http://schemas.openxmlformats.org/officeDocument/2006/relationships/tags" Target="../tags/tag416.xml"/><Relationship Id="rId2" Type="http://schemas.openxmlformats.org/officeDocument/2006/relationships/tags" Target="../tags/tag411.xml"/><Relationship Id="rId1" Type="http://schemas.openxmlformats.org/officeDocument/2006/relationships/tags" Target="../tags/tag410.xml"/><Relationship Id="rId6" Type="http://schemas.openxmlformats.org/officeDocument/2006/relationships/tags" Target="../tags/tag415.xml"/><Relationship Id="rId11" Type="http://schemas.openxmlformats.org/officeDocument/2006/relationships/image" Target="../media/image8.emf"/><Relationship Id="rId5" Type="http://schemas.openxmlformats.org/officeDocument/2006/relationships/tags" Target="../tags/tag414.xml"/><Relationship Id="rId10" Type="http://schemas.openxmlformats.org/officeDocument/2006/relationships/oleObject" Target="../embeddings/oleObject52.bin"/><Relationship Id="rId4" Type="http://schemas.openxmlformats.org/officeDocument/2006/relationships/tags" Target="../tags/tag413.xml"/><Relationship Id="rId9"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8" Type="http://schemas.openxmlformats.org/officeDocument/2006/relationships/tags" Target="../tags/tag425.xml"/><Relationship Id="rId3" Type="http://schemas.openxmlformats.org/officeDocument/2006/relationships/tags" Target="../tags/tag420.xml"/><Relationship Id="rId7" Type="http://schemas.openxmlformats.org/officeDocument/2006/relationships/tags" Target="../tags/tag424.xml"/><Relationship Id="rId2" Type="http://schemas.openxmlformats.org/officeDocument/2006/relationships/tags" Target="../tags/tag419.xml"/><Relationship Id="rId1" Type="http://schemas.openxmlformats.org/officeDocument/2006/relationships/tags" Target="../tags/tag418.xml"/><Relationship Id="rId6" Type="http://schemas.openxmlformats.org/officeDocument/2006/relationships/tags" Target="../tags/tag423.xml"/><Relationship Id="rId11" Type="http://schemas.openxmlformats.org/officeDocument/2006/relationships/image" Target="../media/image6.emf"/><Relationship Id="rId5" Type="http://schemas.openxmlformats.org/officeDocument/2006/relationships/tags" Target="../tags/tag422.xml"/><Relationship Id="rId10" Type="http://schemas.openxmlformats.org/officeDocument/2006/relationships/oleObject" Target="../embeddings/oleObject53.bin"/><Relationship Id="rId4" Type="http://schemas.openxmlformats.org/officeDocument/2006/relationships/tags" Target="../tags/tag421.xml"/><Relationship Id="rId9"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8" Type="http://schemas.openxmlformats.org/officeDocument/2006/relationships/oleObject" Target="../embeddings/oleObject54.bin"/><Relationship Id="rId3" Type="http://schemas.openxmlformats.org/officeDocument/2006/relationships/tags" Target="../tags/tag428.xml"/><Relationship Id="rId7" Type="http://schemas.openxmlformats.org/officeDocument/2006/relationships/slideMaster" Target="../slideMasters/slideMaster5.xml"/><Relationship Id="rId2" Type="http://schemas.openxmlformats.org/officeDocument/2006/relationships/tags" Target="../tags/tag427.xml"/><Relationship Id="rId1" Type="http://schemas.openxmlformats.org/officeDocument/2006/relationships/tags" Target="../tags/tag426.xml"/><Relationship Id="rId6" Type="http://schemas.openxmlformats.org/officeDocument/2006/relationships/tags" Target="../tags/tag431.xml"/><Relationship Id="rId5" Type="http://schemas.openxmlformats.org/officeDocument/2006/relationships/tags" Target="../tags/tag430.xml"/><Relationship Id="rId4" Type="http://schemas.openxmlformats.org/officeDocument/2006/relationships/tags" Target="../tags/tag429.xml"/><Relationship Id="rId9" Type="http://schemas.openxmlformats.org/officeDocument/2006/relationships/image" Target="../media/image7.emf"/></Relationships>
</file>

<file path=ppt/slideLayouts/_rels/slideLayout74.xml.rels><?xml version="1.0" encoding="UTF-8" standalone="yes"?>
<Relationships xmlns="http://schemas.openxmlformats.org/package/2006/relationships"><Relationship Id="rId3" Type="http://schemas.openxmlformats.org/officeDocument/2006/relationships/tags" Target="../tags/tag434.xml"/><Relationship Id="rId7" Type="http://schemas.openxmlformats.org/officeDocument/2006/relationships/image" Target="../media/image7.emf"/><Relationship Id="rId2" Type="http://schemas.openxmlformats.org/officeDocument/2006/relationships/tags" Target="../tags/tag433.xml"/><Relationship Id="rId1" Type="http://schemas.openxmlformats.org/officeDocument/2006/relationships/tags" Target="../tags/tag432.xml"/><Relationship Id="rId6" Type="http://schemas.openxmlformats.org/officeDocument/2006/relationships/oleObject" Target="../embeddings/oleObject55.bin"/><Relationship Id="rId5" Type="http://schemas.openxmlformats.org/officeDocument/2006/relationships/slideMaster" Target="../slideMasters/slideMaster5.xml"/><Relationship Id="rId4" Type="http://schemas.openxmlformats.org/officeDocument/2006/relationships/tags" Target="../tags/tag435.xml"/></Relationships>
</file>

<file path=ppt/slideLayouts/_rels/slideLayout75.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437.xml"/><Relationship Id="rId1" Type="http://schemas.openxmlformats.org/officeDocument/2006/relationships/tags" Target="../tags/tag436.xml"/><Relationship Id="rId5" Type="http://schemas.openxmlformats.org/officeDocument/2006/relationships/image" Target="../media/image7.emf"/><Relationship Id="rId4" Type="http://schemas.openxmlformats.org/officeDocument/2006/relationships/oleObject" Target="../embeddings/oleObject56.bin"/></Relationships>
</file>

<file path=ppt/slideLayouts/_rels/slideLayout76.xml.rels><?xml version="1.0" encoding="UTF-8" standalone="yes"?>
<Relationships xmlns="http://schemas.openxmlformats.org/package/2006/relationships"><Relationship Id="rId8" Type="http://schemas.openxmlformats.org/officeDocument/2006/relationships/slideMaster" Target="../slideMasters/slideMaster5.xml"/><Relationship Id="rId3" Type="http://schemas.openxmlformats.org/officeDocument/2006/relationships/tags" Target="../tags/tag440.xml"/><Relationship Id="rId7" Type="http://schemas.openxmlformats.org/officeDocument/2006/relationships/tags" Target="../tags/tag444.xml"/><Relationship Id="rId2" Type="http://schemas.openxmlformats.org/officeDocument/2006/relationships/tags" Target="../tags/tag439.xml"/><Relationship Id="rId1" Type="http://schemas.openxmlformats.org/officeDocument/2006/relationships/tags" Target="../tags/tag438.xml"/><Relationship Id="rId6" Type="http://schemas.openxmlformats.org/officeDocument/2006/relationships/tags" Target="../tags/tag443.xml"/><Relationship Id="rId5" Type="http://schemas.openxmlformats.org/officeDocument/2006/relationships/tags" Target="../tags/tag442.xml"/><Relationship Id="rId10" Type="http://schemas.openxmlformats.org/officeDocument/2006/relationships/image" Target="../media/image6.emf"/><Relationship Id="rId4" Type="http://schemas.openxmlformats.org/officeDocument/2006/relationships/tags" Target="../tags/tag441.xml"/><Relationship Id="rId9" Type="http://schemas.openxmlformats.org/officeDocument/2006/relationships/oleObject" Target="../embeddings/oleObject57.bin"/></Relationships>
</file>

<file path=ppt/slideLayouts/_rels/slideLayout77.xml.rels><?xml version="1.0" encoding="UTF-8" standalone="yes"?>
<Relationships xmlns="http://schemas.openxmlformats.org/package/2006/relationships"><Relationship Id="rId8" Type="http://schemas.openxmlformats.org/officeDocument/2006/relationships/slideMaster" Target="../slideMasters/slideMaster5.xml"/><Relationship Id="rId3" Type="http://schemas.openxmlformats.org/officeDocument/2006/relationships/tags" Target="../tags/tag447.xml"/><Relationship Id="rId7" Type="http://schemas.openxmlformats.org/officeDocument/2006/relationships/tags" Target="../tags/tag451.xml"/><Relationship Id="rId2" Type="http://schemas.openxmlformats.org/officeDocument/2006/relationships/tags" Target="../tags/tag446.xml"/><Relationship Id="rId1" Type="http://schemas.openxmlformats.org/officeDocument/2006/relationships/tags" Target="../tags/tag445.xml"/><Relationship Id="rId6" Type="http://schemas.openxmlformats.org/officeDocument/2006/relationships/tags" Target="../tags/tag450.xml"/><Relationship Id="rId5" Type="http://schemas.openxmlformats.org/officeDocument/2006/relationships/tags" Target="../tags/tag449.xml"/><Relationship Id="rId10" Type="http://schemas.openxmlformats.org/officeDocument/2006/relationships/image" Target="../media/image6.emf"/><Relationship Id="rId4" Type="http://schemas.openxmlformats.org/officeDocument/2006/relationships/tags" Target="../tags/tag448.xml"/><Relationship Id="rId9" Type="http://schemas.openxmlformats.org/officeDocument/2006/relationships/oleObject" Target="../embeddings/oleObject58.bin"/></Relationships>
</file>

<file path=ppt/slideLayouts/_rels/slideLayout78.xml.rels><?xml version="1.0" encoding="UTF-8" standalone="yes"?>
<Relationships xmlns="http://schemas.openxmlformats.org/package/2006/relationships"><Relationship Id="rId8" Type="http://schemas.openxmlformats.org/officeDocument/2006/relationships/tags" Target="../tags/tag459.xml"/><Relationship Id="rId3" Type="http://schemas.openxmlformats.org/officeDocument/2006/relationships/tags" Target="../tags/tag454.xml"/><Relationship Id="rId7" Type="http://schemas.openxmlformats.org/officeDocument/2006/relationships/tags" Target="../tags/tag458.xml"/><Relationship Id="rId2" Type="http://schemas.openxmlformats.org/officeDocument/2006/relationships/tags" Target="../tags/tag453.xml"/><Relationship Id="rId1" Type="http://schemas.openxmlformats.org/officeDocument/2006/relationships/tags" Target="../tags/tag452.xml"/><Relationship Id="rId6" Type="http://schemas.openxmlformats.org/officeDocument/2006/relationships/tags" Target="../tags/tag457.xml"/><Relationship Id="rId11" Type="http://schemas.openxmlformats.org/officeDocument/2006/relationships/image" Target="../media/image15.emf"/><Relationship Id="rId5" Type="http://schemas.openxmlformats.org/officeDocument/2006/relationships/tags" Target="../tags/tag456.xml"/><Relationship Id="rId10" Type="http://schemas.openxmlformats.org/officeDocument/2006/relationships/oleObject" Target="../embeddings/oleObject59.bin"/><Relationship Id="rId4" Type="http://schemas.openxmlformats.org/officeDocument/2006/relationships/tags" Target="../tags/tag455.xml"/><Relationship Id="rId9"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8" Type="http://schemas.openxmlformats.org/officeDocument/2006/relationships/tags" Target="../tags/tag467.xml"/><Relationship Id="rId3" Type="http://schemas.openxmlformats.org/officeDocument/2006/relationships/tags" Target="../tags/tag462.xml"/><Relationship Id="rId7" Type="http://schemas.openxmlformats.org/officeDocument/2006/relationships/tags" Target="../tags/tag466.xml"/><Relationship Id="rId12" Type="http://schemas.openxmlformats.org/officeDocument/2006/relationships/image" Target="../media/image6.emf"/><Relationship Id="rId2" Type="http://schemas.openxmlformats.org/officeDocument/2006/relationships/tags" Target="../tags/tag461.xml"/><Relationship Id="rId1" Type="http://schemas.openxmlformats.org/officeDocument/2006/relationships/tags" Target="../tags/tag460.xml"/><Relationship Id="rId6" Type="http://schemas.openxmlformats.org/officeDocument/2006/relationships/tags" Target="../tags/tag465.xml"/><Relationship Id="rId11" Type="http://schemas.openxmlformats.org/officeDocument/2006/relationships/oleObject" Target="../embeddings/oleObject60.bin"/><Relationship Id="rId5" Type="http://schemas.openxmlformats.org/officeDocument/2006/relationships/tags" Target="../tags/tag464.xml"/><Relationship Id="rId10" Type="http://schemas.openxmlformats.org/officeDocument/2006/relationships/slideMaster" Target="../slideMasters/slideMaster5.xml"/><Relationship Id="rId4" Type="http://schemas.openxmlformats.org/officeDocument/2006/relationships/tags" Target="../tags/tag463.xml"/><Relationship Id="rId9" Type="http://schemas.openxmlformats.org/officeDocument/2006/relationships/tags" Target="../tags/tag46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tags" Target="../tags/tag502.xml"/><Relationship Id="rId7" Type="http://schemas.openxmlformats.org/officeDocument/2006/relationships/oleObject" Target="../embeddings/oleObject62.bin"/><Relationship Id="rId2" Type="http://schemas.openxmlformats.org/officeDocument/2006/relationships/tags" Target="../tags/tag501.xml"/><Relationship Id="rId1" Type="http://schemas.openxmlformats.org/officeDocument/2006/relationships/tags" Target="../tags/tag500.xml"/><Relationship Id="rId6" Type="http://schemas.openxmlformats.org/officeDocument/2006/relationships/slideMaster" Target="../slideMasters/slideMaster6.xml"/><Relationship Id="rId5" Type="http://schemas.openxmlformats.org/officeDocument/2006/relationships/tags" Target="../tags/tag504.xml"/><Relationship Id="rId4" Type="http://schemas.openxmlformats.org/officeDocument/2006/relationships/tags" Target="../tags/tag503.xml"/></Relationships>
</file>

<file path=ppt/slideLayouts/_rels/slideLayout82.xml.rels><?xml version="1.0" encoding="UTF-8" standalone="yes"?>
<Relationships xmlns="http://schemas.openxmlformats.org/package/2006/relationships"><Relationship Id="rId8" Type="http://schemas.openxmlformats.org/officeDocument/2006/relationships/slideMaster" Target="../slideMasters/slideMaster6.xml"/><Relationship Id="rId3" Type="http://schemas.openxmlformats.org/officeDocument/2006/relationships/tags" Target="../tags/tag507.xml"/><Relationship Id="rId7" Type="http://schemas.openxmlformats.org/officeDocument/2006/relationships/tags" Target="../tags/tag511.xml"/><Relationship Id="rId2" Type="http://schemas.openxmlformats.org/officeDocument/2006/relationships/tags" Target="../tags/tag506.xml"/><Relationship Id="rId1" Type="http://schemas.openxmlformats.org/officeDocument/2006/relationships/tags" Target="../tags/tag505.xml"/><Relationship Id="rId6" Type="http://schemas.openxmlformats.org/officeDocument/2006/relationships/tags" Target="../tags/tag510.xml"/><Relationship Id="rId5" Type="http://schemas.openxmlformats.org/officeDocument/2006/relationships/tags" Target="../tags/tag509.xml"/><Relationship Id="rId10" Type="http://schemas.openxmlformats.org/officeDocument/2006/relationships/image" Target="../media/image6.emf"/><Relationship Id="rId4" Type="http://schemas.openxmlformats.org/officeDocument/2006/relationships/tags" Target="../tags/tag508.xml"/><Relationship Id="rId9" Type="http://schemas.openxmlformats.org/officeDocument/2006/relationships/oleObject" Target="../embeddings/oleObject63.bin"/></Relationships>
</file>

<file path=ppt/slideLayouts/_rels/slideLayout83.xml.rels><?xml version="1.0" encoding="UTF-8" standalone="yes"?>
<Relationships xmlns="http://schemas.openxmlformats.org/package/2006/relationships"><Relationship Id="rId8" Type="http://schemas.openxmlformats.org/officeDocument/2006/relationships/oleObject" Target="../embeddings/oleObject64.bin"/><Relationship Id="rId3" Type="http://schemas.openxmlformats.org/officeDocument/2006/relationships/tags" Target="../tags/tag514.xml"/><Relationship Id="rId7" Type="http://schemas.openxmlformats.org/officeDocument/2006/relationships/slideMaster" Target="../slideMasters/slideMaster6.xml"/><Relationship Id="rId2" Type="http://schemas.openxmlformats.org/officeDocument/2006/relationships/tags" Target="../tags/tag513.xml"/><Relationship Id="rId1" Type="http://schemas.openxmlformats.org/officeDocument/2006/relationships/tags" Target="../tags/tag512.xml"/><Relationship Id="rId6" Type="http://schemas.openxmlformats.org/officeDocument/2006/relationships/tags" Target="../tags/tag517.xml"/><Relationship Id="rId5" Type="http://schemas.openxmlformats.org/officeDocument/2006/relationships/tags" Target="../tags/tag516.xml"/><Relationship Id="rId4" Type="http://schemas.openxmlformats.org/officeDocument/2006/relationships/tags" Target="../tags/tag515.xml"/><Relationship Id="rId9" Type="http://schemas.openxmlformats.org/officeDocument/2006/relationships/image" Target="../media/image7.emf"/></Relationships>
</file>

<file path=ppt/slideLayouts/_rels/slideLayout84.xml.rels><?xml version="1.0" encoding="UTF-8" standalone="yes"?>
<Relationships xmlns="http://schemas.openxmlformats.org/package/2006/relationships"><Relationship Id="rId8" Type="http://schemas.openxmlformats.org/officeDocument/2006/relationships/oleObject" Target="../embeddings/oleObject65.bin"/><Relationship Id="rId3" Type="http://schemas.openxmlformats.org/officeDocument/2006/relationships/tags" Target="../tags/tag520.xml"/><Relationship Id="rId7" Type="http://schemas.openxmlformats.org/officeDocument/2006/relationships/slideMaster" Target="../slideMasters/slideMaster6.xml"/><Relationship Id="rId2" Type="http://schemas.openxmlformats.org/officeDocument/2006/relationships/tags" Target="../tags/tag519.xml"/><Relationship Id="rId1" Type="http://schemas.openxmlformats.org/officeDocument/2006/relationships/tags" Target="../tags/tag518.xml"/><Relationship Id="rId6" Type="http://schemas.openxmlformats.org/officeDocument/2006/relationships/tags" Target="../tags/tag523.xml"/><Relationship Id="rId5" Type="http://schemas.openxmlformats.org/officeDocument/2006/relationships/tags" Target="../tags/tag522.xml"/><Relationship Id="rId4" Type="http://schemas.openxmlformats.org/officeDocument/2006/relationships/tags" Target="../tags/tag521.xml"/><Relationship Id="rId9" Type="http://schemas.openxmlformats.org/officeDocument/2006/relationships/image" Target="../media/image7.emf"/></Relationships>
</file>

<file path=ppt/slideLayouts/_rels/slideLayout85.xml.rels><?xml version="1.0" encoding="UTF-8" standalone="yes"?>
<Relationships xmlns="http://schemas.openxmlformats.org/package/2006/relationships"><Relationship Id="rId8" Type="http://schemas.openxmlformats.org/officeDocument/2006/relationships/oleObject" Target="../embeddings/oleObject66.bin"/><Relationship Id="rId3" Type="http://schemas.openxmlformats.org/officeDocument/2006/relationships/tags" Target="../tags/tag526.xml"/><Relationship Id="rId7" Type="http://schemas.openxmlformats.org/officeDocument/2006/relationships/slideMaster" Target="../slideMasters/slideMaster6.xml"/><Relationship Id="rId2" Type="http://schemas.openxmlformats.org/officeDocument/2006/relationships/tags" Target="../tags/tag525.xml"/><Relationship Id="rId1" Type="http://schemas.openxmlformats.org/officeDocument/2006/relationships/tags" Target="../tags/tag524.xml"/><Relationship Id="rId6" Type="http://schemas.openxmlformats.org/officeDocument/2006/relationships/tags" Target="../tags/tag529.xml"/><Relationship Id="rId5" Type="http://schemas.openxmlformats.org/officeDocument/2006/relationships/tags" Target="../tags/tag528.xml"/><Relationship Id="rId4" Type="http://schemas.openxmlformats.org/officeDocument/2006/relationships/tags" Target="../tags/tag527.xml"/><Relationship Id="rId9" Type="http://schemas.openxmlformats.org/officeDocument/2006/relationships/image" Target="../media/image7.emf"/></Relationships>
</file>

<file path=ppt/slideLayouts/_rels/slideLayout86.xml.rels><?xml version="1.0" encoding="UTF-8" standalone="yes"?>
<Relationships xmlns="http://schemas.openxmlformats.org/package/2006/relationships"><Relationship Id="rId8" Type="http://schemas.openxmlformats.org/officeDocument/2006/relationships/slideMaster" Target="../slideMasters/slideMaster6.xml"/><Relationship Id="rId3" Type="http://schemas.openxmlformats.org/officeDocument/2006/relationships/tags" Target="../tags/tag532.xml"/><Relationship Id="rId7" Type="http://schemas.openxmlformats.org/officeDocument/2006/relationships/tags" Target="../tags/tag536.xml"/><Relationship Id="rId2" Type="http://schemas.openxmlformats.org/officeDocument/2006/relationships/tags" Target="../tags/tag531.xml"/><Relationship Id="rId1" Type="http://schemas.openxmlformats.org/officeDocument/2006/relationships/tags" Target="../tags/tag530.xml"/><Relationship Id="rId6" Type="http://schemas.openxmlformats.org/officeDocument/2006/relationships/tags" Target="../tags/tag535.xml"/><Relationship Id="rId5" Type="http://schemas.openxmlformats.org/officeDocument/2006/relationships/tags" Target="../tags/tag534.xml"/><Relationship Id="rId10" Type="http://schemas.openxmlformats.org/officeDocument/2006/relationships/image" Target="../media/image7.emf"/><Relationship Id="rId4" Type="http://schemas.openxmlformats.org/officeDocument/2006/relationships/tags" Target="../tags/tag533.xml"/><Relationship Id="rId9" Type="http://schemas.openxmlformats.org/officeDocument/2006/relationships/oleObject" Target="../embeddings/oleObject67.bin"/></Relationships>
</file>

<file path=ppt/slideLayouts/_rels/slideLayout87.xml.rels><?xml version="1.0" encoding="UTF-8" standalone="yes"?>
<Relationships xmlns="http://schemas.openxmlformats.org/package/2006/relationships"><Relationship Id="rId8" Type="http://schemas.openxmlformats.org/officeDocument/2006/relationships/tags" Target="../tags/tag544.xml"/><Relationship Id="rId3" Type="http://schemas.openxmlformats.org/officeDocument/2006/relationships/tags" Target="../tags/tag539.xml"/><Relationship Id="rId7" Type="http://schemas.openxmlformats.org/officeDocument/2006/relationships/tags" Target="../tags/tag543.xml"/><Relationship Id="rId2" Type="http://schemas.openxmlformats.org/officeDocument/2006/relationships/tags" Target="../tags/tag538.xml"/><Relationship Id="rId1" Type="http://schemas.openxmlformats.org/officeDocument/2006/relationships/tags" Target="../tags/tag537.xml"/><Relationship Id="rId6" Type="http://schemas.openxmlformats.org/officeDocument/2006/relationships/tags" Target="../tags/tag542.xml"/><Relationship Id="rId11" Type="http://schemas.openxmlformats.org/officeDocument/2006/relationships/image" Target="../media/image6.emf"/><Relationship Id="rId5" Type="http://schemas.openxmlformats.org/officeDocument/2006/relationships/tags" Target="../tags/tag541.xml"/><Relationship Id="rId10" Type="http://schemas.openxmlformats.org/officeDocument/2006/relationships/oleObject" Target="../embeddings/oleObject68.bin"/><Relationship Id="rId4" Type="http://schemas.openxmlformats.org/officeDocument/2006/relationships/tags" Target="../tags/tag540.xml"/><Relationship Id="rId9"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8" Type="http://schemas.openxmlformats.org/officeDocument/2006/relationships/tags" Target="../tags/tag552.xml"/><Relationship Id="rId3" Type="http://schemas.openxmlformats.org/officeDocument/2006/relationships/tags" Target="../tags/tag547.xml"/><Relationship Id="rId7" Type="http://schemas.openxmlformats.org/officeDocument/2006/relationships/tags" Target="../tags/tag551.xml"/><Relationship Id="rId2" Type="http://schemas.openxmlformats.org/officeDocument/2006/relationships/tags" Target="../tags/tag546.xml"/><Relationship Id="rId1" Type="http://schemas.openxmlformats.org/officeDocument/2006/relationships/tags" Target="../tags/tag545.xml"/><Relationship Id="rId6" Type="http://schemas.openxmlformats.org/officeDocument/2006/relationships/tags" Target="../tags/tag550.xml"/><Relationship Id="rId11" Type="http://schemas.openxmlformats.org/officeDocument/2006/relationships/image" Target="../media/image6.emf"/><Relationship Id="rId5" Type="http://schemas.openxmlformats.org/officeDocument/2006/relationships/tags" Target="../tags/tag549.xml"/><Relationship Id="rId10" Type="http://schemas.openxmlformats.org/officeDocument/2006/relationships/oleObject" Target="../embeddings/oleObject69.bin"/><Relationship Id="rId4" Type="http://schemas.openxmlformats.org/officeDocument/2006/relationships/tags" Target="../tags/tag548.xml"/><Relationship Id="rId9"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8" Type="http://schemas.openxmlformats.org/officeDocument/2006/relationships/tags" Target="../tags/tag560.xml"/><Relationship Id="rId3" Type="http://schemas.openxmlformats.org/officeDocument/2006/relationships/tags" Target="../tags/tag555.xml"/><Relationship Id="rId7" Type="http://schemas.openxmlformats.org/officeDocument/2006/relationships/tags" Target="../tags/tag559.xml"/><Relationship Id="rId2" Type="http://schemas.openxmlformats.org/officeDocument/2006/relationships/tags" Target="../tags/tag554.xml"/><Relationship Id="rId1" Type="http://schemas.openxmlformats.org/officeDocument/2006/relationships/tags" Target="../tags/tag553.xml"/><Relationship Id="rId6" Type="http://schemas.openxmlformats.org/officeDocument/2006/relationships/tags" Target="../tags/tag558.xml"/><Relationship Id="rId11" Type="http://schemas.openxmlformats.org/officeDocument/2006/relationships/image" Target="../media/image6.emf"/><Relationship Id="rId5" Type="http://schemas.openxmlformats.org/officeDocument/2006/relationships/tags" Target="../tags/tag557.xml"/><Relationship Id="rId10" Type="http://schemas.openxmlformats.org/officeDocument/2006/relationships/oleObject" Target="../embeddings/oleObject70.bin"/><Relationship Id="rId4" Type="http://schemas.openxmlformats.org/officeDocument/2006/relationships/tags" Target="../tags/tag556.xml"/><Relationship Id="rId9"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8" Type="http://schemas.openxmlformats.org/officeDocument/2006/relationships/tags" Target="../tags/tag568.xml"/><Relationship Id="rId3" Type="http://schemas.openxmlformats.org/officeDocument/2006/relationships/tags" Target="../tags/tag563.xml"/><Relationship Id="rId7" Type="http://schemas.openxmlformats.org/officeDocument/2006/relationships/tags" Target="../tags/tag567.xml"/><Relationship Id="rId2" Type="http://schemas.openxmlformats.org/officeDocument/2006/relationships/tags" Target="../tags/tag562.xml"/><Relationship Id="rId1" Type="http://schemas.openxmlformats.org/officeDocument/2006/relationships/tags" Target="../tags/tag561.xml"/><Relationship Id="rId6" Type="http://schemas.openxmlformats.org/officeDocument/2006/relationships/tags" Target="../tags/tag566.xml"/><Relationship Id="rId11" Type="http://schemas.openxmlformats.org/officeDocument/2006/relationships/image" Target="../media/image8.emf"/><Relationship Id="rId5" Type="http://schemas.openxmlformats.org/officeDocument/2006/relationships/tags" Target="../tags/tag565.xml"/><Relationship Id="rId10" Type="http://schemas.openxmlformats.org/officeDocument/2006/relationships/oleObject" Target="../embeddings/oleObject71.bin"/><Relationship Id="rId4" Type="http://schemas.openxmlformats.org/officeDocument/2006/relationships/tags" Target="../tags/tag564.xml"/><Relationship Id="rId9"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8" Type="http://schemas.openxmlformats.org/officeDocument/2006/relationships/tags" Target="../tags/tag576.xml"/><Relationship Id="rId3" Type="http://schemas.openxmlformats.org/officeDocument/2006/relationships/tags" Target="../tags/tag571.xml"/><Relationship Id="rId7" Type="http://schemas.openxmlformats.org/officeDocument/2006/relationships/tags" Target="../tags/tag575.xml"/><Relationship Id="rId2" Type="http://schemas.openxmlformats.org/officeDocument/2006/relationships/tags" Target="../tags/tag570.xml"/><Relationship Id="rId1" Type="http://schemas.openxmlformats.org/officeDocument/2006/relationships/tags" Target="../tags/tag569.xml"/><Relationship Id="rId6" Type="http://schemas.openxmlformats.org/officeDocument/2006/relationships/tags" Target="../tags/tag574.xml"/><Relationship Id="rId11" Type="http://schemas.openxmlformats.org/officeDocument/2006/relationships/image" Target="../media/image6.emf"/><Relationship Id="rId5" Type="http://schemas.openxmlformats.org/officeDocument/2006/relationships/tags" Target="../tags/tag573.xml"/><Relationship Id="rId10" Type="http://schemas.openxmlformats.org/officeDocument/2006/relationships/oleObject" Target="../embeddings/oleObject72.bin"/><Relationship Id="rId4" Type="http://schemas.openxmlformats.org/officeDocument/2006/relationships/tags" Target="../tags/tag572.xml"/><Relationship Id="rId9" Type="http://schemas.openxmlformats.org/officeDocument/2006/relationships/slideMaster" Target="../slideMasters/slideMaster6.xml"/></Relationships>
</file>

<file path=ppt/slideLayouts/_rels/slideLayout92.xml.rels><?xml version="1.0" encoding="UTF-8" standalone="yes"?>
<Relationships xmlns="http://schemas.openxmlformats.org/package/2006/relationships"><Relationship Id="rId8" Type="http://schemas.openxmlformats.org/officeDocument/2006/relationships/oleObject" Target="../embeddings/oleObject73.bin"/><Relationship Id="rId3" Type="http://schemas.openxmlformats.org/officeDocument/2006/relationships/tags" Target="../tags/tag579.xml"/><Relationship Id="rId7" Type="http://schemas.openxmlformats.org/officeDocument/2006/relationships/slideMaster" Target="../slideMasters/slideMaster6.xml"/><Relationship Id="rId2" Type="http://schemas.openxmlformats.org/officeDocument/2006/relationships/tags" Target="../tags/tag578.xml"/><Relationship Id="rId1" Type="http://schemas.openxmlformats.org/officeDocument/2006/relationships/tags" Target="../tags/tag577.xml"/><Relationship Id="rId6" Type="http://schemas.openxmlformats.org/officeDocument/2006/relationships/tags" Target="../tags/tag582.xml"/><Relationship Id="rId5" Type="http://schemas.openxmlformats.org/officeDocument/2006/relationships/tags" Target="../tags/tag581.xml"/><Relationship Id="rId4" Type="http://schemas.openxmlformats.org/officeDocument/2006/relationships/tags" Target="../tags/tag580.xml"/><Relationship Id="rId9" Type="http://schemas.openxmlformats.org/officeDocument/2006/relationships/image" Target="../media/image7.emf"/></Relationships>
</file>

<file path=ppt/slideLayouts/_rels/slideLayout93.xml.rels><?xml version="1.0" encoding="UTF-8" standalone="yes"?>
<Relationships xmlns="http://schemas.openxmlformats.org/package/2006/relationships"><Relationship Id="rId3" Type="http://schemas.openxmlformats.org/officeDocument/2006/relationships/tags" Target="../tags/tag585.xml"/><Relationship Id="rId7" Type="http://schemas.openxmlformats.org/officeDocument/2006/relationships/image" Target="../media/image7.emf"/><Relationship Id="rId2" Type="http://schemas.openxmlformats.org/officeDocument/2006/relationships/tags" Target="../tags/tag584.xml"/><Relationship Id="rId1" Type="http://schemas.openxmlformats.org/officeDocument/2006/relationships/tags" Target="../tags/tag583.xml"/><Relationship Id="rId6" Type="http://schemas.openxmlformats.org/officeDocument/2006/relationships/oleObject" Target="../embeddings/oleObject74.bin"/><Relationship Id="rId5" Type="http://schemas.openxmlformats.org/officeDocument/2006/relationships/slideMaster" Target="../slideMasters/slideMaster6.xml"/><Relationship Id="rId4" Type="http://schemas.openxmlformats.org/officeDocument/2006/relationships/tags" Target="../tags/tag586.xml"/></Relationships>
</file>

<file path=ppt/slideLayouts/_rels/slideLayout94.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588.xml"/><Relationship Id="rId1" Type="http://schemas.openxmlformats.org/officeDocument/2006/relationships/tags" Target="../tags/tag587.xml"/><Relationship Id="rId5" Type="http://schemas.openxmlformats.org/officeDocument/2006/relationships/image" Target="../media/image7.emf"/><Relationship Id="rId4" Type="http://schemas.openxmlformats.org/officeDocument/2006/relationships/oleObject" Target="../embeddings/oleObject75.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DIA/AFSLUITING">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104BC9A4-C991-4F53-A0A7-889E630CFEAA}"/>
              </a:ext>
            </a:extLst>
          </p:cNvPr>
          <p:cNvSpPr/>
          <p:nvPr userDrawn="1"/>
        </p:nvSpPr>
        <p:spPr>
          <a:xfrm>
            <a:off x="-2" y="0"/>
            <a:ext cx="1219200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endParaRPr lang="nl-NL" sz="1600" noProof="0"/>
          </a:p>
        </p:txBody>
      </p:sp>
      <p:sp>
        <p:nvSpPr>
          <p:cNvPr id="8" name="Tijdelijke aanduiding voor afbeelding 16">
            <a:extLst>
              <a:ext uri="{FF2B5EF4-FFF2-40B4-BE49-F238E27FC236}">
                <a16:creationId xmlns:a16="http://schemas.microsoft.com/office/drawing/2014/main" id="{1AE1DD67-91EA-45BC-A069-9AC4D021582E}"/>
              </a:ext>
            </a:extLst>
          </p:cNvPr>
          <p:cNvSpPr>
            <a:spLocks noGrp="1"/>
          </p:cNvSpPr>
          <p:nvPr>
            <p:ph type="pic" sz="quarter" idx="13" hasCustomPrompt="1"/>
          </p:nvPr>
        </p:nvSpPr>
        <p:spPr>
          <a:xfrm>
            <a:off x="-2" y="-1"/>
            <a:ext cx="12192000" cy="4900042"/>
          </a:xfrm>
          <a:solidFill>
            <a:schemeClr val="bg1">
              <a:lumMod val="95000"/>
            </a:schemeClr>
          </a:solidFill>
        </p:spPr>
        <p:txBody>
          <a:bodyPr tIns="2016000"/>
          <a:lstStyle>
            <a:lvl1pPr marL="0" indent="0" algn="ctr">
              <a:buNone/>
              <a:defRPr sz="1200" i="1">
                <a:solidFill>
                  <a:schemeClr val="bg1">
                    <a:lumMod val="50000"/>
                  </a:schemeClr>
                </a:solidFill>
              </a:defRPr>
            </a:lvl1pPr>
          </a:lstStyle>
          <a:p>
            <a:r>
              <a:rPr lang="nl-NL" noProof="0"/>
              <a:t>Klik op onderstaand pictogram om een afbeelding in te voegen</a:t>
            </a:r>
          </a:p>
        </p:txBody>
      </p:sp>
      <p:sp>
        <p:nvSpPr>
          <p:cNvPr id="2" name="Titel 1">
            <a:extLst>
              <a:ext uri="{FF2B5EF4-FFF2-40B4-BE49-F238E27FC236}">
                <a16:creationId xmlns:a16="http://schemas.microsoft.com/office/drawing/2014/main" id="{2A71DEDF-37F1-4689-8FA1-5E743C7DD6C0}"/>
              </a:ext>
            </a:extLst>
          </p:cNvPr>
          <p:cNvSpPr>
            <a:spLocks noGrp="1"/>
          </p:cNvSpPr>
          <p:nvPr>
            <p:ph type="ctrTitle" hasCustomPrompt="1"/>
          </p:nvPr>
        </p:nvSpPr>
        <p:spPr>
          <a:xfrm>
            <a:off x="1080015" y="5315717"/>
            <a:ext cx="10031970" cy="477864"/>
          </a:xfrm>
        </p:spPr>
        <p:txBody>
          <a:bodyPr anchor="b"/>
          <a:lstStyle>
            <a:lvl1pPr algn="ctr">
              <a:defRPr sz="4000"/>
            </a:lvl1pPr>
          </a:lstStyle>
          <a:p>
            <a:r>
              <a:rPr lang="nl-NL" noProof="0"/>
              <a:t>Titel van de presentatie van max. 1 regel</a:t>
            </a:r>
          </a:p>
        </p:txBody>
      </p:sp>
      <p:sp>
        <p:nvSpPr>
          <p:cNvPr id="3" name="Ondertitel 2">
            <a:extLst>
              <a:ext uri="{FF2B5EF4-FFF2-40B4-BE49-F238E27FC236}">
                <a16:creationId xmlns:a16="http://schemas.microsoft.com/office/drawing/2014/main" id="{CEA18CD7-32A7-41E4-9DF7-7259FA2187F6}"/>
              </a:ext>
            </a:extLst>
          </p:cNvPr>
          <p:cNvSpPr>
            <a:spLocks noGrp="1"/>
          </p:cNvSpPr>
          <p:nvPr>
            <p:ph type="subTitle" idx="1" hasCustomPrompt="1"/>
          </p:nvPr>
        </p:nvSpPr>
        <p:spPr>
          <a:xfrm>
            <a:off x="1080015" y="5954917"/>
            <a:ext cx="10031970" cy="255682"/>
          </a:xfrm>
        </p:spPr>
        <p:txBody>
          <a:bodyPr anchor="b"/>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noProof="0"/>
              <a:t>Naam spreker  |  Plaats  |  Datum</a:t>
            </a:r>
          </a:p>
        </p:txBody>
      </p:sp>
      <p:sp>
        <p:nvSpPr>
          <p:cNvPr id="5" name="Tijdelijke aanduiding voor voettekst 4">
            <a:extLst>
              <a:ext uri="{FF2B5EF4-FFF2-40B4-BE49-F238E27FC236}">
                <a16:creationId xmlns:a16="http://schemas.microsoft.com/office/drawing/2014/main" id="{9494CA00-555D-4751-8668-226BC887CEBE}"/>
              </a:ext>
            </a:extLst>
          </p:cNvPr>
          <p:cNvSpPr>
            <a:spLocks noGrp="1"/>
          </p:cNvSpPr>
          <p:nvPr>
            <p:ph type="ftr" sz="quarter" idx="11"/>
          </p:nvPr>
        </p:nvSpPr>
        <p:spPr>
          <a:xfrm>
            <a:off x="7531878" y="7001401"/>
            <a:ext cx="4114800" cy="151790"/>
          </a:xfrm>
          <a:prstGeom prst="rect">
            <a:avLst/>
          </a:prstGeom>
        </p:spPr>
        <p:txBody>
          <a:bodyPr/>
          <a:lstStyle>
            <a:lvl1pPr algn="r">
              <a:defRPr sz="1050"/>
            </a:lvl1pPr>
          </a:lstStyle>
          <a:p>
            <a:r>
              <a:rPr lang="nl-NL"/>
              <a:t>Achmea HR</a:t>
            </a:r>
          </a:p>
        </p:txBody>
      </p:sp>
      <p:sp>
        <p:nvSpPr>
          <p:cNvPr id="6" name="Tijdelijke aanduiding voor dianummer 5">
            <a:extLst>
              <a:ext uri="{FF2B5EF4-FFF2-40B4-BE49-F238E27FC236}">
                <a16:creationId xmlns:a16="http://schemas.microsoft.com/office/drawing/2014/main" id="{2D1BBC6E-F9BF-4357-8F2F-8FFB4D00068A}"/>
              </a:ext>
            </a:extLst>
          </p:cNvPr>
          <p:cNvSpPr>
            <a:spLocks noGrp="1"/>
          </p:cNvSpPr>
          <p:nvPr>
            <p:ph type="sldNum" sz="quarter" idx="12"/>
          </p:nvPr>
        </p:nvSpPr>
        <p:spPr>
          <a:xfrm>
            <a:off x="11740383" y="7001401"/>
            <a:ext cx="284597" cy="151790"/>
          </a:xfrm>
        </p:spPr>
        <p:txBody>
          <a:bodyPr/>
          <a:lstStyle/>
          <a:p>
            <a:fld id="{D7B5DC5B-6873-43DB-ADC7-B15ACCE0DFDB}" type="slidenum">
              <a:rPr lang="nl-NL" noProof="0" smtClean="0"/>
              <a:t>‹#›</a:t>
            </a:fld>
            <a:endParaRPr lang="nl-NL" noProof="0"/>
          </a:p>
        </p:txBody>
      </p:sp>
      <p:sp>
        <p:nvSpPr>
          <p:cNvPr id="7" name="Rechthoek: afgeronde hoeken 6">
            <a:extLst>
              <a:ext uri="{FF2B5EF4-FFF2-40B4-BE49-F238E27FC236}">
                <a16:creationId xmlns:a16="http://schemas.microsoft.com/office/drawing/2014/main" id="{7D3AA19E-3DC8-4556-BC42-05B65FEB6237}"/>
              </a:ext>
            </a:extLst>
          </p:cNvPr>
          <p:cNvSpPr/>
          <p:nvPr userDrawn="1"/>
        </p:nvSpPr>
        <p:spPr>
          <a:xfrm>
            <a:off x="3048000" y="-491317"/>
            <a:ext cx="6096000" cy="30025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r>
              <a:rPr lang="nl-NL" sz="2800" b="0" cap="all" baseline="0" noProof="0">
                <a:solidFill>
                  <a:schemeClr val="accent1"/>
                </a:solidFill>
                <a:latin typeface="+mn-lt"/>
              </a:rPr>
              <a:t>TITELDIA/Afsluiting</a:t>
            </a:r>
          </a:p>
        </p:txBody>
      </p:sp>
      <p:sp>
        <p:nvSpPr>
          <p:cNvPr id="21" name="Tijdelijke aanduiding voor tekst 9">
            <a:extLst>
              <a:ext uri="{FF2B5EF4-FFF2-40B4-BE49-F238E27FC236}">
                <a16:creationId xmlns:a16="http://schemas.microsoft.com/office/drawing/2014/main" id="{D162A0BC-575D-4DA1-806F-F51EC72B72CA}"/>
              </a:ext>
            </a:extLst>
          </p:cNvPr>
          <p:cNvSpPr>
            <a:spLocks noGrp="1"/>
          </p:cNvSpPr>
          <p:nvPr>
            <p:ph type="body" sz="quarter" idx="15" hasCustomPrompt="1"/>
          </p:nvPr>
        </p:nvSpPr>
        <p:spPr>
          <a:xfrm>
            <a:off x="5556000" y="4900421"/>
            <a:ext cx="1080000" cy="72000"/>
          </a:xfrm>
          <a:prstGeom prst="rect">
            <a:avLst/>
          </a:prstGeom>
          <a:solidFill>
            <a:schemeClr val="accent1"/>
          </a:solidFill>
          <a:ln w="9525">
            <a:noFill/>
          </a:ln>
        </p:spPr>
        <p:txBody>
          <a:bodyPr anchor="ctr"/>
          <a:lstStyle>
            <a:lvl1pPr marL="0" indent="0" algn="ctr">
              <a:buNone/>
              <a:defRPr sz="100">
                <a:solidFill>
                  <a:schemeClr val="accent1"/>
                </a:solidFill>
              </a:defRPr>
            </a:lvl1pPr>
            <a:lvl2pPr algn="ctr">
              <a:defRPr/>
            </a:lvl2pPr>
            <a:lvl3pPr algn="ctr">
              <a:defRPr/>
            </a:lvl3pPr>
            <a:lvl4pPr algn="ctr">
              <a:defRPr/>
            </a:lvl4pPr>
            <a:lvl5pPr algn="ctr">
              <a:defRPr/>
            </a:lvl5pPr>
          </a:lstStyle>
          <a:p>
            <a:pPr lvl="0"/>
            <a:r>
              <a:rPr lang="nl-NL" noProof="0"/>
              <a:t> </a:t>
            </a:r>
          </a:p>
        </p:txBody>
      </p:sp>
      <p:sp>
        <p:nvSpPr>
          <p:cNvPr id="26" name="Tijdelijke aanduiding voor tekst 9">
            <a:extLst>
              <a:ext uri="{FF2B5EF4-FFF2-40B4-BE49-F238E27FC236}">
                <a16:creationId xmlns:a16="http://schemas.microsoft.com/office/drawing/2014/main" id="{B1B4D0D6-0979-4945-8789-95A2B294D691}"/>
              </a:ext>
            </a:extLst>
          </p:cNvPr>
          <p:cNvSpPr>
            <a:spLocks noGrp="1"/>
          </p:cNvSpPr>
          <p:nvPr>
            <p:ph type="body" sz="quarter" idx="16" hasCustomPrompt="1"/>
          </p:nvPr>
        </p:nvSpPr>
        <p:spPr>
          <a:xfrm>
            <a:off x="5493832" y="4285399"/>
            <a:ext cx="1204368" cy="421928"/>
          </a:xfrm>
          <a:prstGeom prst="roundRect">
            <a:avLst>
              <a:gd name="adj" fmla="val 13596"/>
            </a:avLst>
          </a:prstGeom>
          <a:solidFill>
            <a:schemeClr val="accent1"/>
          </a:solidFill>
          <a:ln w="9525">
            <a:noFill/>
          </a:ln>
        </p:spPr>
        <p:txBody>
          <a:bodyPr wrap="none" lIns="108000" tIns="72000" rIns="108000" bIns="72000" anchor="ctr">
            <a:spAutoFit/>
          </a:bodyPr>
          <a:lstStyle>
            <a:lvl1pPr marL="0" indent="0" algn="ctr">
              <a:buNone/>
              <a:defRPr sz="1600">
                <a:solidFill>
                  <a:schemeClr val="bg1"/>
                </a:solidFill>
              </a:defRPr>
            </a:lvl1pPr>
            <a:lvl2pPr algn="ctr">
              <a:defRPr/>
            </a:lvl2pPr>
            <a:lvl3pPr algn="ctr">
              <a:defRPr/>
            </a:lvl3pPr>
            <a:lvl4pPr algn="ctr">
              <a:defRPr/>
            </a:lvl4pPr>
            <a:lvl5pPr algn="ctr">
              <a:defRPr/>
            </a:lvl5pPr>
          </a:lstStyle>
          <a:p>
            <a:pPr lvl="0"/>
            <a:r>
              <a:rPr lang="nl-NL" noProof="0"/>
              <a:t>Achmea HR</a:t>
            </a:r>
          </a:p>
        </p:txBody>
      </p:sp>
      <p:sp>
        <p:nvSpPr>
          <p:cNvPr id="24" name="Tijdelijke aanduiding voor tekst 9">
            <a:extLst>
              <a:ext uri="{FF2B5EF4-FFF2-40B4-BE49-F238E27FC236}">
                <a16:creationId xmlns:a16="http://schemas.microsoft.com/office/drawing/2014/main" id="{B90DCB3A-5392-4CF4-8622-F077FEB7E798}"/>
              </a:ext>
            </a:extLst>
          </p:cNvPr>
          <p:cNvSpPr>
            <a:spLocks noGrp="1"/>
          </p:cNvSpPr>
          <p:nvPr>
            <p:ph type="body" sz="quarter" idx="17" hasCustomPrompt="1"/>
          </p:nvPr>
        </p:nvSpPr>
        <p:spPr>
          <a:xfrm>
            <a:off x="-2" y="6786000"/>
            <a:ext cx="12192000" cy="72000"/>
          </a:xfrm>
          <a:prstGeom prst="rect">
            <a:avLst/>
          </a:prstGeom>
          <a:solidFill>
            <a:srgbClr val="525287"/>
          </a:solidFill>
          <a:ln w="9525">
            <a:noFill/>
          </a:ln>
        </p:spPr>
        <p:txBody>
          <a:bodyPr anchor="ctr"/>
          <a:lstStyle>
            <a:lvl1pPr marL="0" indent="0" algn="ctr">
              <a:buNone/>
              <a:defRPr sz="100">
                <a:solidFill>
                  <a:schemeClr val="bg1"/>
                </a:solidFill>
              </a:defRPr>
            </a:lvl1pPr>
            <a:lvl2pPr algn="ctr">
              <a:defRPr/>
            </a:lvl2pPr>
            <a:lvl3pPr algn="ctr">
              <a:defRPr/>
            </a:lvl3pPr>
            <a:lvl4pPr algn="ctr">
              <a:defRPr/>
            </a:lvl4pPr>
            <a:lvl5pPr algn="ctr">
              <a:defRPr/>
            </a:lvl5pPr>
          </a:lstStyle>
          <a:p>
            <a:pPr lvl="0"/>
            <a:r>
              <a:rPr lang="nl-NL" noProof="0"/>
              <a:t> </a:t>
            </a:r>
          </a:p>
        </p:txBody>
      </p:sp>
      <p:grpSp>
        <p:nvGrpSpPr>
          <p:cNvPr id="59" name="GRID" hidden="1">
            <a:extLst>
              <a:ext uri="{FF2B5EF4-FFF2-40B4-BE49-F238E27FC236}">
                <a16:creationId xmlns:a16="http://schemas.microsoft.com/office/drawing/2014/main" id="{E4C2A759-8F26-4F33-B83B-C40BE60F085F}"/>
              </a:ext>
            </a:extLst>
          </p:cNvPr>
          <p:cNvGrpSpPr/>
          <p:nvPr userDrawn="1"/>
        </p:nvGrpSpPr>
        <p:grpSpPr>
          <a:xfrm>
            <a:off x="0" y="0"/>
            <a:ext cx="12192000" cy="6858000"/>
            <a:chOff x="0" y="0"/>
            <a:chExt cx="12192000" cy="6858000"/>
          </a:xfrm>
          <a:solidFill>
            <a:schemeClr val="tx1">
              <a:alpha val="30000"/>
            </a:schemeClr>
          </a:solidFill>
        </p:grpSpPr>
        <p:sp>
          <p:nvSpPr>
            <p:cNvPr id="60" name="Rechthoek 59">
              <a:extLst>
                <a:ext uri="{FF2B5EF4-FFF2-40B4-BE49-F238E27FC236}">
                  <a16:creationId xmlns:a16="http://schemas.microsoft.com/office/drawing/2014/main" id="{B34F9F53-D2D3-4D8E-A83D-3B954A176349}"/>
                </a:ext>
              </a:extLst>
            </p:cNvPr>
            <p:cNvSpPr/>
            <p:nvPr userDrawn="1"/>
          </p:nvSpPr>
          <p:spPr>
            <a:xfrm>
              <a:off x="0" y="0"/>
              <a:ext cx="12192000" cy="5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61" name="Rechthoek 60">
              <a:extLst>
                <a:ext uri="{FF2B5EF4-FFF2-40B4-BE49-F238E27FC236}">
                  <a16:creationId xmlns:a16="http://schemas.microsoft.com/office/drawing/2014/main" id="{4E03818F-4B22-4B19-A092-A2F8C97EBBC1}"/>
                </a:ext>
              </a:extLst>
            </p:cNvPr>
            <p:cNvSpPr/>
            <p:nvPr userDrawn="1"/>
          </p:nvSpPr>
          <p:spPr>
            <a:xfrm>
              <a:off x="0"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62" name="Rechthoek 61">
              <a:extLst>
                <a:ext uri="{FF2B5EF4-FFF2-40B4-BE49-F238E27FC236}">
                  <a16:creationId xmlns:a16="http://schemas.microsoft.com/office/drawing/2014/main" id="{D8D3F0EC-420E-48DC-AFD1-32B337B33BEA}"/>
                </a:ext>
              </a:extLst>
            </p:cNvPr>
            <p:cNvSpPr/>
            <p:nvPr userDrawn="1"/>
          </p:nvSpPr>
          <p:spPr>
            <a:xfrm>
              <a:off x="11652000"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63" name="Rechthoek 62">
              <a:extLst>
                <a:ext uri="{FF2B5EF4-FFF2-40B4-BE49-F238E27FC236}">
                  <a16:creationId xmlns:a16="http://schemas.microsoft.com/office/drawing/2014/main" id="{0571A95A-D1C2-4221-94DA-22CEB80F9B52}"/>
                </a:ext>
              </a:extLst>
            </p:cNvPr>
            <p:cNvSpPr/>
            <p:nvPr userDrawn="1"/>
          </p:nvSpPr>
          <p:spPr>
            <a:xfrm>
              <a:off x="0" y="1099111"/>
              <a:ext cx="12192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64" name="Rechthoek 63">
              <a:extLst>
                <a:ext uri="{FF2B5EF4-FFF2-40B4-BE49-F238E27FC236}">
                  <a16:creationId xmlns:a16="http://schemas.microsoft.com/office/drawing/2014/main" id="{3AA57B5A-A3CF-4D53-BDDF-A09CD9FC28B8}"/>
                </a:ext>
              </a:extLst>
            </p:cNvPr>
            <p:cNvSpPr/>
            <p:nvPr userDrawn="1"/>
          </p:nvSpPr>
          <p:spPr>
            <a:xfrm>
              <a:off x="0" y="6678000"/>
              <a:ext cx="12192000" cy="18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65" name="Rechthoek 64">
              <a:extLst>
                <a:ext uri="{FF2B5EF4-FFF2-40B4-BE49-F238E27FC236}">
                  <a16:creationId xmlns:a16="http://schemas.microsoft.com/office/drawing/2014/main" id="{45BE349D-76A4-4C5E-8712-6532587820F9}"/>
                </a:ext>
              </a:extLst>
            </p:cNvPr>
            <p:cNvSpPr/>
            <p:nvPr userDrawn="1"/>
          </p:nvSpPr>
          <p:spPr>
            <a:xfrm>
              <a:off x="0" y="6426000"/>
              <a:ext cx="12192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68" name="Rechthoek 67">
              <a:extLst>
                <a:ext uri="{FF2B5EF4-FFF2-40B4-BE49-F238E27FC236}">
                  <a16:creationId xmlns:a16="http://schemas.microsoft.com/office/drawing/2014/main" id="{1F721CCE-28AF-4770-A966-48719EA5DD36}"/>
                </a:ext>
              </a:extLst>
            </p:cNvPr>
            <p:cNvSpPr/>
            <p:nvPr userDrawn="1"/>
          </p:nvSpPr>
          <p:spPr>
            <a:xfrm>
              <a:off x="12024980" y="0"/>
              <a:ext cx="16702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69" name="Rechthoek 68">
              <a:extLst>
                <a:ext uri="{FF2B5EF4-FFF2-40B4-BE49-F238E27FC236}">
                  <a16:creationId xmlns:a16="http://schemas.microsoft.com/office/drawing/2014/main" id="{652CC678-784F-447B-B4D7-B10F5335906A}"/>
                </a:ext>
              </a:extLst>
            </p:cNvPr>
            <p:cNvSpPr/>
            <p:nvPr userDrawn="1"/>
          </p:nvSpPr>
          <p:spPr>
            <a:xfrm>
              <a:off x="0" y="0"/>
              <a:ext cx="16702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70" name="Rechthoek 69">
              <a:extLst>
                <a:ext uri="{FF2B5EF4-FFF2-40B4-BE49-F238E27FC236}">
                  <a16:creationId xmlns:a16="http://schemas.microsoft.com/office/drawing/2014/main" id="{D5BC6CEE-7574-4A92-92B5-AD22648B1A96}"/>
                </a:ext>
              </a:extLst>
            </p:cNvPr>
            <p:cNvSpPr/>
            <p:nvPr userDrawn="1"/>
          </p:nvSpPr>
          <p:spPr>
            <a:xfrm>
              <a:off x="0" y="4972421"/>
              <a:ext cx="12192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76" name="Instructie">
            <a:extLst>
              <a:ext uri="{FF2B5EF4-FFF2-40B4-BE49-F238E27FC236}">
                <a16:creationId xmlns:a16="http://schemas.microsoft.com/office/drawing/2014/main" id="{A7C5DCED-18A8-4BCA-88A6-26A48943BA7B}"/>
              </a:ext>
            </a:extLst>
          </p:cNvPr>
          <p:cNvGrpSpPr/>
          <p:nvPr userDrawn="1"/>
        </p:nvGrpSpPr>
        <p:grpSpPr>
          <a:xfrm>
            <a:off x="12391601" y="0"/>
            <a:ext cx="3183678" cy="3883011"/>
            <a:chOff x="12391601" y="0"/>
            <a:chExt cx="3183678" cy="3883011"/>
          </a:xfrm>
        </p:grpSpPr>
        <p:grpSp>
          <p:nvGrpSpPr>
            <p:cNvPr id="80" name="Groep 79">
              <a:extLst>
                <a:ext uri="{FF2B5EF4-FFF2-40B4-BE49-F238E27FC236}">
                  <a16:creationId xmlns:a16="http://schemas.microsoft.com/office/drawing/2014/main" id="{B2FD0359-C487-4235-8B0B-4F8441D51C3E}"/>
                </a:ext>
              </a:extLst>
            </p:cNvPr>
            <p:cNvGrpSpPr/>
            <p:nvPr userDrawn="1"/>
          </p:nvGrpSpPr>
          <p:grpSpPr>
            <a:xfrm>
              <a:off x="12757282" y="3100116"/>
              <a:ext cx="1499406" cy="678267"/>
              <a:chOff x="12757283" y="3120781"/>
              <a:chExt cx="1499406" cy="678267"/>
            </a:xfrm>
          </p:grpSpPr>
          <p:sp>
            <p:nvSpPr>
              <p:cNvPr id="103" name="Rechthoek 102">
                <a:extLst>
                  <a:ext uri="{FF2B5EF4-FFF2-40B4-BE49-F238E27FC236}">
                    <a16:creationId xmlns:a16="http://schemas.microsoft.com/office/drawing/2014/main" id="{30339959-42BF-44BD-9B32-446D1EDF5D55}"/>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04" name="Rechthoek 103">
                <a:extLst>
                  <a:ext uri="{FF2B5EF4-FFF2-40B4-BE49-F238E27FC236}">
                    <a16:creationId xmlns:a16="http://schemas.microsoft.com/office/drawing/2014/main" id="{5B4BA334-5B96-4122-A9DE-CC3D57E9B95C}"/>
                  </a:ext>
                </a:extLst>
              </p:cNvPr>
              <p:cNvSpPr/>
              <p:nvPr userDrawn="1"/>
            </p:nvSpPr>
            <p:spPr>
              <a:xfrm>
                <a:off x="12761843" y="343217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05" name="Tekstvak 104">
                <a:extLst>
                  <a:ext uri="{FF2B5EF4-FFF2-40B4-BE49-F238E27FC236}">
                    <a16:creationId xmlns:a16="http://schemas.microsoft.com/office/drawing/2014/main" id="{7F6D4F7E-978D-4740-9136-0C46F575BEFB}"/>
                  </a:ext>
                </a:extLst>
              </p:cNvPr>
              <p:cNvSpPr txBox="1"/>
              <p:nvPr userDrawn="1"/>
            </p:nvSpPr>
            <p:spPr>
              <a:xfrm>
                <a:off x="12997648" y="315989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106" name="Tekstvak 105">
                <a:extLst>
                  <a:ext uri="{FF2B5EF4-FFF2-40B4-BE49-F238E27FC236}">
                    <a16:creationId xmlns:a16="http://schemas.microsoft.com/office/drawing/2014/main" id="{34A034C6-50DE-4BFE-952B-32B7F38C7FA3}"/>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107" name="Picture 3">
                <a:extLst>
                  <a:ext uri="{FF2B5EF4-FFF2-40B4-BE49-F238E27FC236}">
                    <a16:creationId xmlns:a16="http://schemas.microsoft.com/office/drawing/2014/main" id="{F0977799-6EC4-45FE-BFE7-98A224CBF11A}"/>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56771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8" name="Gelijkbenige driehoek 107">
                <a:extLst>
                  <a:ext uri="{FF2B5EF4-FFF2-40B4-BE49-F238E27FC236}">
                    <a16:creationId xmlns:a16="http://schemas.microsoft.com/office/drawing/2014/main" id="{7D08ACEE-7813-4912-B1B0-96C65D6A4642}"/>
                  </a:ext>
                </a:extLst>
              </p:cNvPr>
              <p:cNvSpPr/>
              <p:nvPr userDrawn="1"/>
            </p:nvSpPr>
            <p:spPr>
              <a:xfrm rot="5400000">
                <a:off x="14094210" y="35489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109" name="Groep 108">
                <a:extLst>
                  <a:ext uri="{FF2B5EF4-FFF2-40B4-BE49-F238E27FC236}">
                    <a16:creationId xmlns:a16="http://schemas.microsoft.com/office/drawing/2014/main" id="{9242D21B-8D47-4460-BFC3-999A110474CC}"/>
                  </a:ext>
                </a:extLst>
              </p:cNvPr>
              <p:cNvGrpSpPr/>
              <p:nvPr userDrawn="1"/>
            </p:nvGrpSpPr>
            <p:grpSpPr>
              <a:xfrm>
                <a:off x="12822311" y="3178534"/>
                <a:ext cx="182309" cy="163794"/>
                <a:chOff x="12832541" y="3162395"/>
                <a:chExt cx="219532" cy="197236"/>
              </a:xfrm>
            </p:grpSpPr>
            <p:sp>
              <p:nvSpPr>
                <p:cNvPr id="114" name="Rechthoek 113">
                  <a:extLst>
                    <a:ext uri="{FF2B5EF4-FFF2-40B4-BE49-F238E27FC236}">
                      <a16:creationId xmlns:a16="http://schemas.microsoft.com/office/drawing/2014/main" id="{D236EB61-5263-4D5F-8FD7-9E9F2B1BCBEC}"/>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sp>
              <p:nvSpPr>
                <p:cNvPr id="115" name="Rechthoek 114">
                  <a:extLst>
                    <a:ext uri="{FF2B5EF4-FFF2-40B4-BE49-F238E27FC236}">
                      <a16:creationId xmlns:a16="http://schemas.microsoft.com/office/drawing/2014/main" id="{7BCC57FF-07F3-44A6-BDDA-18FF86611859}"/>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sp>
              <p:nvSpPr>
                <p:cNvPr id="116" name="Rechthoek 115">
                  <a:extLst>
                    <a:ext uri="{FF2B5EF4-FFF2-40B4-BE49-F238E27FC236}">
                      <a16:creationId xmlns:a16="http://schemas.microsoft.com/office/drawing/2014/main" id="{E5D57E57-89A7-4E8E-8268-3046F6A94D44}"/>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grpSp>
          <p:grpSp>
            <p:nvGrpSpPr>
              <p:cNvPr id="110" name="Groep 109">
                <a:extLst>
                  <a:ext uri="{FF2B5EF4-FFF2-40B4-BE49-F238E27FC236}">
                    <a16:creationId xmlns:a16="http://schemas.microsoft.com/office/drawing/2014/main" id="{CE64DD25-4A21-48E9-BA5B-742A72C00E87}"/>
                  </a:ext>
                </a:extLst>
              </p:cNvPr>
              <p:cNvGrpSpPr/>
              <p:nvPr userDrawn="1"/>
            </p:nvGrpSpPr>
            <p:grpSpPr>
              <a:xfrm>
                <a:off x="12822311" y="3480352"/>
                <a:ext cx="182309" cy="163794"/>
                <a:chOff x="12832541" y="3162395"/>
                <a:chExt cx="219532" cy="197236"/>
              </a:xfrm>
            </p:grpSpPr>
            <p:sp>
              <p:nvSpPr>
                <p:cNvPr id="111" name="Rechthoek 110">
                  <a:extLst>
                    <a:ext uri="{FF2B5EF4-FFF2-40B4-BE49-F238E27FC236}">
                      <a16:creationId xmlns:a16="http://schemas.microsoft.com/office/drawing/2014/main" id="{D9A03206-EC98-4032-A2BA-F307061D1DA9}"/>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sp>
              <p:nvSpPr>
                <p:cNvPr id="112" name="Rechthoek 111">
                  <a:extLst>
                    <a:ext uri="{FF2B5EF4-FFF2-40B4-BE49-F238E27FC236}">
                      <a16:creationId xmlns:a16="http://schemas.microsoft.com/office/drawing/2014/main" id="{5B162F1D-7353-4CE6-A1B0-E1E071915FC0}"/>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sp>
              <p:nvSpPr>
                <p:cNvPr id="113" name="Rechthoek 112">
                  <a:extLst>
                    <a:ext uri="{FF2B5EF4-FFF2-40B4-BE49-F238E27FC236}">
                      <a16:creationId xmlns:a16="http://schemas.microsoft.com/office/drawing/2014/main" id="{91B8FD5F-CC8C-47E1-BC4E-423EEBCCD7AC}"/>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grpSp>
        </p:grpSp>
        <p:sp>
          <p:nvSpPr>
            <p:cNvPr id="81" name="Rechthoek 80">
              <a:extLst>
                <a:ext uri="{FF2B5EF4-FFF2-40B4-BE49-F238E27FC236}">
                  <a16:creationId xmlns:a16="http://schemas.microsoft.com/office/drawing/2014/main" id="{00B59C7E-193F-4D0B-A955-FCD17B9AABE1}"/>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bg1">
                      <a:lumMod val="50000"/>
                    </a:schemeClr>
                  </a:solidFill>
                  <a:effectLst/>
                  <a:uLnTx/>
                  <a:uFillTx/>
                  <a:latin typeface="+mj-lt"/>
                  <a:cs typeface="Segoe UI Light" panose="020B0502040204020203" pitchFamily="34" charset="0"/>
                </a:rPr>
                <a:t>Afbeelding invoegen/veranderen</a:t>
              </a:r>
            </a:p>
          </p:txBody>
        </p:sp>
        <p:sp>
          <p:nvSpPr>
            <p:cNvPr id="82" name="Ovaal 81">
              <a:extLst>
                <a:ext uri="{FF2B5EF4-FFF2-40B4-BE49-F238E27FC236}">
                  <a16:creationId xmlns:a16="http://schemas.microsoft.com/office/drawing/2014/main" id="{C88F2BFE-1EBD-4088-8F39-6534E79E23A9}"/>
                </a:ext>
              </a:extLst>
            </p:cNvPr>
            <p:cNvSpPr/>
            <p:nvPr userDrawn="1"/>
          </p:nvSpPr>
          <p:spPr>
            <a:xfrm>
              <a:off x="12391601" y="366490"/>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83" name="Rechte verbindingslijn 82">
              <a:extLst>
                <a:ext uri="{FF2B5EF4-FFF2-40B4-BE49-F238E27FC236}">
                  <a16:creationId xmlns:a16="http://schemas.microsoft.com/office/drawing/2014/main" id="{76CB2299-2B62-4F43-BA2C-96DCFFE8C528}"/>
                </a:ext>
              </a:extLst>
            </p:cNvPr>
            <p:cNvCxnSpPr>
              <a:cxnSpLocks/>
            </p:cNvCxnSpPr>
            <p:nvPr userDrawn="1"/>
          </p:nvCxnSpPr>
          <p:spPr>
            <a:xfrm>
              <a:off x="12397261" y="241635"/>
              <a:ext cx="3178017" cy="0"/>
            </a:xfrm>
            <a:prstGeom prst="line">
              <a:avLst/>
            </a:prstGeom>
            <a:noFill/>
            <a:ln w="3175" cap="flat" cmpd="sng" algn="ctr">
              <a:solidFill>
                <a:schemeClr val="bg1">
                  <a:lumMod val="50000"/>
                </a:schemeClr>
              </a:solidFill>
              <a:prstDash val="solid"/>
            </a:ln>
            <a:effectLst/>
          </p:spPr>
        </p:cxnSp>
        <p:cxnSp>
          <p:nvCxnSpPr>
            <p:cNvPr id="84" name="Rechte verbindingslijn 83">
              <a:extLst>
                <a:ext uri="{FF2B5EF4-FFF2-40B4-BE49-F238E27FC236}">
                  <a16:creationId xmlns:a16="http://schemas.microsoft.com/office/drawing/2014/main" id="{057D3894-88C4-4C83-8F87-599712FFABDE}"/>
                </a:ext>
              </a:extLst>
            </p:cNvPr>
            <p:cNvCxnSpPr>
              <a:cxnSpLocks/>
            </p:cNvCxnSpPr>
            <p:nvPr userDrawn="1"/>
          </p:nvCxnSpPr>
          <p:spPr>
            <a:xfrm>
              <a:off x="12397261" y="1577933"/>
              <a:ext cx="3178017" cy="0"/>
            </a:xfrm>
            <a:prstGeom prst="line">
              <a:avLst/>
            </a:prstGeom>
            <a:noFill/>
            <a:ln w="3175" cap="flat" cmpd="sng" algn="ctr">
              <a:solidFill>
                <a:schemeClr val="bg1">
                  <a:lumMod val="50000"/>
                </a:schemeClr>
              </a:solidFill>
              <a:prstDash val="solid"/>
            </a:ln>
            <a:effectLst/>
          </p:spPr>
        </p:cxnSp>
        <p:sp>
          <p:nvSpPr>
            <p:cNvPr id="85" name="Rechthoek 84">
              <a:extLst>
                <a:ext uri="{FF2B5EF4-FFF2-40B4-BE49-F238E27FC236}">
                  <a16:creationId xmlns:a16="http://schemas.microsoft.com/office/drawing/2014/main" id="{1495C823-2C18-4951-B86A-749D9631FEFE}"/>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afbeelding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afbeelding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86" name="Rechte verbindingslijn 85">
              <a:extLst>
                <a:ext uri="{FF2B5EF4-FFF2-40B4-BE49-F238E27FC236}">
                  <a16:creationId xmlns:a16="http://schemas.microsoft.com/office/drawing/2014/main" id="{E802DE7B-E1F2-4686-87CD-4AF993D27E9E}"/>
                </a:ext>
              </a:extLst>
            </p:cNvPr>
            <p:cNvCxnSpPr>
              <a:cxnSpLocks/>
            </p:cNvCxnSpPr>
            <p:nvPr userDrawn="1"/>
          </p:nvCxnSpPr>
          <p:spPr>
            <a:xfrm>
              <a:off x="12397261" y="3883011"/>
              <a:ext cx="3178017" cy="0"/>
            </a:xfrm>
            <a:prstGeom prst="line">
              <a:avLst/>
            </a:prstGeom>
            <a:noFill/>
            <a:ln w="3175" cap="flat" cmpd="sng" algn="ctr">
              <a:solidFill>
                <a:schemeClr val="bg1">
                  <a:lumMod val="50000"/>
                </a:schemeClr>
              </a:solidFill>
              <a:prstDash val="solid"/>
            </a:ln>
            <a:effectLst/>
          </p:spPr>
        </p:cxnSp>
        <p:sp>
          <p:nvSpPr>
            <p:cNvPr id="87" name="Ovaal 86">
              <a:extLst>
                <a:ext uri="{FF2B5EF4-FFF2-40B4-BE49-F238E27FC236}">
                  <a16:creationId xmlns:a16="http://schemas.microsoft.com/office/drawing/2014/main" id="{26DDAD4D-4022-4A00-8486-8F987CB38474}"/>
                </a:ext>
              </a:extLst>
            </p:cNvPr>
            <p:cNvSpPr/>
            <p:nvPr userDrawn="1"/>
          </p:nvSpPr>
          <p:spPr>
            <a:xfrm>
              <a:off x="12391601" y="1706398"/>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88" name="Rechthoek 87">
              <a:extLst>
                <a:ext uri="{FF2B5EF4-FFF2-40B4-BE49-F238E27FC236}">
                  <a16:creationId xmlns:a16="http://schemas.microsoft.com/office/drawing/2014/main" id="{F057954F-8C77-4E11-9DB0-51F7FA70896A}"/>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afbeelding</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89" name="Groep 88">
              <a:extLst>
                <a:ext uri="{FF2B5EF4-FFF2-40B4-BE49-F238E27FC236}">
                  <a16:creationId xmlns:a16="http://schemas.microsoft.com/office/drawing/2014/main" id="{033A4A22-69F6-43DF-99D3-71C402EF6A17}"/>
                </a:ext>
              </a:extLst>
            </p:cNvPr>
            <p:cNvGrpSpPr/>
            <p:nvPr userDrawn="1"/>
          </p:nvGrpSpPr>
          <p:grpSpPr>
            <a:xfrm>
              <a:off x="12757282" y="2184550"/>
              <a:ext cx="825500" cy="209550"/>
              <a:chOff x="13504624" y="2482850"/>
              <a:chExt cx="825500" cy="209550"/>
            </a:xfrm>
          </p:grpSpPr>
          <p:sp>
            <p:nvSpPr>
              <p:cNvPr id="100" name="Rechthoek 99">
                <a:extLst>
                  <a:ext uri="{FF2B5EF4-FFF2-40B4-BE49-F238E27FC236}">
                    <a16:creationId xmlns:a16="http://schemas.microsoft.com/office/drawing/2014/main" id="{EF286B8A-5D47-43BE-8E5D-AD52C28E3121}"/>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101" name="Rechte verbindingslijn 100">
                <a:extLst>
                  <a:ext uri="{FF2B5EF4-FFF2-40B4-BE49-F238E27FC236}">
                    <a16:creationId xmlns:a16="http://schemas.microsoft.com/office/drawing/2014/main" id="{69C398AB-B347-40EF-9457-D1299C60B646}"/>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02" name="Gelijkbenige driehoek 101">
                <a:extLst>
                  <a:ext uri="{FF2B5EF4-FFF2-40B4-BE49-F238E27FC236}">
                    <a16:creationId xmlns:a16="http://schemas.microsoft.com/office/drawing/2014/main" id="{FF708588-A9DE-4739-8F50-C24064DF259D}"/>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grpSp>
          <p:nvGrpSpPr>
            <p:cNvPr id="90" name="Groep 89">
              <a:extLst>
                <a:ext uri="{FF2B5EF4-FFF2-40B4-BE49-F238E27FC236}">
                  <a16:creationId xmlns:a16="http://schemas.microsoft.com/office/drawing/2014/main" id="{45EA5EB3-AA32-4BA2-95F3-261E7B7754D6}"/>
                </a:ext>
              </a:extLst>
            </p:cNvPr>
            <p:cNvGrpSpPr/>
            <p:nvPr userDrawn="1"/>
          </p:nvGrpSpPr>
          <p:grpSpPr>
            <a:xfrm>
              <a:off x="12757282" y="1141626"/>
              <a:ext cx="294789" cy="318834"/>
              <a:chOff x="14466489" y="1001522"/>
              <a:chExt cx="290627" cy="314333"/>
            </a:xfrm>
          </p:grpSpPr>
          <p:sp>
            <p:nvSpPr>
              <p:cNvPr id="94" name="Rechthoek 93">
                <a:extLst>
                  <a:ext uri="{FF2B5EF4-FFF2-40B4-BE49-F238E27FC236}">
                    <a16:creationId xmlns:a16="http://schemas.microsoft.com/office/drawing/2014/main" id="{273118CE-989E-42B3-9023-6090BCE5D1D6}"/>
                  </a:ext>
                </a:extLst>
              </p:cNvPr>
              <p:cNvSpPr/>
              <p:nvPr userDrawn="1"/>
            </p:nvSpPr>
            <p:spPr>
              <a:xfrm>
                <a:off x="14466489" y="1001522"/>
                <a:ext cx="257935" cy="254168"/>
              </a:xfrm>
              <a:prstGeom prst="rect">
                <a:avLst/>
              </a:prstGeom>
              <a:solidFill>
                <a:schemeClr val="bg1"/>
              </a:solidFill>
              <a:ln w="12700">
                <a:solidFill>
                  <a:srgbClr val="C0C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95" name="Ovaal 94">
                <a:extLst>
                  <a:ext uri="{FF2B5EF4-FFF2-40B4-BE49-F238E27FC236}">
                    <a16:creationId xmlns:a16="http://schemas.microsoft.com/office/drawing/2014/main" id="{EFF5EAE8-1B89-422E-A5AD-78F52E3348A3}"/>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96" name="Vrije vorm: vorm 95">
                <a:extLst>
                  <a:ext uri="{FF2B5EF4-FFF2-40B4-BE49-F238E27FC236}">
                    <a16:creationId xmlns:a16="http://schemas.microsoft.com/office/drawing/2014/main" id="{1941F0BB-D4B4-4BA2-8B19-9BE4186761A5}"/>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97" name="Rechthoek: afgeronde hoeken 96">
                <a:extLst>
                  <a:ext uri="{FF2B5EF4-FFF2-40B4-BE49-F238E27FC236}">
                    <a16:creationId xmlns:a16="http://schemas.microsoft.com/office/drawing/2014/main" id="{D4D148B3-B787-46A7-9F7A-3E7C332CCFF0}"/>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cxnSp>
            <p:nvCxnSpPr>
              <p:cNvPr id="98" name="Rechte verbindingslijn 97">
                <a:extLst>
                  <a:ext uri="{FF2B5EF4-FFF2-40B4-BE49-F238E27FC236}">
                    <a16:creationId xmlns:a16="http://schemas.microsoft.com/office/drawing/2014/main" id="{0814D724-37D2-42AA-983F-CBB36268F35A}"/>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99" name="Rechte verbindingslijn 98">
                <a:extLst>
                  <a:ext uri="{FF2B5EF4-FFF2-40B4-BE49-F238E27FC236}">
                    <a16:creationId xmlns:a16="http://schemas.microsoft.com/office/drawing/2014/main" id="{F3A4A562-A36D-49D4-BD61-8826010E2FF8}"/>
                  </a:ext>
                </a:extLst>
              </p:cNvPr>
              <p:cNvCxnSpPr>
                <a:cxnSpLocks/>
                <a:stCxn id="97"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91" name="Ovaal 90">
              <a:extLst>
                <a:ext uri="{FF2B5EF4-FFF2-40B4-BE49-F238E27FC236}">
                  <a16:creationId xmlns:a16="http://schemas.microsoft.com/office/drawing/2014/main" id="{EA084D35-F4AE-403C-B8A9-EF038E119193}"/>
                </a:ext>
              </a:extLst>
            </p:cNvPr>
            <p:cNvSpPr/>
            <p:nvPr userDrawn="1"/>
          </p:nvSpPr>
          <p:spPr>
            <a:xfrm>
              <a:off x="12391601" y="2617951"/>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3</a:t>
              </a:r>
            </a:p>
          </p:txBody>
        </p:sp>
        <p:sp>
          <p:nvSpPr>
            <p:cNvPr id="92" name="Rechthoek 91">
              <a:extLst>
                <a:ext uri="{FF2B5EF4-FFF2-40B4-BE49-F238E27FC236}">
                  <a16:creationId xmlns:a16="http://schemas.microsoft.com/office/drawing/2014/main" id="{F2A9A87D-41CE-4E32-BB70-B049CD638109}"/>
                </a:ext>
              </a:extLst>
            </p:cNvPr>
            <p:cNvSpPr/>
            <p:nvPr userDrawn="1"/>
          </p:nvSpPr>
          <p:spPr>
            <a:xfrm>
              <a:off x="12757283" y="2684015"/>
              <a:ext cx="2817996" cy="31661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Klik met de rechter muisknop op de afbeelding en kies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93" name="Rechte verbindingslijn 92">
              <a:extLst>
                <a:ext uri="{FF2B5EF4-FFF2-40B4-BE49-F238E27FC236}">
                  <a16:creationId xmlns:a16="http://schemas.microsoft.com/office/drawing/2014/main" id="{F9BD3C04-532C-47B1-A6A5-35552C24B529}"/>
                </a:ext>
              </a:extLst>
            </p:cNvPr>
            <p:cNvCxnSpPr>
              <a:cxnSpLocks/>
            </p:cNvCxnSpPr>
            <p:nvPr userDrawn="1"/>
          </p:nvCxnSpPr>
          <p:spPr>
            <a:xfrm>
              <a:off x="12397261" y="2499789"/>
              <a:ext cx="3178017" cy="0"/>
            </a:xfrm>
            <a:prstGeom prst="line">
              <a:avLst/>
            </a:prstGeom>
            <a:noFill/>
            <a:ln w="3175" cap="flat" cmpd="sng" algn="ctr">
              <a:solidFill>
                <a:schemeClr val="bg1">
                  <a:lumMod val="50000"/>
                </a:schemeClr>
              </a:solidFill>
              <a:prstDash val="solid"/>
            </a:ln>
            <a:effectLst/>
          </p:spPr>
        </p:cxnSp>
      </p:grpSp>
      <p:pic>
        <p:nvPicPr>
          <p:cNvPr id="66" name="Afbeelding 65">
            <a:extLst>
              <a:ext uri="{FF2B5EF4-FFF2-40B4-BE49-F238E27FC236}">
                <a16:creationId xmlns:a16="http://schemas.microsoft.com/office/drawing/2014/main" id="{F79FC22F-251B-47C8-B993-B9E069BD520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785771" y="6312101"/>
            <a:ext cx="1239209" cy="397022"/>
          </a:xfrm>
          <a:prstGeom prst="rect">
            <a:avLst/>
          </a:prstGeom>
        </p:spPr>
      </p:pic>
    </p:spTree>
    <p:extLst>
      <p:ext uri="{BB962C8B-B14F-4D97-AF65-F5344CB8AC3E}">
        <p14:creationId xmlns:p14="http://schemas.microsoft.com/office/powerpoint/2010/main" val="612260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arn(outVertical)">
                                      <p:cBhvr>
                                        <p:cTn id="7" dur="600"/>
                                        <p:tgtEl>
                                          <p:spTgt spid="24"/>
                                        </p:tgtEl>
                                      </p:cBhvr>
                                    </p:animEffect>
                                  </p:childTnLst>
                                </p:cTn>
                              </p:par>
                              <p:par>
                                <p:cTn id="8" presetID="17" presetClass="entr" presetSubtype="10" fill="hold" grpId="1" nodeType="withEffect">
                                  <p:stCondLst>
                                    <p:cond delay="0"/>
                                  </p:stCondLst>
                                  <p:childTnLst>
                                    <p:set>
                                      <p:cBhvr>
                                        <p:cTn id="9" dur="1" fill="hold">
                                          <p:stCondLst>
                                            <p:cond delay="0"/>
                                          </p:stCondLst>
                                        </p:cTn>
                                        <p:tgtEl>
                                          <p:spTgt spid="24"/>
                                        </p:tgtEl>
                                        <p:attrNameLst>
                                          <p:attrName>style.visibility</p:attrName>
                                        </p:attrNameLst>
                                      </p:cBhvr>
                                      <p:to>
                                        <p:strVal val="visible"/>
                                      </p:to>
                                    </p:set>
                                    <p:anim calcmode="lin" valueType="num">
                                      <p:cBhvr>
                                        <p:cTn id="10" dur="600" fill="hold"/>
                                        <p:tgtEl>
                                          <p:spTgt spid="24"/>
                                        </p:tgtEl>
                                        <p:attrNameLst>
                                          <p:attrName>ppt_w</p:attrName>
                                        </p:attrNameLst>
                                      </p:cBhvr>
                                      <p:tavLst>
                                        <p:tav tm="0">
                                          <p:val>
                                            <p:fltVal val="0"/>
                                          </p:val>
                                        </p:tav>
                                        <p:tav tm="100000">
                                          <p:val>
                                            <p:strVal val="#ppt_w"/>
                                          </p:val>
                                        </p:tav>
                                      </p:tavLst>
                                    </p:anim>
                                    <p:anim calcmode="lin" valueType="num">
                                      <p:cBhvr>
                                        <p:cTn id="11" dur="600" fill="hold"/>
                                        <p:tgtEl>
                                          <p:spTgt spid="24"/>
                                        </p:tgtEl>
                                        <p:attrNameLst>
                                          <p:attrName>ppt_h</p:attrName>
                                        </p:attrNameLst>
                                      </p:cBhvr>
                                      <p:tavLst>
                                        <p:tav tm="0">
                                          <p:val>
                                            <p:strVal val="#ppt_h"/>
                                          </p:val>
                                        </p:tav>
                                        <p:tav tm="100000">
                                          <p:val>
                                            <p:strVal val="#ppt_h"/>
                                          </p:val>
                                        </p:tav>
                                      </p:tavLst>
                                    </p:anim>
                                  </p:childTnLst>
                                </p:cTn>
                              </p:par>
                              <p:par>
                                <p:cTn id="12" presetID="2" presetClass="entr" presetSubtype="1" decel="10000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additive="base">
                                        <p:cTn id="14" dur="750" fill="hold"/>
                                        <p:tgtEl>
                                          <p:spTgt spid="8"/>
                                        </p:tgtEl>
                                        <p:attrNameLst>
                                          <p:attrName>ppt_x</p:attrName>
                                        </p:attrNameLst>
                                      </p:cBhvr>
                                      <p:tavLst>
                                        <p:tav tm="0">
                                          <p:val>
                                            <p:strVal val="#ppt_x"/>
                                          </p:val>
                                        </p:tav>
                                        <p:tav tm="100000">
                                          <p:val>
                                            <p:strVal val="#ppt_x"/>
                                          </p:val>
                                        </p:tav>
                                      </p:tavLst>
                                    </p:anim>
                                    <p:anim calcmode="lin" valueType="num">
                                      <p:cBhvr additive="base">
                                        <p:cTn id="15" dur="750" fill="hold"/>
                                        <p:tgtEl>
                                          <p:spTgt spid="8"/>
                                        </p:tgtEl>
                                        <p:attrNameLst>
                                          <p:attrName>ppt_y</p:attrName>
                                        </p:attrNameLst>
                                      </p:cBhvr>
                                      <p:tavLst>
                                        <p:tav tm="0">
                                          <p:val>
                                            <p:strVal val="0-#ppt_h/2"/>
                                          </p:val>
                                        </p:tav>
                                        <p:tav tm="100000">
                                          <p:val>
                                            <p:strVal val="#ppt_y"/>
                                          </p:val>
                                        </p:tav>
                                      </p:tavLst>
                                    </p:anim>
                                  </p:childTnLst>
                                </p:cTn>
                              </p:par>
                              <p:par>
                                <p:cTn id="16" presetID="16" presetClass="entr" presetSubtype="37" fill="hold" grpId="0" nodeType="withEffect">
                                  <p:stCondLst>
                                    <p:cond delay="750"/>
                                  </p:stCondLst>
                                  <p:childTnLst>
                                    <p:set>
                                      <p:cBhvr>
                                        <p:cTn id="17" dur="1" fill="hold">
                                          <p:stCondLst>
                                            <p:cond delay="0"/>
                                          </p:stCondLst>
                                        </p:cTn>
                                        <p:tgtEl>
                                          <p:spTgt spid="21"/>
                                        </p:tgtEl>
                                        <p:attrNameLst>
                                          <p:attrName>style.visibility</p:attrName>
                                        </p:attrNameLst>
                                      </p:cBhvr>
                                      <p:to>
                                        <p:strVal val="visible"/>
                                      </p:to>
                                    </p:set>
                                    <p:animEffect transition="in" filter="barn(outVertical)">
                                      <p:cBhvr>
                                        <p:cTn id="18" dur="300"/>
                                        <p:tgtEl>
                                          <p:spTgt spid="21"/>
                                        </p:tgtEl>
                                      </p:cBhvr>
                                    </p:animEffect>
                                  </p:childTnLst>
                                </p:cTn>
                              </p:par>
                              <p:par>
                                <p:cTn id="19" presetID="17" presetClass="entr" presetSubtype="10" fill="hold" grpId="1" nodeType="withEffect">
                                  <p:stCondLst>
                                    <p:cond delay="750"/>
                                  </p:stCondLst>
                                  <p:childTnLst>
                                    <p:set>
                                      <p:cBhvr>
                                        <p:cTn id="20" dur="1" fill="hold">
                                          <p:stCondLst>
                                            <p:cond delay="0"/>
                                          </p:stCondLst>
                                        </p:cTn>
                                        <p:tgtEl>
                                          <p:spTgt spid="21"/>
                                        </p:tgtEl>
                                        <p:attrNameLst>
                                          <p:attrName>style.visibility</p:attrName>
                                        </p:attrNameLst>
                                      </p:cBhvr>
                                      <p:to>
                                        <p:strVal val="visible"/>
                                      </p:to>
                                    </p:set>
                                    <p:anim calcmode="lin" valueType="num">
                                      <p:cBhvr>
                                        <p:cTn id="21" dur="300" fill="hold"/>
                                        <p:tgtEl>
                                          <p:spTgt spid="21"/>
                                        </p:tgtEl>
                                        <p:attrNameLst>
                                          <p:attrName>ppt_w</p:attrName>
                                        </p:attrNameLst>
                                      </p:cBhvr>
                                      <p:tavLst>
                                        <p:tav tm="0">
                                          <p:val>
                                            <p:fltVal val="0"/>
                                          </p:val>
                                        </p:tav>
                                        <p:tav tm="100000">
                                          <p:val>
                                            <p:strVal val="#ppt_w"/>
                                          </p:val>
                                        </p:tav>
                                      </p:tavLst>
                                    </p:anim>
                                    <p:anim calcmode="lin" valueType="num">
                                      <p:cBhvr>
                                        <p:cTn id="22" dur="300" fill="hold"/>
                                        <p:tgtEl>
                                          <p:spTgt spid="21"/>
                                        </p:tgtEl>
                                        <p:attrNameLst>
                                          <p:attrName>ppt_h</p:attrName>
                                        </p:attrNameLst>
                                      </p:cBhvr>
                                      <p:tavLst>
                                        <p:tav tm="0">
                                          <p:val>
                                            <p:strVal val="#ppt_h"/>
                                          </p:val>
                                        </p:tav>
                                        <p:tav tm="100000">
                                          <p:val>
                                            <p:strVal val="#ppt_h"/>
                                          </p:val>
                                        </p:tav>
                                      </p:tavLst>
                                    </p:anim>
                                  </p:childTnLst>
                                </p:cTn>
                              </p:par>
                              <p:par>
                                <p:cTn id="23" presetID="16" presetClass="entr" presetSubtype="37" fill="hold" grpId="0" nodeType="withEffect">
                                  <p:stCondLst>
                                    <p:cond delay="1000"/>
                                  </p:stCondLst>
                                  <p:childTnLst>
                                    <p:set>
                                      <p:cBhvr>
                                        <p:cTn id="24" dur="1" fill="hold">
                                          <p:stCondLst>
                                            <p:cond delay="0"/>
                                          </p:stCondLst>
                                        </p:cTn>
                                        <p:tgtEl>
                                          <p:spTgt spid="26"/>
                                        </p:tgtEl>
                                        <p:attrNameLst>
                                          <p:attrName>style.visibility</p:attrName>
                                        </p:attrNameLst>
                                      </p:cBhvr>
                                      <p:to>
                                        <p:strVal val="visible"/>
                                      </p:to>
                                    </p:set>
                                    <p:animEffect transition="in" filter="barn(outVertical)">
                                      <p:cBhvr>
                                        <p:cTn id="25" dur="300"/>
                                        <p:tgtEl>
                                          <p:spTgt spid="26"/>
                                        </p:tgtEl>
                                      </p:cBhvr>
                                    </p:animEffect>
                                  </p:childTnLst>
                                </p:cTn>
                              </p:par>
                              <p:par>
                                <p:cTn id="26" presetID="17" presetClass="entr" presetSubtype="10" fill="hold" grpId="1" nodeType="withEffect">
                                  <p:stCondLst>
                                    <p:cond delay="1000"/>
                                  </p:stCondLst>
                                  <p:childTnLst>
                                    <p:set>
                                      <p:cBhvr>
                                        <p:cTn id="27" dur="1" fill="hold">
                                          <p:stCondLst>
                                            <p:cond delay="0"/>
                                          </p:stCondLst>
                                        </p:cTn>
                                        <p:tgtEl>
                                          <p:spTgt spid="26"/>
                                        </p:tgtEl>
                                        <p:attrNameLst>
                                          <p:attrName>style.visibility</p:attrName>
                                        </p:attrNameLst>
                                      </p:cBhvr>
                                      <p:to>
                                        <p:strVal val="visible"/>
                                      </p:to>
                                    </p:set>
                                    <p:anim calcmode="lin" valueType="num">
                                      <p:cBhvr>
                                        <p:cTn id="28" dur="300" fill="hold"/>
                                        <p:tgtEl>
                                          <p:spTgt spid="26"/>
                                        </p:tgtEl>
                                        <p:attrNameLst>
                                          <p:attrName>ppt_w</p:attrName>
                                        </p:attrNameLst>
                                      </p:cBhvr>
                                      <p:tavLst>
                                        <p:tav tm="0">
                                          <p:val>
                                            <p:fltVal val="0"/>
                                          </p:val>
                                        </p:tav>
                                        <p:tav tm="100000">
                                          <p:val>
                                            <p:strVal val="#ppt_w"/>
                                          </p:val>
                                        </p:tav>
                                      </p:tavLst>
                                    </p:anim>
                                    <p:anim calcmode="lin" valueType="num">
                                      <p:cBhvr>
                                        <p:cTn id="29" dur="300" fill="hold"/>
                                        <p:tgtEl>
                                          <p:spTgt spid="26"/>
                                        </p:tgtEl>
                                        <p:attrNameLst>
                                          <p:attrName>ppt_h</p:attrName>
                                        </p:attrNameLst>
                                      </p:cBhvr>
                                      <p:tavLst>
                                        <p:tav tm="0">
                                          <p:val>
                                            <p:strVal val="#ppt_h"/>
                                          </p:val>
                                        </p:tav>
                                        <p:tav tm="100000">
                                          <p:val>
                                            <p:strVal val="#ppt_h"/>
                                          </p:val>
                                        </p:tav>
                                      </p:tavLst>
                                    </p:anim>
                                  </p:childTnLst>
                                </p:cTn>
                              </p:par>
                              <p:par>
                                <p:cTn id="30" presetID="10" presetClass="entr" presetSubtype="0" fill="hold" grpId="0" nodeType="withEffect">
                                  <p:stCondLst>
                                    <p:cond delay="125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1000"/>
                                        <p:tgtEl>
                                          <p:spTgt spid="2"/>
                                        </p:tgtEl>
                                      </p:cBhvr>
                                    </p:animEffect>
                                  </p:childTnLst>
                                </p:cTn>
                              </p:par>
                              <p:par>
                                <p:cTn id="33" presetID="10" presetClass="entr" presetSubtype="0" fill="hold" grpId="0" nodeType="withEffect">
                                  <p:stCondLst>
                                    <p:cond delay="1750"/>
                                  </p:stCondLst>
                                  <p:childTnLst>
                                    <p:set>
                                      <p:cBhvr>
                                        <p:cTn id="34" dur="1" fill="hold">
                                          <p:stCondLst>
                                            <p:cond delay="0"/>
                                          </p:stCondLst>
                                        </p:cTn>
                                        <p:tgtEl>
                                          <p:spTgt spid="3"/>
                                        </p:tgtEl>
                                        <p:attrNameLst>
                                          <p:attrName>style.visibility</p:attrName>
                                        </p:attrNameLst>
                                      </p:cBhvr>
                                      <p:to>
                                        <p:strVal val="visible"/>
                                      </p:to>
                                    </p:set>
                                    <p:animEffect transition="in" filter="fade">
                                      <p:cBhvr>
                                        <p:cTn id="35"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 grpId="0"/>
      <p:bldP spid="3" grpId="0">
        <p:tmplLst>
          <p:tmpl>
            <p:tnLst>
              <p:par>
                <p:cTn presetID="10" presetClass="entr" presetSubtype="0" fill="hold" nodeType="withEffect">
                  <p:stCondLst>
                    <p:cond delay="17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Lst>
      </p:bldP>
      <p:bldP spid="21" grpId="0" animBg="1">
        <p:tmplLst>
          <p:tmpl>
            <p:tnLst>
              <p:par>
                <p:cTn presetID="16" presetClass="entr" presetSubtype="37" fill="hold" nodeType="withEffect">
                  <p:stCondLst>
                    <p:cond delay="750"/>
                  </p:stCondLst>
                  <p:childTnLst>
                    <p:set>
                      <p:cBhvr>
                        <p:cTn dur="1" fill="hold">
                          <p:stCondLst>
                            <p:cond delay="0"/>
                          </p:stCondLst>
                        </p:cTn>
                        <p:tgtEl>
                          <p:spTgt spid="21"/>
                        </p:tgtEl>
                        <p:attrNameLst>
                          <p:attrName>style.visibility</p:attrName>
                        </p:attrNameLst>
                      </p:cBhvr>
                      <p:to>
                        <p:strVal val="visible"/>
                      </p:to>
                    </p:set>
                    <p:animEffect transition="in" filter="barn(outVertical)">
                      <p:cBhvr>
                        <p:cTn dur="300"/>
                        <p:tgtEl>
                          <p:spTgt spid="21"/>
                        </p:tgtEl>
                      </p:cBhvr>
                    </p:animEffect>
                  </p:childTnLst>
                </p:cTn>
              </p:par>
            </p:tnLst>
          </p:tmpl>
        </p:tmplLst>
      </p:bldP>
      <p:bldP spid="21" grpId="1" animBg="1"/>
      <p:bldP spid="26" grpId="0" animBg="1">
        <p:tmplLst>
          <p:tmpl>
            <p:tnLst>
              <p:par>
                <p:cTn presetID="16" presetClass="entr" presetSubtype="37" fill="hold" nodeType="withEffect">
                  <p:stCondLst>
                    <p:cond delay="1000"/>
                  </p:stCondLst>
                  <p:childTnLst>
                    <p:set>
                      <p:cBhvr>
                        <p:cTn dur="1" fill="hold">
                          <p:stCondLst>
                            <p:cond delay="0"/>
                          </p:stCondLst>
                        </p:cTn>
                        <p:tgtEl>
                          <p:spTgt spid="26"/>
                        </p:tgtEl>
                        <p:attrNameLst>
                          <p:attrName>style.visibility</p:attrName>
                        </p:attrNameLst>
                      </p:cBhvr>
                      <p:to>
                        <p:strVal val="visible"/>
                      </p:to>
                    </p:set>
                    <p:animEffect transition="in" filter="barn(outVertical)">
                      <p:cBhvr>
                        <p:cTn dur="300"/>
                        <p:tgtEl>
                          <p:spTgt spid="26"/>
                        </p:tgtEl>
                      </p:cBhvr>
                    </p:animEffect>
                  </p:childTnLst>
                </p:cTn>
              </p:par>
            </p:tnLst>
          </p:tmpl>
        </p:tmplLst>
      </p:bldP>
      <p:bldP spid="26" grpId="1" animBg="1"/>
      <p:bldP spid="24" grpId="0" animBg="1">
        <p:tmplLst>
          <p:tmpl>
            <p:tnLst>
              <p:par>
                <p:cTn presetID="16" presetClass="entr" presetSubtype="37" fill="hold" nodeType="with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barn(outVertical)">
                      <p:cBhvr>
                        <p:cTn dur="600"/>
                        <p:tgtEl>
                          <p:spTgt spid="24"/>
                        </p:tgtEl>
                      </p:cBhvr>
                    </p:animEffect>
                  </p:childTnLst>
                </p:cTn>
              </p:par>
            </p:tnLst>
          </p:tmpl>
        </p:tmplLst>
      </p:bldP>
      <p:bldP spid="24" grpId="1" animBg="1">
        <p:tmplLst>
          <p:tmpl>
            <p:tnLst>
              <p:par>
                <p:cTn presetID="17" presetClass="entr" presetSubtype="1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 calcmode="lin" valueType="num">
                      <p:cBhvr>
                        <p:cTn dur="600" fill="hold"/>
                        <p:tgtEl>
                          <p:spTgt spid="24"/>
                        </p:tgtEl>
                        <p:attrNameLst>
                          <p:attrName>ppt_w</p:attrName>
                        </p:attrNameLst>
                      </p:cBhvr>
                      <p:tavLst>
                        <p:tav tm="0">
                          <p:val>
                            <p:fltVal val="0"/>
                          </p:val>
                        </p:tav>
                        <p:tav tm="100000">
                          <p:val>
                            <p:strVal val="#ppt_w"/>
                          </p:val>
                        </p:tav>
                      </p:tavLst>
                    </p:anim>
                    <p:anim calcmode="lin" valueType="num">
                      <p:cBhvr>
                        <p:cTn dur="600" fill="hold"/>
                        <p:tgtEl>
                          <p:spTgt spid="24"/>
                        </p:tgtEl>
                        <p:attrNameLst>
                          <p:attrName>ppt_h</p:attrName>
                        </p:attrNameLst>
                      </p:cBhvr>
                      <p:tavLst>
                        <p:tav tm="0">
                          <p:val>
                            <p:strVal val="#ppt_h"/>
                          </p:val>
                        </p:tav>
                        <p:tav tm="100000">
                          <p:val>
                            <p:strVal val="#ppt_h"/>
                          </p:val>
                        </p:tav>
                      </p:tavLst>
                    </p:anim>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B23073-572C-4F04-B89A-B107AB932F47}"/>
              </a:ext>
            </a:extLst>
          </p:cNvPr>
          <p:cNvSpPr>
            <a:spLocks noGrp="1"/>
          </p:cNvSpPr>
          <p:nvPr>
            <p:ph type="title" hasCustomPrompt="1"/>
          </p:nvPr>
        </p:nvSpPr>
        <p:spPr>
          <a:xfrm>
            <a:off x="540000" y="538833"/>
            <a:ext cx="11112000" cy="301139"/>
          </a:xfrm>
        </p:spPr>
        <p:txBody>
          <a:bodyPr/>
          <a:lstStyle>
            <a:lvl1pPr>
              <a:defRPr/>
            </a:lvl1pPr>
          </a:lstStyle>
          <a:p>
            <a:r>
              <a:rPr lang="nl-NL" noProof="0"/>
              <a:t>Voeg hier een titel in</a:t>
            </a:r>
            <a:endParaRPr lang="nl-NL"/>
          </a:p>
        </p:txBody>
      </p:sp>
      <p:sp>
        <p:nvSpPr>
          <p:cNvPr id="3" name="Tijdelijke aanduiding voor verticale tekst 2">
            <a:extLst>
              <a:ext uri="{FF2B5EF4-FFF2-40B4-BE49-F238E27FC236}">
                <a16:creationId xmlns:a16="http://schemas.microsoft.com/office/drawing/2014/main" id="{7C849E55-A25C-4202-801C-0514342EA9C6}"/>
              </a:ext>
            </a:extLst>
          </p:cNvPr>
          <p:cNvSpPr>
            <a:spLocks noGrp="1"/>
          </p:cNvSpPr>
          <p:nvPr>
            <p:ph type="body" orient="vert" idx="1" hasCustomPrompt="1"/>
          </p:nvPr>
        </p:nvSpPr>
        <p:spPr/>
        <p:txBody>
          <a:bodyPr vert="horz" anchor="t"/>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err="1"/>
              <a:t>Bullet</a:t>
            </a:r>
            <a:endParaRPr lang="nl-NL" noProof="0"/>
          </a:p>
          <a:p>
            <a:pPr lvl="1"/>
            <a:r>
              <a:rPr lang="nl-NL" noProof="0"/>
              <a:t>Sub-</a:t>
            </a:r>
            <a:r>
              <a:rPr lang="nl-NL" noProof="0" err="1"/>
              <a:t>bullet</a:t>
            </a:r>
            <a:r>
              <a:rPr lang="nl-NL" noProof="0"/>
              <a:t> #1</a:t>
            </a:r>
          </a:p>
          <a:p>
            <a:pPr lvl="2"/>
            <a:r>
              <a:rPr lang="nl-NL" noProof="0"/>
              <a:t>Sub-</a:t>
            </a:r>
            <a:r>
              <a:rPr lang="nl-NL" noProof="0" err="1"/>
              <a:t>bullet</a:t>
            </a:r>
            <a:r>
              <a:rPr lang="nl-NL" noProof="0"/>
              <a:t> #2</a:t>
            </a:r>
          </a:p>
          <a:p>
            <a:pPr lvl="3"/>
            <a:r>
              <a:rPr lang="nl-NL" noProof="0"/>
              <a:t>Leestekst</a:t>
            </a:r>
          </a:p>
          <a:p>
            <a:pPr lvl="4"/>
            <a:r>
              <a:rPr lang="nl-NL" noProof="0"/>
              <a:t>Tussenkop</a:t>
            </a:r>
          </a:p>
          <a:p>
            <a:pPr lvl="5"/>
            <a:r>
              <a:rPr lang="nl-NL" noProof="0"/>
              <a:t>Numerieke </a:t>
            </a:r>
            <a:r>
              <a:rPr lang="nl-NL" noProof="0" err="1"/>
              <a:t>bullet</a:t>
            </a:r>
            <a:endParaRPr lang="nl-NL" noProof="0"/>
          </a:p>
          <a:p>
            <a:pPr lvl="6"/>
            <a:r>
              <a:rPr lang="nl-NL" noProof="0"/>
              <a:t>Alfabetische </a:t>
            </a:r>
            <a:r>
              <a:rPr lang="nl-NL" noProof="0" err="1"/>
              <a:t>bullet</a:t>
            </a:r>
            <a:endParaRPr lang="nl-NL" noProof="0"/>
          </a:p>
          <a:p>
            <a:pPr lvl="7"/>
            <a:r>
              <a:rPr lang="nl-NL" noProof="0"/>
              <a:t>Fotobeschrijving</a:t>
            </a:r>
          </a:p>
          <a:p>
            <a:pPr lvl="8"/>
            <a:r>
              <a:rPr lang="nl-NL" noProof="0"/>
              <a:t>Quote tekst</a:t>
            </a:r>
          </a:p>
          <a:p>
            <a:pPr lvl="4"/>
            <a:endParaRPr lang="nl-NL"/>
          </a:p>
        </p:txBody>
      </p:sp>
      <p:sp>
        <p:nvSpPr>
          <p:cNvPr id="4" name="Tijdelijke aanduiding voor datum 3">
            <a:extLst>
              <a:ext uri="{FF2B5EF4-FFF2-40B4-BE49-F238E27FC236}">
                <a16:creationId xmlns:a16="http://schemas.microsoft.com/office/drawing/2014/main" id="{DABA8B2F-5EFD-4A05-8481-248C853EA1DE}"/>
              </a:ext>
            </a:extLst>
          </p:cNvPr>
          <p:cNvSpPr>
            <a:spLocks noGrp="1"/>
          </p:cNvSpPr>
          <p:nvPr>
            <p:ph type="dt" sz="half" idx="10"/>
          </p:nvPr>
        </p:nvSpPr>
        <p:spPr/>
        <p:txBody>
          <a:bodyPr/>
          <a:lstStyle/>
          <a:p>
            <a:fld id="{3F66E6A5-016E-4DD6-8495-48477EDD0734}" type="datetime4">
              <a:rPr lang="nl-NL" smtClean="0"/>
              <a:t>24 oktober 2024</a:t>
            </a:fld>
            <a:endParaRPr lang="nl-NL"/>
          </a:p>
        </p:txBody>
      </p:sp>
      <p:sp>
        <p:nvSpPr>
          <p:cNvPr id="6" name="Tijdelijke aanduiding voor dianummer 5">
            <a:extLst>
              <a:ext uri="{FF2B5EF4-FFF2-40B4-BE49-F238E27FC236}">
                <a16:creationId xmlns:a16="http://schemas.microsoft.com/office/drawing/2014/main" id="{A7656491-ADD5-4A7E-BAFA-5FCFF07D6EB0}"/>
              </a:ext>
            </a:extLst>
          </p:cNvPr>
          <p:cNvSpPr>
            <a:spLocks noGrp="1"/>
          </p:cNvSpPr>
          <p:nvPr>
            <p:ph type="sldNum" sz="quarter" idx="12"/>
          </p:nvPr>
        </p:nvSpPr>
        <p:spPr/>
        <p:txBody>
          <a:bodyPr/>
          <a:lstStyle/>
          <a:p>
            <a:fld id="{8D374ABD-355D-4B52-8A38-020B3DD5CC75}" type="slidenum">
              <a:rPr lang="nl-NL" smtClean="0"/>
              <a:t>‹#›</a:t>
            </a:fld>
            <a:endParaRPr lang="nl-NL"/>
          </a:p>
        </p:txBody>
      </p:sp>
      <p:sp>
        <p:nvSpPr>
          <p:cNvPr id="7" name="Tijdelijke aanduiding voor tekst 32">
            <a:extLst>
              <a:ext uri="{FF2B5EF4-FFF2-40B4-BE49-F238E27FC236}">
                <a16:creationId xmlns:a16="http://schemas.microsoft.com/office/drawing/2014/main" id="{7175F566-3665-4B0F-B70C-72779DF2FDD6}"/>
              </a:ext>
            </a:extLst>
          </p:cNvPr>
          <p:cNvSpPr>
            <a:spLocks noGrp="1"/>
          </p:cNvSpPr>
          <p:nvPr>
            <p:ph type="body" sz="quarter" idx="13" hasCustomPrompt="1"/>
          </p:nvPr>
        </p:nvSpPr>
        <p:spPr>
          <a:xfrm>
            <a:off x="539998" y="839972"/>
            <a:ext cx="11112000" cy="259612"/>
          </a:xfrm>
        </p:spPr>
        <p:txBody>
          <a:bodyPr anchor="ctr"/>
          <a:lstStyle>
            <a:lvl1pPr marL="0" indent="0">
              <a:buNone/>
              <a:defRPr sz="2000" b="0">
                <a:solidFill>
                  <a:schemeClr val="accent1"/>
                </a:solidFill>
              </a:defRPr>
            </a:lvl1pPr>
          </a:lstStyle>
          <a:p>
            <a:pPr lvl="0"/>
            <a:r>
              <a:rPr lang="nl-NL" noProof="0"/>
              <a:t>Voeg hier een subtitel in</a:t>
            </a:r>
          </a:p>
        </p:txBody>
      </p:sp>
      <p:sp>
        <p:nvSpPr>
          <p:cNvPr id="17" name="Tijdelijke aanduiding voor tekst 34">
            <a:extLst>
              <a:ext uri="{FF2B5EF4-FFF2-40B4-BE49-F238E27FC236}">
                <a16:creationId xmlns:a16="http://schemas.microsoft.com/office/drawing/2014/main" id="{9955CEC2-0160-42D3-9E2E-941A4A11119D}"/>
              </a:ext>
            </a:extLst>
          </p:cNvPr>
          <p:cNvSpPr>
            <a:spLocks noGrp="1"/>
          </p:cNvSpPr>
          <p:nvPr>
            <p:ph type="body" sz="quarter" idx="14" hasCustomPrompt="1"/>
          </p:nvPr>
        </p:nvSpPr>
        <p:spPr>
          <a:xfrm>
            <a:off x="539749" y="5758889"/>
            <a:ext cx="11112249" cy="147981"/>
          </a:xfrm>
        </p:spPr>
        <p:txBody>
          <a:bodyPr anchor="b"/>
          <a:lstStyle>
            <a:lvl1pPr marL="0" indent="0">
              <a:buNone/>
              <a:defRPr sz="1000" i="1"/>
            </a:lvl1pPr>
          </a:lstStyle>
          <a:p>
            <a:pPr lvl="0"/>
            <a:r>
              <a:rPr lang="nl-NL" noProof="0"/>
              <a:t>Vul hier een bron in (of laat dit </a:t>
            </a:r>
            <a:r>
              <a:rPr lang="nl-NL" noProof="0" err="1"/>
              <a:t>tekstvak</a:t>
            </a:r>
            <a:r>
              <a:rPr lang="nl-NL" noProof="0"/>
              <a:t> leeg wanneer een bron ontbreekt)</a:t>
            </a:r>
          </a:p>
        </p:txBody>
      </p:sp>
      <p:sp>
        <p:nvSpPr>
          <p:cNvPr id="18" name="Rechthoek: afgeronde hoeken 17">
            <a:extLst>
              <a:ext uri="{FF2B5EF4-FFF2-40B4-BE49-F238E27FC236}">
                <a16:creationId xmlns:a16="http://schemas.microsoft.com/office/drawing/2014/main" id="{765A9402-96DA-4D08-A873-873C05E81C86}"/>
              </a:ext>
            </a:extLst>
          </p:cNvPr>
          <p:cNvSpPr/>
          <p:nvPr userDrawn="1"/>
        </p:nvSpPr>
        <p:spPr>
          <a:xfrm>
            <a:off x="3048000" y="-491319"/>
            <a:ext cx="6096000" cy="30025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lvl="0" algn="ctr"/>
            <a:r>
              <a:rPr lang="nl-NL" sz="2800" b="0" cap="all" baseline="0" noProof="0">
                <a:solidFill>
                  <a:schemeClr val="accent1"/>
                </a:solidFill>
                <a:latin typeface="+mn-lt"/>
              </a:rPr>
              <a:t>TEKST</a:t>
            </a:r>
          </a:p>
        </p:txBody>
      </p:sp>
      <p:sp>
        <p:nvSpPr>
          <p:cNvPr id="44" name="Tijdelijke aanduiding voor tekst 43">
            <a:extLst>
              <a:ext uri="{FF2B5EF4-FFF2-40B4-BE49-F238E27FC236}">
                <a16:creationId xmlns:a16="http://schemas.microsoft.com/office/drawing/2014/main" id="{C39606EC-1987-41D2-AE51-A1A79674F48D}"/>
              </a:ext>
            </a:extLst>
          </p:cNvPr>
          <p:cNvSpPr>
            <a:spLocks noGrp="1"/>
          </p:cNvSpPr>
          <p:nvPr>
            <p:ph type="body" sz="quarter" idx="15" hasCustomPrompt="1"/>
          </p:nvPr>
        </p:nvSpPr>
        <p:spPr>
          <a:xfrm>
            <a:off x="540000" y="0"/>
            <a:ext cx="1080000" cy="72000"/>
          </a:xfrm>
          <a:solidFill>
            <a:schemeClr val="accent1"/>
          </a:solidFill>
        </p:spPr>
        <p:txBody>
          <a:bodyPr/>
          <a:lstStyle>
            <a:lvl1pPr marL="0" indent="0">
              <a:buNone/>
              <a:defRPr sz="100">
                <a:solidFill>
                  <a:schemeClr val="bg2"/>
                </a:solidFill>
              </a:defRPr>
            </a:lvl1pPr>
            <a:lvl5pPr>
              <a:defRPr/>
            </a:lvl5pPr>
          </a:lstStyle>
          <a:p>
            <a:pPr lvl="0"/>
            <a:r>
              <a:rPr lang="en-GB"/>
              <a:t> </a:t>
            </a:r>
          </a:p>
        </p:txBody>
      </p:sp>
      <p:grpSp>
        <p:nvGrpSpPr>
          <p:cNvPr id="8" name="Instructie">
            <a:extLst>
              <a:ext uri="{FF2B5EF4-FFF2-40B4-BE49-F238E27FC236}">
                <a16:creationId xmlns:a16="http://schemas.microsoft.com/office/drawing/2014/main" id="{CE3C711D-2017-404E-847B-AB4DEB87F028}"/>
              </a:ext>
            </a:extLst>
          </p:cNvPr>
          <p:cNvGrpSpPr/>
          <p:nvPr userDrawn="1"/>
        </p:nvGrpSpPr>
        <p:grpSpPr>
          <a:xfrm>
            <a:off x="-3437547" y="1434"/>
            <a:ext cx="3201327" cy="6041867"/>
            <a:chOff x="-3437547" y="1434"/>
            <a:chExt cx="3201327" cy="6041867"/>
          </a:xfrm>
        </p:grpSpPr>
        <p:cxnSp>
          <p:nvCxnSpPr>
            <p:cNvPr id="23" name="Rechte verbindingslijn 22">
              <a:extLst>
                <a:ext uri="{FF2B5EF4-FFF2-40B4-BE49-F238E27FC236}">
                  <a16:creationId xmlns:a16="http://schemas.microsoft.com/office/drawing/2014/main" id="{B573ECE5-8B26-421E-B340-85DC5FBC5D32}"/>
                </a:ext>
              </a:extLst>
            </p:cNvPr>
            <p:cNvCxnSpPr>
              <a:cxnSpLocks/>
            </p:cNvCxnSpPr>
            <p:nvPr userDrawn="1"/>
          </p:nvCxnSpPr>
          <p:spPr>
            <a:xfrm>
              <a:off x="-3419346" y="6043301"/>
              <a:ext cx="3176013" cy="0"/>
            </a:xfrm>
            <a:prstGeom prst="line">
              <a:avLst/>
            </a:prstGeom>
            <a:noFill/>
            <a:ln w="3175" cap="flat" cmpd="sng" algn="ctr">
              <a:solidFill>
                <a:schemeClr val="bg1">
                  <a:lumMod val="50000"/>
                </a:schemeClr>
              </a:solidFill>
              <a:prstDash val="solid"/>
            </a:ln>
            <a:effectLst/>
          </p:spPr>
        </p:cxnSp>
        <p:sp>
          <p:nvSpPr>
            <p:cNvPr id="24" name="Ovaal 23">
              <a:extLst>
                <a:ext uri="{FF2B5EF4-FFF2-40B4-BE49-F238E27FC236}">
                  <a16:creationId xmlns:a16="http://schemas.microsoft.com/office/drawing/2014/main" id="{7F69DEA5-422C-4E20-9D82-F332E3A683A8}"/>
                </a:ext>
              </a:extLst>
            </p:cNvPr>
            <p:cNvSpPr/>
            <p:nvPr userDrawn="1"/>
          </p:nvSpPr>
          <p:spPr>
            <a:xfrm>
              <a:off x="-3425006" y="4548392"/>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6</a:t>
              </a:r>
            </a:p>
          </p:txBody>
        </p:sp>
        <p:sp>
          <p:nvSpPr>
            <p:cNvPr id="25" name="Rechthoek 24">
              <a:extLst>
                <a:ext uri="{FF2B5EF4-FFF2-40B4-BE49-F238E27FC236}">
                  <a16:creationId xmlns:a16="http://schemas.microsoft.com/office/drawing/2014/main" id="{A25A09AD-A11B-4C29-AC8E-9F7F34618732}"/>
                </a:ext>
              </a:extLst>
            </p:cNvPr>
            <p:cNvSpPr/>
            <p:nvPr userDrawn="1"/>
          </p:nvSpPr>
          <p:spPr>
            <a:xfrm>
              <a:off x="-3059324" y="4548391"/>
              <a:ext cx="2823104" cy="255963"/>
            </a:xfrm>
            <a:prstGeom prst="rect">
              <a:avLst/>
            </a:prstGeom>
            <a:noFill/>
            <a:ln w="25400" cap="flat" cmpd="sng" algn="ctr">
              <a:noFill/>
              <a:prstDash val="solid"/>
            </a:ln>
            <a:effectLst/>
          </p:spPr>
          <p:txBody>
            <a:bodyPr lIns="0" tIns="0" rIns="0" bIns="0" rtlCol="0" anchor="ctr"/>
            <a:lstStyle/>
            <a:p>
              <a:pPr marL="265113" marR="0" lvl="5" indent="-265113" algn="l" defTabSz="914400" rtl="0" eaLnBrk="1" fontAlgn="auto" latinLnBrk="0" hangingPunct="1">
                <a:lnSpc>
                  <a:spcPct val="100000"/>
                </a:lnSpc>
                <a:spcBef>
                  <a:spcPts val="300"/>
                </a:spcBef>
                <a:spcAft>
                  <a:spcPts val="300"/>
                </a:spcAft>
                <a:buClr>
                  <a:schemeClr val="tx1"/>
                </a:buClr>
                <a:buSzPct val="85000"/>
                <a:buFont typeface="+mj-lt"/>
                <a:buAutoNum type="arabicPeriod"/>
                <a:tabLst/>
                <a:defRPr/>
              </a:pPr>
              <a:r>
                <a:rPr lang="nl-NL" sz="1500" kern="1200" noProof="0">
                  <a:solidFill>
                    <a:schemeClr val="tx1"/>
                  </a:solidFill>
                  <a:latin typeface="+mn-lt"/>
                  <a:ea typeface="+mn-ea"/>
                  <a:cs typeface="+mn-cs"/>
                </a:rPr>
                <a:t>Numerieke </a:t>
              </a:r>
              <a:r>
                <a:rPr lang="nl-NL" sz="1500" kern="1200" noProof="0" err="1">
                  <a:solidFill>
                    <a:schemeClr val="tx1"/>
                  </a:solidFill>
                  <a:latin typeface="+mn-lt"/>
                  <a:ea typeface="+mn-ea"/>
                  <a:cs typeface="+mn-cs"/>
                </a:rPr>
                <a:t>bullet</a:t>
              </a:r>
              <a:r>
                <a:rPr lang="nl-NL" sz="1500" kern="1200" noProof="0">
                  <a:solidFill>
                    <a:schemeClr val="tx1"/>
                  </a:solidFill>
                  <a:latin typeface="+mn-lt"/>
                  <a:ea typeface="+mn-ea"/>
                  <a:cs typeface="+mn-cs"/>
                </a:rPr>
                <a:t> (15pt)</a:t>
              </a:r>
            </a:p>
          </p:txBody>
        </p:sp>
        <p:sp>
          <p:nvSpPr>
            <p:cNvPr id="26" name="Ovaal 25">
              <a:extLst>
                <a:ext uri="{FF2B5EF4-FFF2-40B4-BE49-F238E27FC236}">
                  <a16:creationId xmlns:a16="http://schemas.microsoft.com/office/drawing/2014/main" id="{0E7B5A5A-CDF9-400A-9597-9EAC1A4986B6}"/>
                </a:ext>
              </a:extLst>
            </p:cNvPr>
            <p:cNvSpPr/>
            <p:nvPr userDrawn="1"/>
          </p:nvSpPr>
          <p:spPr>
            <a:xfrm>
              <a:off x="-3425006" y="4922568"/>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7</a:t>
              </a:r>
            </a:p>
          </p:txBody>
        </p:sp>
        <p:sp>
          <p:nvSpPr>
            <p:cNvPr id="27" name="Rechthoek 26">
              <a:extLst>
                <a:ext uri="{FF2B5EF4-FFF2-40B4-BE49-F238E27FC236}">
                  <a16:creationId xmlns:a16="http://schemas.microsoft.com/office/drawing/2014/main" id="{ED506BF8-3B02-4DC7-B980-DA7A16229F08}"/>
                </a:ext>
              </a:extLst>
            </p:cNvPr>
            <p:cNvSpPr/>
            <p:nvPr userDrawn="1"/>
          </p:nvSpPr>
          <p:spPr>
            <a:xfrm>
              <a:off x="-3059324" y="4922567"/>
              <a:ext cx="2823104" cy="255963"/>
            </a:xfrm>
            <a:prstGeom prst="rect">
              <a:avLst/>
            </a:prstGeom>
            <a:noFill/>
            <a:ln w="25400" cap="flat" cmpd="sng" algn="ctr">
              <a:noFill/>
              <a:prstDash val="solid"/>
            </a:ln>
            <a:effectLst/>
          </p:spPr>
          <p:txBody>
            <a:bodyPr lIns="0" tIns="0" rIns="0" bIns="0" rtlCol="0" anchor="ctr"/>
            <a:lstStyle/>
            <a:p>
              <a:pPr marL="265113" marR="0" lvl="6" indent="-265113" algn="l" defTabSz="914400" rtl="0" eaLnBrk="1" fontAlgn="auto" latinLnBrk="0" hangingPunct="1">
                <a:lnSpc>
                  <a:spcPct val="100000"/>
                </a:lnSpc>
                <a:spcBef>
                  <a:spcPts val="300"/>
                </a:spcBef>
                <a:spcAft>
                  <a:spcPts val="300"/>
                </a:spcAft>
                <a:buClr>
                  <a:schemeClr val="tx1"/>
                </a:buClr>
                <a:buSzPct val="85000"/>
                <a:buFont typeface="+mj-lt"/>
                <a:buAutoNum type="alphaLcPeriod"/>
                <a:tabLst/>
                <a:defRPr/>
              </a:pPr>
              <a:r>
                <a:rPr lang="nl-NL" sz="1500" kern="1200" noProof="0">
                  <a:solidFill>
                    <a:schemeClr val="tx1"/>
                  </a:solidFill>
                  <a:latin typeface="+mn-lt"/>
                  <a:ea typeface="+mn-ea"/>
                  <a:cs typeface="+mn-cs"/>
                </a:rPr>
                <a:t>Alfabetische </a:t>
              </a:r>
              <a:r>
                <a:rPr lang="nl-NL" sz="1500" kern="1200" noProof="0" err="1">
                  <a:solidFill>
                    <a:schemeClr val="tx1"/>
                  </a:solidFill>
                  <a:latin typeface="+mn-lt"/>
                  <a:ea typeface="+mn-ea"/>
                  <a:cs typeface="+mn-cs"/>
                </a:rPr>
                <a:t>bullet</a:t>
              </a:r>
              <a:r>
                <a:rPr lang="nl-NL" sz="1500" kern="1200" noProof="0">
                  <a:solidFill>
                    <a:schemeClr val="tx1"/>
                  </a:solidFill>
                  <a:latin typeface="+mn-lt"/>
                  <a:ea typeface="+mn-ea"/>
                  <a:cs typeface="+mn-cs"/>
                </a:rPr>
                <a:t> (15pt)</a:t>
              </a:r>
            </a:p>
          </p:txBody>
        </p:sp>
        <p:sp>
          <p:nvSpPr>
            <p:cNvPr id="28" name="Ovaal 27">
              <a:extLst>
                <a:ext uri="{FF2B5EF4-FFF2-40B4-BE49-F238E27FC236}">
                  <a16:creationId xmlns:a16="http://schemas.microsoft.com/office/drawing/2014/main" id="{29C6A98D-11CD-48B6-9127-DAC0D53A1849}"/>
                </a:ext>
              </a:extLst>
            </p:cNvPr>
            <p:cNvSpPr/>
            <p:nvPr userDrawn="1"/>
          </p:nvSpPr>
          <p:spPr>
            <a:xfrm>
              <a:off x="-3425006" y="5295213"/>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8</a:t>
              </a:r>
            </a:p>
          </p:txBody>
        </p:sp>
        <p:sp>
          <p:nvSpPr>
            <p:cNvPr id="29" name="Rechthoek 28">
              <a:extLst>
                <a:ext uri="{FF2B5EF4-FFF2-40B4-BE49-F238E27FC236}">
                  <a16:creationId xmlns:a16="http://schemas.microsoft.com/office/drawing/2014/main" id="{7770311C-EF99-4E7F-840A-B800D333C699}"/>
                </a:ext>
              </a:extLst>
            </p:cNvPr>
            <p:cNvSpPr/>
            <p:nvPr userDrawn="1"/>
          </p:nvSpPr>
          <p:spPr>
            <a:xfrm>
              <a:off x="-3059324" y="5295212"/>
              <a:ext cx="2823104" cy="255963"/>
            </a:xfrm>
            <a:prstGeom prst="rect">
              <a:avLst/>
            </a:prstGeom>
            <a:noFill/>
            <a:ln w="25400" cap="flat" cmpd="sng" algn="ctr">
              <a:noFill/>
              <a:prstDash val="solid"/>
            </a:ln>
            <a:effectLst/>
          </p:spPr>
          <p:txBody>
            <a:bodyPr lIns="0" tIns="0" rIns="0" bIns="0" rtlCol="0" anchor="ctr"/>
            <a:lstStyle/>
            <a:p>
              <a:pPr marL="0" marR="0" lvl="7" indent="0" algn="l" defTabSz="914400" rtl="0" eaLnBrk="1" fontAlgn="auto" latinLnBrk="0" hangingPunct="1">
                <a:lnSpc>
                  <a:spcPct val="100000"/>
                </a:lnSpc>
                <a:spcBef>
                  <a:spcPts val="300"/>
                </a:spcBef>
                <a:spcAft>
                  <a:spcPts val="300"/>
                </a:spcAft>
                <a:buClr>
                  <a:schemeClr val="accent3"/>
                </a:buClr>
                <a:buSzTx/>
                <a:buFont typeface="Arial" panose="020B0604020202020204" pitchFamily="34" charset="0"/>
                <a:buNone/>
                <a:tabLst/>
                <a:defRPr/>
              </a:pPr>
              <a:r>
                <a:rPr lang="nl-NL" sz="1000" i="1" kern="1200" noProof="0">
                  <a:solidFill>
                    <a:schemeClr val="tx1"/>
                  </a:solidFill>
                  <a:latin typeface="+mn-lt"/>
                  <a:ea typeface="+mn-ea"/>
                  <a:cs typeface="+mn-cs"/>
                </a:rPr>
                <a:t>Fotobeschrijving (10pt)</a:t>
              </a:r>
            </a:p>
          </p:txBody>
        </p:sp>
        <p:sp>
          <p:nvSpPr>
            <p:cNvPr id="30" name="Ovaal 29">
              <a:extLst>
                <a:ext uri="{FF2B5EF4-FFF2-40B4-BE49-F238E27FC236}">
                  <a16:creationId xmlns:a16="http://schemas.microsoft.com/office/drawing/2014/main" id="{6C1F6DEA-553B-410A-9A95-8C3DD7FCA4EA}"/>
                </a:ext>
              </a:extLst>
            </p:cNvPr>
            <p:cNvSpPr/>
            <p:nvPr userDrawn="1"/>
          </p:nvSpPr>
          <p:spPr>
            <a:xfrm>
              <a:off x="-3425006" y="5668478"/>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9</a:t>
              </a:r>
            </a:p>
          </p:txBody>
        </p:sp>
        <p:sp>
          <p:nvSpPr>
            <p:cNvPr id="31" name="Rechthoek 30">
              <a:extLst>
                <a:ext uri="{FF2B5EF4-FFF2-40B4-BE49-F238E27FC236}">
                  <a16:creationId xmlns:a16="http://schemas.microsoft.com/office/drawing/2014/main" id="{FCF75767-3FEF-4250-A5B4-7C160D3444B7}"/>
                </a:ext>
              </a:extLst>
            </p:cNvPr>
            <p:cNvSpPr/>
            <p:nvPr userDrawn="1"/>
          </p:nvSpPr>
          <p:spPr>
            <a:xfrm>
              <a:off x="-3059324" y="5668477"/>
              <a:ext cx="2823104" cy="255963"/>
            </a:xfrm>
            <a:prstGeom prst="rect">
              <a:avLst/>
            </a:prstGeom>
            <a:noFill/>
            <a:ln w="25400" cap="flat" cmpd="sng" algn="ctr">
              <a:noFill/>
              <a:prstDash val="solid"/>
            </a:ln>
            <a:effectLst/>
          </p:spPr>
          <p:txBody>
            <a:bodyPr lIns="0" tIns="0" rIns="0" bIns="0" rtlCol="0" anchor="ctr"/>
            <a:lstStyle/>
            <a:p>
              <a:pPr marL="0" marR="0" lvl="8" indent="0" algn="l" defTabSz="914400" rtl="0" eaLnBrk="1" fontAlgn="auto" latinLnBrk="0" hangingPunct="1">
                <a:lnSpc>
                  <a:spcPct val="100000"/>
                </a:lnSpc>
                <a:spcBef>
                  <a:spcPts val="600"/>
                </a:spcBef>
                <a:spcAft>
                  <a:spcPts val="300"/>
                </a:spcAft>
                <a:buClrTx/>
                <a:buSzTx/>
                <a:buFont typeface="Arial" panose="020B0604020202020204" pitchFamily="34" charset="0"/>
                <a:buNone/>
                <a:tabLst/>
                <a:defRPr/>
              </a:pPr>
              <a:r>
                <a:rPr lang="nl-NL" sz="2000" i="1" kern="1200" noProof="0">
                  <a:solidFill>
                    <a:schemeClr val="tx1"/>
                  </a:solidFill>
                  <a:latin typeface="+mn-lt"/>
                  <a:ea typeface="+mn-ea"/>
                  <a:cs typeface="+mn-cs"/>
                </a:rPr>
                <a:t>Quote tekst (20pt)</a:t>
              </a:r>
            </a:p>
          </p:txBody>
        </p:sp>
        <p:sp>
          <p:nvSpPr>
            <p:cNvPr id="45" name="Rechthoek 44">
              <a:extLst>
                <a:ext uri="{FF2B5EF4-FFF2-40B4-BE49-F238E27FC236}">
                  <a16:creationId xmlns:a16="http://schemas.microsoft.com/office/drawing/2014/main" id="{3B276D92-7A41-49DF-8C88-185CB47BA65E}"/>
                </a:ext>
              </a:extLst>
            </p:cNvPr>
            <p:cNvSpPr/>
            <p:nvPr userDrawn="1"/>
          </p:nvSpPr>
          <p:spPr>
            <a:xfrm>
              <a:off x="-3419345" y="1434"/>
              <a:ext cx="3176012"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bg1">
                      <a:lumMod val="50000"/>
                    </a:schemeClr>
                  </a:solidFill>
                  <a:effectLst/>
                  <a:uLnTx/>
                  <a:uFillTx/>
                  <a:latin typeface="+mj-lt"/>
                  <a:cs typeface="Segoe UI Light" panose="020B0502040204020203" pitchFamily="34" charset="0"/>
                </a:rPr>
                <a:t>TEKST</a:t>
              </a:r>
              <a:r>
                <a:rPr kumimoji="0" lang="nl-NL" sz="1400" b="1" i="0" u="none" strike="noStrike" kern="0" cap="all" spc="0" normalizeH="0" noProof="0">
                  <a:ln>
                    <a:noFill/>
                  </a:ln>
                  <a:solidFill>
                    <a:schemeClr val="bg1">
                      <a:lumMod val="50000"/>
                    </a:schemeClr>
                  </a:solidFill>
                  <a:effectLst/>
                  <a:uLnTx/>
                  <a:uFillTx/>
                  <a:latin typeface="+mj-lt"/>
                  <a:cs typeface="Segoe UI Light" panose="020B0502040204020203" pitchFamily="34" charset="0"/>
                </a:rPr>
                <a:t> NIVEAUS kiezen</a:t>
              </a:r>
              <a:endParaRPr kumimoji="0" lang="nl-NL" sz="1400" b="1" i="0" u="none" strike="noStrike" kern="0" cap="all" spc="0" normalizeH="0" baseline="0" noProof="0">
                <a:ln>
                  <a:noFill/>
                </a:ln>
                <a:solidFill>
                  <a:schemeClr val="bg1">
                    <a:lumMod val="50000"/>
                  </a:schemeClr>
                </a:solidFill>
                <a:effectLst/>
                <a:uLnTx/>
                <a:uFillTx/>
                <a:latin typeface="+mj-lt"/>
                <a:cs typeface="Segoe UI Light" panose="020B0502040204020203" pitchFamily="34" charset="0"/>
              </a:endParaRPr>
            </a:p>
          </p:txBody>
        </p:sp>
        <p:sp>
          <p:nvSpPr>
            <p:cNvPr id="46" name="Ovaal 45">
              <a:extLst>
                <a:ext uri="{FF2B5EF4-FFF2-40B4-BE49-F238E27FC236}">
                  <a16:creationId xmlns:a16="http://schemas.microsoft.com/office/drawing/2014/main" id="{48C479DB-B8BC-4506-9181-30DF60A1539A}"/>
                </a:ext>
              </a:extLst>
            </p:cNvPr>
            <p:cNvSpPr/>
            <p:nvPr userDrawn="1"/>
          </p:nvSpPr>
          <p:spPr>
            <a:xfrm>
              <a:off x="-3425006" y="2678716"/>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47" name="Rechte verbindingslijn 46">
              <a:extLst>
                <a:ext uri="{FF2B5EF4-FFF2-40B4-BE49-F238E27FC236}">
                  <a16:creationId xmlns:a16="http://schemas.microsoft.com/office/drawing/2014/main" id="{3052ED36-84F4-48FF-B422-49B9578D7FB0}"/>
                </a:ext>
              </a:extLst>
            </p:cNvPr>
            <p:cNvCxnSpPr>
              <a:cxnSpLocks/>
            </p:cNvCxnSpPr>
            <p:nvPr userDrawn="1"/>
          </p:nvCxnSpPr>
          <p:spPr>
            <a:xfrm>
              <a:off x="-3419346" y="243069"/>
              <a:ext cx="3176013" cy="0"/>
            </a:xfrm>
            <a:prstGeom prst="line">
              <a:avLst/>
            </a:prstGeom>
            <a:noFill/>
            <a:ln w="3175" cap="flat" cmpd="sng" algn="ctr">
              <a:solidFill>
                <a:schemeClr val="bg1">
                  <a:lumMod val="50000"/>
                </a:schemeClr>
              </a:solidFill>
              <a:prstDash val="solid"/>
            </a:ln>
            <a:effectLst/>
          </p:spPr>
        </p:cxnSp>
        <p:grpSp>
          <p:nvGrpSpPr>
            <p:cNvPr id="48" name="Groep 47">
              <a:extLst>
                <a:ext uri="{FF2B5EF4-FFF2-40B4-BE49-F238E27FC236}">
                  <a16:creationId xmlns:a16="http://schemas.microsoft.com/office/drawing/2014/main" id="{2B7D56E9-EEB3-4AF4-BC5B-4BFF6F083B90}"/>
                </a:ext>
              </a:extLst>
            </p:cNvPr>
            <p:cNvGrpSpPr/>
            <p:nvPr userDrawn="1"/>
          </p:nvGrpSpPr>
          <p:grpSpPr>
            <a:xfrm>
              <a:off x="-3437547" y="1295337"/>
              <a:ext cx="2933825" cy="558875"/>
              <a:chOff x="-3419346" y="368233"/>
              <a:chExt cx="3904920" cy="743862"/>
            </a:xfrm>
          </p:grpSpPr>
          <p:sp>
            <p:nvSpPr>
              <p:cNvPr id="60" name="Rechthoek 59">
                <a:extLst>
                  <a:ext uri="{FF2B5EF4-FFF2-40B4-BE49-F238E27FC236}">
                    <a16:creationId xmlns:a16="http://schemas.microsoft.com/office/drawing/2014/main" id="{61E16074-F3FA-4189-ADBD-C927E78887B4}"/>
                  </a:ext>
                </a:extLst>
              </p:cNvPr>
              <p:cNvSpPr/>
              <p:nvPr userDrawn="1"/>
            </p:nvSpPr>
            <p:spPr>
              <a:xfrm>
                <a:off x="-3294549" y="368233"/>
                <a:ext cx="432805" cy="244981"/>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nl-NL" sz="800" b="0" noProof="0">
                    <a:solidFill>
                      <a:srgbClr val="C00000"/>
                    </a:solidFill>
                    <a:latin typeface="Arial" panose="020B0604020202020204" pitchFamily="34" charset="0"/>
                    <a:cs typeface="Arial" panose="020B0604020202020204" pitchFamily="34" charset="0"/>
                  </a:rPr>
                  <a:t>Start</a:t>
                </a:r>
              </a:p>
            </p:txBody>
          </p:sp>
          <p:cxnSp>
            <p:nvCxnSpPr>
              <p:cNvPr id="61" name="Rechte verbindingslijn 60">
                <a:extLst>
                  <a:ext uri="{FF2B5EF4-FFF2-40B4-BE49-F238E27FC236}">
                    <a16:creationId xmlns:a16="http://schemas.microsoft.com/office/drawing/2014/main" id="{AC9D2FE3-7A38-4D0F-B5D8-D4B088A87F14}"/>
                  </a:ext>
                </a:extLst>
              </p:cNvPr>
              <p:cNvCxnSpPr>
                <a:cxnSpLocks/>
              </p:cNvCxnSpPr>
              <p:nvPr userDrawn="1"/>
            </p:nvCxnSpPr>
            <p:spPr>
              <a:xfrm>
                <a:off x="-2861744" y="613214"/>
                <a:ext cx="137087"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Rechte verbindingslijn 61">
                <a:extLst>
                  <a:ext uri="{FF2B5EF4-FFF2-40B4-BE49-F238E27FC236}">
                    <a16:creationId xmlns:a16="http://schemas.microsoft.com/office/drawing/2014/main" id="{ACA54EBA-22C4-4EB3-AD0C-97610A1785D0}"/>
                  </a:ext>
                </a:extLst>
              </p:cNvPr>
              <p:cNvCxnSpPr>
                <a:cxnSpLocks/>
              </p:cNvCxnSpPr>
              <p:nvPr userDrawn="1"/>
            </p:nvCxnSpPr>
            <p:spPr>
              <a:xfrm>
                <a:off x="-3419346" y="613214"/>
                <a:ext cx="136215"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3" name="Rechthoek 62">
                <a:extLst>
                  <a:ext uri="{FF2B5EF4-FFF2-40B4-BE49-F238E27FC236}">
                    <a16:creationId xmlns:a16="http://schemas.microsoft.com/office/drawing/2014/main" id="{96BB71A8-82F1-4422-A5A1-C3391CDECF49}"/>
                  </a:ext>
                </a:extLst>
              </p:cNvPr>
              <p:cNvSpPr/>
              <p:nvPr userDrawn="1"/>
            </p:nvSpPr>
            <p:spPr>
              <a:xfrm>
                <a:off x="-3289012" y="589683"/>
                <a:ext cx="422160" cy="64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64" name="Groep 63">
                <a:extLst>
                  <a:ext uri="{FF2B5EF4-FFF2-40B4-BE49-F238E27FC236}">
                    <a16:creationId xmlns:a16="http://schemas.microsoft.com/office/drawing/2014/main" id="{780219A5-8C04-42C6-A4D0-881DA7D5E459}"/>
                  </a:ext>
                </a:extLst>
              </p:cNvPr>
              <p:cNvGrpSpPr/>
              <p:nvPr userDrawn="1"/>
            </p:nvGrpSpPr>
            <p:grpSpPr>
              <a:xfrm>
                <a:off x="-3002834" y="720303"/>
                <a:ext cx="182598" cy="143759"/>
                <a:chOff x="-3310843" y="700986"/>
                <a:chExt cx="182598" cy="143759"/>
              </a:xfrm>
            </p:grpSpPr>
            <p:grpSp>
              <p:nvGrpSpPr>
                <p:cNvPr id="103" name="Groep 102">
                  <a:extLst>
                    <a:ext uri="{FF2B5EF4-FFF2-40B4-BE49-F238E27FC236}">
                      <a16:creationId xmlns:a16="http://schemas.microsoft.com/office/drawing/2014/main" id="{FC7CC685-AA38-4D4E-B2C4-F90C521D0CF9}"/>
                    </a:ext>
                  </a:extLst>
                </p:cNvPr>
                <p:cNvGrpSpPr/>
                <p:nvPr userDrawn="1"/>
              </p:nvGrpSpPr>
              <p:grpSpPr>
                <a:xfrm>
                  <a:off x="-3310843" y="700986"/>
                  <a:ext cx="182598" cy="143759"/>
                  <a:chOff x="-3310843" y="700986"/>
                  <a:chExt cx="182598" cy="143759"/>
                </a:xfrm>
              </p:grpSpPr>
              <p:cxnSp>
                <p:nvCxnSpPr>
                  <p:cNvPr id="107" name="Rechte verbindingslijn 106">
                    <a:extLst>
                      <a:ext uri="{FF2B5EF4-FFF2-40B4-BE49-F238E27FC236}">
                        <a16:creationId xmlns:a16="http://schemas.microsoft.com/office/drawing/2014/main" id="{2D694759-A192-42AC-A457-14D6A8642654}"/>
                      </a:ext>
                    </a:extLst>
                  </p:cNvPr>
                  <p:cNvCxnSpPr/>
                  <p:nvPr userDrawn="1"/>
                </p:nvCxnSpPr>
                <p:spPr>
                  <a:xfrm>
                    <a:off x="-3310843" y="700986"/>
                    <a:ext cx="182598" cy="0"/>
                  </a:xfrm>
                  <a:prstGeom prst="line">
                    <a:avLst/>
                  </a:prstGeom>
                  <a:noFill/>
                  <a:ln w="9525" cap="flat" cmpd="sng" algn="ctr">
                    <a:solidFill>
                      <a:srgbClr val="292929"/>
                    </a:solidFill>
                    <a:prstDash val="solid"/>
                  </a:ln>
                  <a:effectLst/>
                </p:spPr>
              </p:cxnSp>
              <p:cxnSp>
                <p:nvCxnSpPr>
                  <p:cNvPr id="108" name="Rechte verbindingslijn 107">
                    <a:extLst>
                      <a:ext uri="{FF2B5EF4-FFF2-40B4-BE49-F238E27FC236}">
                        <a16:creationId xmlns:a16="http://schemas.microsoft.com/office/drawing/2014/main" id="{CC7F71B4-EACA-4BE8-A865-1E7CFA95D6B2}"/>
                      </a:ext>
                    </a:extLst>
                  </p:cNvPr>
                  <p:cNvCxnSpPr/>
                  <p:nvPr userDrawn="1"/>
                </p:nvCxnSpPr>
                <p:spPr>
                  <a:xfrm>
                    <a:off x="-3310843" y="844745"/>
                    <a:ext cx="182598" cy="0"/>
                  </a:xfrm>
                  <a:prstGeom prst="line">
                    <a:avLst/>
                  </a:prstGeom>
                  <a:noFill/>
                  <a:ln w="9525" cap="flat" cmpd="sng" algn="ctr">
                    <a:solidFill>
                      <a:srgbClr val="292929"/>
                    </a:solidFill>
                    <a:prstDash val="solid"/>
                  </a:ln>
                  <a:effectLst/>
                </p:spPr>
              </p:cxnSp>
              <p:cxnSp>
                <p:nvCxnSpPr>
                  <p:cNvPr id="109" name="Rechte verbindingslijn 108">
                    <a:extLst>
                      <a:ext uri="{FF2B5EF4-FFF2-40B4-BE49-F238E27FC236}">
                        <a16:creationId xmlns:a16="http://schemas.microsoft.com/office/drawing/2014/main" id="{B2831E05-563B-4742-B07B-E78E166CB654}"/>
                      </a:ext>
                    </a:extLst>
                  </p:cNvPr>
                  <p:cNvCxnSpPr/>
                  <p:nvPr userDrawn="1"/>
                </p:nvCxnSpPr>
                <p:spPr>
                  <a:xfrm>
                    <a:off x="-3213196" y="808806"/>
                    <a:ext cx="82203" cy="0"/>
                  </a:xfrm>
                  <a:prstGeom prst="line">
                    <a:avLst/>
                  </a:prstGeom>
                  <a:noFill/>
                  <a:ln w="9525" cap="flat" cmpd="sng" algn="ctr">
                    <a:solidFill>
                      <a:srgbClr val="292929"/>
                    </a:solidFill>
                    <a:prstDash val="solid"/>
                  </a:ln>
                  <a:effectLst/>
                </p:spPr>
              </p:cxnSp>
              <p:cxnSp>
                <p:nvCxnSpPr>
                  <p:cNvPr id="110" name="Rechte verbindingslijn 109">
                    <a:extLst>
                      <a:ext uri="{FF2B5EF4-FFF2-40B4-BE49-F238E27FC236}">
                        <a16:creationId xmlns:a16="http://schemas.microsoft.com/office/drawing/2014/main" id="{F795F7FC-258B-4EC6-9B7E-EAD57CF93A13}"/>
                      </a:ext>
                    </a:extLst>
                  </p:cNvPr>
                  <p:cNvCxnSpPr/>
                  <p:nvPr userDrawn="1"/>
                </p:nvCxnSpPr>
                <p:spPr>
                  <a:xfrm>
                    <a:off x="-3213196" y="772866"/>
                    <a:ext cx="82203" cy="0"/>
                  </a:xfrm>
                  <a:prstGeom prst="line">
                    <a:avLst/>
                  </a:prstGeom>
                  <a:noFill/>
                  <a:ln w="9525" cap="flat" cmpd="sng" algn="ctr">
                    <a:solidFill>
                      <a:srgbClr val="292929"/>
                    </a:solidFill>
                    <a:prstDash val="solid"/>
                  </a:ln>
                  <a:effectLst/>
                </p:spPr>
              </p:cxnSp>
              <p:cxnSp>
                <p:nvCxnSpPr>
                  <p:cNvPr id="111" name="Rechte verbindingslijn 110">
                    <a:extLst>
                      <a:ext uri="{FF2B5EF4-FFF2-40B4-BE49-F238E27FC236}">
                        <a16:creationId xmlns:a16="http://schemas.microsoft.com/office/drawing/2014/main" id="{1DBD846C-E37C-4635-A8CD-660F6D9FA634}"/>
                      </a:ext>
                    </a:extLst>
                  </p:cNvPr>
                  <p:cNvCxnSpPr/>
                  <p:nvPr userDrawn="1"/>
                </p:nvCxnSpPr>
                <p:spPr>
                  <a:xfrm>
                    <a:off x="-3213196" y="736926"/>
                    <a:ext cx="82203" cy="0"/>
                  </a:xfrm>
                  <a:prstGeom prst="line">
                    <a:avLst/>
                  </a:prstGeom>
                  <a:noFill/>
                  <a:ln w="9525" cap="flat" cmpd="sng" algn="ctr">
                    <a:solidFill>
                      <a:srgbClr val="292929"/>
                    </a:solidFill>
                    <a:prstDash val="solid"/>
                  </a:ln>
                  <a:effectLst/>
                </p:spPr>
              </p:cxnSp>
            </p:grpSp>
            <p:grpSp>
              <p:nvGrpSpPr>
                <p:cNvPr id="104" name="Groep 103">
                  <a:extLst>
                    <a:ext uri="{FF2B5EF4-FFF2-40B4-BE49-F238E27FC236}">
                      <a16:creationId xmlns:a16="http://schemas.microsoft.com/office/drawing/2014/main" id="{3D97D966-D71A-4FA8-AE20-3105BFDC3B66}"/>
                    </a:ext>
                  </a:extLst>
                </p:cNvPr>
                <p:cNvGrpSpPr/>
                <p:nvPr userDrawn="1"/>
              </p:nvGrpSpPr>
              <p:grpSpPr>
                <a:xfrm flipH="1">
                  <a:off x="-3310774" y="735854"/>
                  <a:ext cx="88801" cy="72568"/>
                  <a:chOff x="-2091059" y="1395403"/>
                  <a:chExt cx="157316" cy="128558"/>
                </a:xfrm>
              </p:grpSpPr>
              <p:sp>
                <p:nvSpPr>
                  <p:cNvPr id="105" name="Rechthoek 104">
                    <a:extLst>
                      <a:ext uri="{FF2B5EF4-FFF2-40B4-BE49-F238E27FC236}">
                        <a16:creationId xmlns:a16="http://schemas.microsoft.com/office/drawing/2014/main" id="{0689700D-B843-4EAC-92D9-758AC881AB6C}"/>
                      </a:ext>
                    </a:extLst>
                  </p:cNvPr>
                  <p:cNvSpPr/>
                  <p:nvPr userDrawn="1"/>
                </p:nvSpPr>
                <p:spPr>
                  <a:xfrm>
                    <a:off x="-2051585" y="1436824"/>
                    <a:ext cx="117842" cy="45718"/>
                  </a:xfrm>
                  <a:prstGeom prst="rect">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06" name="Pijl: punthaak 105">
                    <a:extLst>
                      <a:ext uri="{FF2B5EF4-FFF2-40B4-BE49-F238E27FC236}">
                        <a16:creationId xmlns:a16="http://schemas.microsoft.com/office/drawing/2014/main" id="{2CFA9A02-7131-4E8B-B7CE-35CE98E80657}"/>
                      </a:ext>
                    </a:extLst>
                  </p:cNvPr>
                  <p:cNvSpPr/>
                  <p:nvPr userDrawn="1"/>
                </p:nvSpPr>
                <p:spPr>
                  <a:xfrm flipH="1">
                    <a:off x="-2091059" y="1395403"/>
                    <a:ext cx="128558" cy="128558"/>
                  </a:xfrm>
                  <a:prstGeom prst="chevron">
                    <a:avLst>
                      <a:gd name="adj" fmla="val 47962"/>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grpSp>
          <p:grpSp>
            <p:nvGrpSpPr>
              <p:cNvPr id="65" name="Groep 64">
                <a:extLst>
                  <a:ext uri="{FF2B5EF4-FFF2-40B4-BE49-F238E27FC236}">
                    <a16:creationId xmlns:a16="http://schemas.microsoft.com/office/drawing/2014/main" id="{5C288CB5-A6DD-4AAA-84E4-2D67A2F0924D}"/>
                  </a:ext>
                </a:extLst>
              </p:cNvPr>
              <p:cNvGrpSpPr/>
              <p:nvPr userDrawn="1"/>
            </p:nvGrpSpPr>
            <p:grpSpPr>
              <a:xfrm>
                <a:off x="-3326107" y="720303"/>
                <a:ext cx="182598" cy="143759"/>
                <a:chOff x="-3634116" y="700986"/>
                <a:chExt cx="182598" cy="143759"/>
              </a:xfrm>
            </p:grpSpPr>
            <p:grpSp>
              <p:nvGrpSpPr>
                <p:cNvPr id="94" name="Groep 93">
                  <a:extLst>
                    <a:ext uri="{FF2B5EF4-FFF2-40B4-BE49-F238E27FC236}">
                      <a16:creationId xmlns:a16="http://schemas.microsoft.com/office/drawing/2014/main" id="{3A8AECE4-060D-4703-8A8A-444C4CA93266}"/>
                    </a:ext>
                  </a:extLst>
                </p:cNvPr>
                <p:cNvGrpSpPr/>
                <p:nvPr userDrawn="1"/>
              </p:nvGrpSpPr>
              <p:grpSpPr>
                <a:xfrm>
                  <a:off x="-3634116" y="700986"/>
                  <a:ext cx="182598" cy="143759"/>
                  <a:chOff x="-3634116" y="700986"/>
                  <a:chExt cx="182598" cy="143759"/>
                </a:xfrm>
              </p:grpSpPr>
              <p:cxnSp>
                <p:nvCxnSpPr>
                  <p:cNvPr id="98" name="Rechte verbindingslijn 97">
                    <a:extLst>
                      <a:ext uri="{FF2B5EF4-FFF2-40B4-BE49-F238E27FC236}">
                        <a16:creationId xmlns:a16="http://schemas.microsoft.com/office/drawing/2014/main" id="{1544CA00-C208-445C-BB6B-F5CC9C3DAF5B}"/>
                      </a:ext>
                    </a:extLst>
                  </p:cNvPr>
                  <p:cNvCxnSpPr/>
                  <p:nvPr userDrawn="1"/>
                </p:nvCxnSpPr>
                <p:spPr>
                  <a:xfrm>
                    <a:off x="-3634116" y="700986"/>
                    <a:ext cx="182598" cy="0"/>
                  </a:xfrm>
                  <a:prstGeom prst="line">
                    <a:avLst/>
                  </a:prstGeom>
                  <a:noFill/>
                  <a:ln w="9525" cap="flat" cmpd="sng" algn="ctr">
                    <a:solidFill>
                      <a:srgbClr val="292929"/>
                    </a:solidFill>
                    <a:prstDash val="solid"/>
                  </a:ln>
                  <a:effectLst/>
                </p:spPr>
              </p:cxnSp>
              <p:cxnSp>
                <p:nvCxnSpPr>
                  <p:cNvPr id="99" name="Rechte verbindingslijn 98">
                    <a:extLst>
                      <a:ext uri="{FF2B5EF4-FFF2-40B4-BE49-F238E27FC236}">
                        <a16:creationId xmlns:a16="http://schemas.microsoft.com/office/drawing/2014/main" id="{3257705F-AA56-47A0-B282-4E57BC000EB3}"/>
                      </a:ext>
                    </a:extLst>
                  </p:cNvPr>
                  <p:cNvCxnSpPr/>
                  <p:nvPr userDrawn="1"/>
                </p:nvCxnSpPr>
                <p:spPr>
                  <a:xfrm>
                    <a:off x="-3634116" y="844745"/>
                    <a:ext cx="182598" cy="0"/>
                  </a:xfrm>
                  <a:prstGeom prst="line">
                    <a:avLst/>
                  </a:prstGeom>
                  <a:noFill/>
                  <a:ln w="9525" cap="flat" cmpd="sng" algn="ctr">
                    <a:solidFill>
                      <a:srgbClr val="292929"/>
                    </a:solidFill>
                    <a:prstDash val="solid"/>
                  </a:ln>
                  <a:effectLst/>
                </p:spPr>
              </p:cxnSp>
              <p:cxnSp>
                <p:nvCxnSpPr>
                  <p:cNvPr id="100" name="Rechte verbindingslijn 99">
                    <a:extLst>
                      <a:ext uri="{FF2B5EF4-FFF2-40B4-BE49-F238E27FC236}">
                        <a16:creationId xmlns:a16="http://schemas.microsoft.com/office/drawing/2014/main" id="{46701D0E-2CE2-4806-BE99-A872AE17BB4F}"/>
                      </a:ext>
                    </a:extLst>
                  </p:cNvPr>
                  <p:cNvCxnSpPr/>
                  <p:nvPr userDrawn="1"/>
                </p:nvCxnSpPr>
                <p:spPr>
                  <a:xfrm>
                    <a:off x="-3536469" y="808806"/>
                    <a:ext cx="82203" cy="0"/>
                  </a:xfrm>
                  <a:prstGeom prst="line">
                    <a:avLst/>
                  </a:prstGeom>
                  <a:noFill/>
                  <a:ln w="9525" cap="flat" cmpd="sng" algn="ctr">
                    <a:solidFill>
                      <a:srgbClr val="292929"/>
                    </a:solidFill>
                    <a:prstDash val="solid"/>
                  </a:ln>
                  <a:effectLst/>
                </p:spPr>
              </p:cxnSp>
              <p:cxnSp>
                <p:nvCxnSpPr>
                  <p:cNvPr id="101" name="Rechte verbindingslijn 100">
                    <a:extLst>
                      <a:ext uri="{FF2B5EF4-FFF2-40B4-BE49-F238E27FC236}">
                        <a16:creationId xmlns:a16="http://schemas.microsoft.com/office/drawing/2014/main" id="{1BE5CA17-AEB5-4192-B144-365F5F039632}"/>
                      </a:ext>
                    </a:extLst>
                  </p:cNvPr>
                  <p:cNvCxnSpPr/>
                  <p:nvPr userDrawn="1"/>
                </p:nvCxnSpPr>
                <p:spPr>
                  <a:xfrm>
                    <a:off x="-3536469" y="772866"/>
                    <a:ext cx="82203" cy="0"/>
                  </a:xfrm>
                  <a:prstGeom prst="line">
                    <a:avLst/>
                  </a:prstGeom>
                  <a:noFill/>
                  <a:ln w="9525" cap="flat" cmpd="sng" algn="ctr">
                    <a:solidFill>
                      <a:srgbClr val="292929"/>
                    </a:solidFill>
                    <a:prstDash val="solid"/>
                  </a:ln>
                  <a:effectLst/>
                </p:spPr>
              </p:cxnSp>
              <p:cxnSp>
                <p:nvCxnSpPr>
                  <p:cNvPr id="102" name="Rechte verbindingslijn 101">
                    <a:extLst>
                      <a:ext uri="{FF2B5EF4-FFF2-40B4-BE49-F238E27FC236}">
                        <a16:creationId xmlns:a16="http://schemas.microsoft.com/office/drawing/2014/main" id="{6BB58DAA-BFD4-493A-8826-A11AAD309D7B}"/>
                      </a:ext>
                    </a:extLst>
                  </p:cNvPr>
                  <p:cNvCxnSpPr/>
                  <p:nvPr userDrawn="1"/>
                </p:nvCxnSpPr>
                <p:spPr>
                  <a:xfrm>
                    <a:off x="-3536469" y="736926"/>
                    <a:ext cx="82203" cy="0"/>
                  </a:xfrm>
                  <a:prstGeom prst="line">
                    <a:avLst/>
                  </a:prstGeom>
                  <a:noFill/>
                  <a:ln w="9525" cap="flat" cmpd="sng" algn="ctr">
                    <a:solidFill>
                      <a:srgbClr val="292929"/>
                    </a:solidFill>
                    <a:prstDash val="solid"/>
                  </a:ln>
                  <a:effectLst/>
                </p:spPr>
              </p:cxnSp>
            </p:grpSp>
            <p:grpSp>
              <p:nvGrpSpPr>
                <p:cNvPr id="95" name="Groep 94">
                  <a:extLst>
                    <a:ext uri="{FF2B5EF4-FFF2-40B4-BE49-F238E27FC236}">
                      <a16:creationId xmlns:a16="http://schemas.microsoft.com/office/drawing/2014/main" id="{297D8323-6433-463C-BA17-485A6998634F}"/>
                    </a:ext>
                  </a:extLst>
                </p:cNvPr>
                <p:cNvGrpSpPr/>
                <p:nvPr userDrawn="1"/>
              </p:nvGrpSpPr>
              <p:grpSpPr>
                <a:xfrm>
                  <a:off x="-3634047" y="735854"/>
                  <a:ext cx="88801" cy="72568"/>
                  <a:chOff x="-2091059" y="1395403"/>
                  <a:chExt cx="157316" cy="128558"/>
                </a:xfrm>
              </p:grpSpPr>
              <p:sp>
                <p:nvSpPr>
                  <p:cNvPr id="96" name="Rechthoek 95">
                    <a:extLst>
                      <a:ext uri="{FF2B5EF4-FFF2-40B4-BE49-F238E27FC236}">
                        <a16:creationId xmlns:a16="http://schemas.microsoft.com/office/drawing/2014/main" id="{9FCE541F-2D4F-4633-BDC6-6E1DBED57B39}"/>
                      </a:ext>
                    </a:extLst>
                  </p:cNvPr>
                  <p:cNvSpPr/>
                  <p:nvPr userDrawn="1"/>
                </p:nvSpPr>
                <p:spPr>
                  <a:xfrm>
                    <a:off x="-2051585" y="1436824"/>
                    <a:ext cx="117842" cy="45718"/>
                  </a:xfrm>
                  <a:prstGeom prst="rect">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97" name="Pijl: punthaak 96">
                    <a:extLst>
                      <a:ext uri="{FF2B5EF4-FFF2-40B4-BE49-F238E27FC236}">
                        <a16:creationId xmlns:a16="http://schemas.microsoft.com/office/drawing/2014/main" id="{FBFA69ED-5FD5-4EEE-9432-20F41D0BD655}"/>
                      </a:ext>
                    </a:extLst>
                  </p:cNvPr>
                  <p:cNvSpPr/>
                  <p:nvPr userDrawn="1"/>
                </p:nvSpPr>
                <p:spPr>
                  <a:xfrm flipH="1">
                    <a:off x="-2091059" y="1395403"/>
                    <a:ext cx="128558" cy="128558"/>
                  </a:xfrm>
                  <a:prstGeom prst="chevron">
                    <a:avLst>
                      <a:gd name="adj" fmla="val 47962"/>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grpSp>
          <p:cxnSp>
            <p:nvCxnSpPr>
              <p:cNvPr id="66" name="Rechte verbindingslijn 65">
                <a:extLst>
                  <a:ext uri="{FF2B5EF4-FFF2-40B4-BE49-F238E27FC236}">
                    <a16:creationId xmlns:a16="http://schemas.microsoft.com/office/drawing/2014/main" id="{F2AE5A10-0BC9-4045-AA22-F2029F4F78EB}"/>
                  </a:ext>
                </a:extLst>
              </p:cNvPr>
              <p:cNvCxnSpPr>
                <a:cxnSpLocks/>
              </p:cNvCxnSpPr>
              <p:nvPr userDrawn="1"/>
            </p:nvCxnSpPr>
            <p:spPr>
              <a:xfrm flipV="1">
                <a:off x="-3136454" y="523622"/>
                <a:ext cx="720437" cy="188422"/>
              </a:xfrm>
              <a:prstGeom prst="line">
                <a:avLst/>
              </a:prstGeom>
              <a:noFill/>
              <a:ln w="19050" cap="rnd" cmpd="sng" algn="ctr">
                <a:solidFill>
                  <a:schemeClr val="tx1"/>
                </a:solidFill>
                <a:prstDash val="solid"/>
                <a:headEnd type="oval"/>
              </a:ln>
              <a:effectLst/>
            </p:spPr>
          </p:cxnSp>
          <p:cxnSp>
            <p:nvCxnSpPr>
              <p:cNvPr id="67" name="Rechte verbindingslijn 66">
                <a:extLst>
                  <a:ext uri="{FF2B5EF4-FFF2-40B4-BE49-F238E27FC236}">
                    <a16:creationId xmlns:a16="http://schemas.microsoft.com/office/drawing/2014/main" id="{C72928FC-A8D8-4CD5-8766-B5992A5DE907}"/>
                  </a:ext>
                </a:extLst>
              </p:cNvPr>
              <p:cNvCxnSpPr>
                <a:cxnSpLocks/>
              </p:cNvCxnSpPr>
              <p:nvPr userDrawn="1"/>
            </p:nvCxnSpPr>
            <p:spPr>
              <a:xfrm>
                <a:off x="-2820570" y="712044"/>
                <a:ext cx="399011" cy="238298"/>
              </a:xfrm>
              <a:prstGeom prst="line">
                <a:avLst/>
              </a:prstGeom>
              <a:noFill/>
              <a:ln w="19050" cap="rnd" cmpd="sng" algn="ctr">
                <a:solidFill>
                  <a:schemeClr val="tx1"/>
                </a:solidFill>
                <a:prstDash val="solid"/>
                <a:headEnd type="oval"/>
              </a:ln>
              <a:effectLst/>
            </p:spPr>
          </p:cxnSp>
          <p:grpSp>
            <p:nvGrpSpPr>
              <p:cNvPr id="68" name="Groep 67">
                <a:extLst>
                  <a:ext uri="{FF2B5EF4-FFF2-40B4-BE49-F238E27FC236}">
                    <a16:creationId xmlns:a16="http://schemas.microsoft.com/office/drawing/2014/main" id="{FBB251F0-9219-4686-B399-B49D07BB0635}"/>
                  </a:ext>
                </a:extLst>
              </p:cNvPr>
              <p:cNvGrpSpPr/>
              <p:nvPr userDrawn="1"/>
            </p:nvGrpSpPr>
            <p:grpSpPr>
              <a:xfrm>
                <a:off x="-2425037" y="370226"/>
                <a:ext cx="357690" cy="330595"/>
                <a:chOff x="-2721817" y="347336"/>
                <a:chExt cx="432805" cy="400021"/>
              </a:xfrm>
            </p:grpSpPr>
            <p:sp>
              <p:nvSpPr>
                <p:cNvPr id="83" name="Rechthoek 82">
                  <a:extLst>
                    <a:ext uri="{FF2B5EF4-FFF2-40B4-BE49-F238E27FC236}">
                      <a16:creationId xmlns:a16="http://schemas.microsoft.com/office/drawing/2014/main" id="{87C7F542-D348-4FFA-BCBB-D4537D135E2F}"/>
                    </a:ext>
                  </a:extLst>
                </p:cNvPr>
                <p:cNvSpPr/>
                <p:nvPr userDrawn="1"/>
              </p:nvSpPr>
              <p:spPr>
                <a:xfrm>
                  <a:off x="-2721817" y="347336"/>
                  <a:ext cx="432805" cy="400021"/>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FF0000"/>
                    </a:solidFill>
                    <a:latin typeface="Arial" panose="020B0604020202020204" pitchFamily="34" charset="0"/>
                    <a:cs typeface="Arial" panose="020B0604020202020204" pitchFamily="34" charset="0"/>
                  </a:endParaRPr>
                </a:p>
              </p:txBody>
            </p:sp>
            <p:grpSp>
              <p:nvGrpSpPr>
                <p:cNvPr id="84" name="Groep 83">
                  <a:extLst>
                    <a:ext uri="{FF2B5EF4-FFF2-40B4-BE49-F238E27FC236}">
                      <a16:creationId xmlns:a16="http://schemas.microsoft.com/office/drawing/2014/main" id="{C34001F2-0355-4A0A-A00C-0117C894376B}"/>
                    </a:ext>
                  </a:extLst>
                </p:cNvPr>
                <p:cNvGrpSpPr/>
                <p:nvPr userDrawn="1"/>
              </p:nvGrpSpPr>
              <p:grpSpPr>
                <a:xfrm>
                  <a:off x="-2652453" y="431583"/>
                  <a:ext cx="294076" cy="231526"/>
                  <a:chOff x="-3634116" y="700986"/>
                  <a:chExt cx="182598" cy="143759"/>
                </a:xfrm>
              </p:grpSpPr>
              <p:grpSp>
                <p:nvGrpSpPr>
                  <p:cNvPr id="85" name="Groep 84">
                    <a:extLst>
                      <a:ext uri="{FF2B5EF4-FFF2-40B4-BE49-F238E27FC236}">
                        <a16:creationId xmlns:a16="http://schemas.microsoft.com/office/drawing/2014/main" id="{D435672E-7DF7-4A7A-B665-6589B0458185}"/>
                      </a:ext>
                    </a:extLst>
                  </p:cNvPr>
                  <p:cNvGrpSpPr/>
                  <p:nvPr userDrawn="1"/>
                </p:nvGrpSpPr>
                <p:grpSpPr>
                  <a:xfrm>
                    <a:off x="-3634116" y="700986"/>
                    <a:ext cx="182598" cy="143759"/>
                    <a:chOff x="-3634116" y="700986"/>
                    <a:chExt cx="182598" cy="143759"/>
                  </a:xfrm>
                </p:grpSpPr>
                <p:cxnSp>
                  <p:nvCxnSpPr>
                    <p:cNvPr id="89" name="Rechte verbindingslijn 88">
                      <a:extLst>
                        <a:ext uri="{FF2B5EF4-FFF2-40B4-BE49-F238E27FC236}">
                          <a16:creationId xmlns:a16="http://schemas.microsoft.com/office/drawing/2014/main" id="{745800E6-675C-494B-8BFD-1AE7A355CC87}"/>
                        </a:ext>
                      </a:extLst>
                    </p:cNvPr>
                    <p:cNvCxnSpPr/>
                    <p:nvPr userDrawn="1"/>
                  </p:nvCxnSpPr>
                  <p:spPr>
                    <a:xfrm>
                      <a:off x="-3634116" y="700986"/>
                      <a:ext cx="182598" cy="0"/>
                    </a:xfrm>
                    <a:prstGeom prst="line">
                      <a:avLst/>
                    </a:prstGeom>
                    <a:noFill/>
                    <a:ln w="19050" cap="flat" cmpd="sng" algn="ctr">
                      <a:solidFill>
                        <a:srgbClr val="292929"/>
                      </a:solidFill>
                      <a:prstDash val="solid"/>
                    </a:ln>
                    <a:effectLst/>
                  </p:spPr>
                </p:cxnSp>
                <p:cxnSp>
                  <p:nvCxnSpPr>
                    <p:cNvPr id="90" name="Rechte verbindingslijn 89">
                      <a:extLst>
                        <a:ext uri="{FF2B5EF4-FFF2-40B4-BE49-F238E27FC236}">
                          <a16:creationId xmlns:a16="http://schemas.microsoft.com/office/drawing/2014/main" id="{1F91FCC2-E719-4097-80F5-859B56F4CC5B}"/>
                        </a:ext>
                      </a:extLst>
                    </p:cNvPr>
                    <p:cNvCxnSpPr/>
                    <p:nvPr userDrawn="1"/>
                  </p:nvCxnSpPr>
                  <p:spPr>
                    <a:xfrm>
                      <a:off x="-3634116" y="844745"/>
                      <a:ext cx="182598" cy="0"/>
                    </a:xfrm>
                    <a:prstGeom prst="line">
                      <a:avLst/>
                    </a:prstGeom>
                    <a:noFill/>
                    <a:ln w="19050" cap="flat" cmpd="sng" algn="ctr">
                      <a:solidFill>
                        <a:srgbClr val="292929"/>
                      </a:solidFill>
                      <a:prstDash val="solid"/>
                    </a:ln>
                    <a:effectLst/>
                  </p:spPr>
                </p:cxnSp>
                <p:cxnSp>
                  <p:nvCxnSpPr>
                    <p:cNvPr id="91" name="Rechte verbindingslijn 90">
                      <a:extLst>
                        <a:ext uri="{FF2B5EF4-FFF2-40B4-BE49-F238E27FC236}">
                          <a16:creationId xmlns:a16="http://schemas.microsoft.com/office/drawing/2014/main" id="{62BD121F-23B2-44BF-922F-4F8EA024C3E0}"/>
                        </a:ext>
                      </a:extLst>
                    </p:cNvPr>
                    <p:cNvCxnSpPr/>
                    <p:nvPr userDrawn="1"/>
                  </p:nvCxnSpPr>
                  <p:spPr>
                    <a:xfrm>
                      <a:off x="-3536469" y="808806"/>
                      <a:ext cx="82203" cy="0"/>
                    </a:xfrm>
                    <a:prstGeom prst="line">
                      <a:avLst/>
                    </a:prstGeom>
                    <a:noFill/>
                    <a:ln w="19050" cap="flat" cmpd="sng" algn="ctr">
                      <a:solidFill>
                        <a:srgbClr val="292929"/>
                      </a:solidFill>
                      <a:prstDash val="solid"/>
                    </a:ln>
                    <a:effectLst/>
                  </p:spPr>
                </p:cxnSp>
                <p:cxnSp>
                  <p:nvCxnSpPr>
                    <p:cNvPr id="92" name="Rechte verbindingslijn 91">
                      <a:extLst>
                        <a:ext uri="{FF2B5EF4-FFF2-40B4-BE49-F238E27FC236}">
                          <a16:creationId xmlns:a16="http://schemas.microsoft.com/office/drawing/2014/main" id="{6A4C6646-0A84-4002-9739-0FF0C3524A1E}"/>
                        </a:ext>
                      </a:extLst>
                    </p:cNvPr>
                    <p:cNvCxnSpPr/>
                    <p:nvPr userDrawn="1"/>
                  </p:nvCxnSpPr>
                  <p:spPr>
                    <a:xfrm>
                      <a:off x="-3536469" y="772866"/>
                      <a:ext cx="82203" cy="0"/>
                    </a:xfrm>
                    <a:prstGeom prst="line">
                      <a:avLst/>
                    </a:prstGeom>
                    <a:noFill/>
                    <a:ln w="19050" cap="flat" cmpd="sng" algn="ctr">
                      <a:solidFill>
                        <a:srgbClr val="292929"/>
                      </a:solidFill>
                      <a:prstDash val="solid"/>
                    </a:ln>
                    <a:effectLst/>
                  </p:spPr>
                </p:cxnSp>
                <p:cxnSp>
                  <p:nvCxnSpPr>
                    <p:cNvPr id="93" name="Rechte verbindingslijn 92">
                      <a:extLst>
                        <a:ext uri="{FF2B5EF4-FFF2-40B4-BE49-F238E27FC236}">
                          <a16:creationId xmlns:a16="http://schemas.microsoft.com/office/drawing/2014/main" id="{68960CA0-FFCC-40E2-B850-7D3F57D7E725}"/>
                        </a:ext>
                      </a:extLst>
                    </p:cNvPr>
                    <p:cNvCxnSpPr/>
                    <p:nvPr userDrawn="1"/>
                  </p:nvCxnSpPr>
                  <p:spPr>
                    <a:xfrm>
                      <a:off x="-3536469" y="736926"/>
                      <a:ext cx="82203" cy="0"/>
                    </a:xfrm>
                    <a:prstGeom prst="line">
                      <a:avLst/>
                    </a:prstGeom>
                    <a:noFill/>
                    <a:ln w="19050" cap="flat" cmpd="sng" algn="ctr">
                      <a:solidFill>
                        <a:srgbClr val="292929"/>
                      </a:solidFill>
                      <a:prstDash val="solid"/>
                    </a:ln>
                    <a:effectLst/>
                  </p:spPr>
                </p:cxnSp>
              </p:grpSp>
              <p:grpSp>
                <p:nvGrpSpPr>
                  <p:cNvPr id="86" name="Groep 85">
                    <a:extLst>
                      <a:ext uri="{FF2B5EF4-FFF2-40B4-BE49-F238E27FC236}">
                        <a16:creationId xmlns:a16="http://schemas.microsoft.com/office/drawing/2014/main" id="{31404A9F-D1D2-47B1-8FAC-FA1EC574D479}"/>
                      </a:ext>
                    </a:extLst>
                  </p:cNvPr>
                  <p:cNvGrpSpPr/>
                  <p:nvPr userDrawn="1"/>
                </p:nvGrpSpPr>
                <p:grpSpPr>
                  <a:xfrm>
                    <a:off x="-3634047" y="735854"/>
                    <a:ext cx="88801" cy="72568"/>
                    <a:chOff x="-2091059" y="1395403"/>
                    <a:chExt cx="157316" cy="128558"/>
                  </a:xfrm>
                </p:grpSpPr>
                <p:sp>
                  <p:nvSpPr>
                    <p:cNvPr id="87" name="Rechthoek 86">
                      <a:extLst>
                        <a:ext uri="{FF2B5EF4-FFF2-40B4-BE49-F238E27FC236}">
                          <a16:creationId xmlns:a16="http://schemas.microsoft.com/office/drawing/2014/main" id="{52C12336-DBED-487E-9DB9-55716F7131D2}"/>
                        </a:ext>
                      </a:extLst>
                    </p:cNvPr>
                    <p:cNvSpPr/>
                    <p:nvPr userDrawn="1"/>
                  </p:nvSpPr>
                  <p:spPr>
                    <a:xfrm>
                      <a:off x="-2051585" y="1436824"/>
                      <a:ext cx="117842" cy="45718"/>
                    </a:xfrm>
                    <a:prstGeom prst="rect">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88" name="Pijl: punthaak 87">
                      <a:extLst>
                        <a:ext uri="{FF2B5EF4-FFF2-40B4-BE49-F238E27FC236}">
                          <a16:creationId xmlns:a16="http://schemas.microsoft.com/office/drawing/2014/main" id="{BF8C35BE-093E-4EEA-88EC-8EB2A4B4D1B8}"/>
                        </a:ext>
                      </a:extLst>
                    </p:cNvPr>
                    <p:cNvSpPr/>
                    <p:nvPr userDrawn="1"/>
                  </p:nvSpPr>
                  <p:spPr>
                    <a:xfrm flipH="1">
                      <a:off x="-2091059" y="1395403"/>
                      <a:ext cx="128558" cy="128558"/>
                    </a:xfrm>
                    <a:prstGeom prst="chevron">
                      <a:avLst>
                        <a:gd name="adj" fmla="val 47962"/>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grpSp>
          </p:grpSp>
          <p:grpSp>
            <p:nvGrpSpPr>
              <p:cNvPr id="69" name="Groep 68">
                <a:extLst>
                  <a:ext uri="{FF2B5EF4-FFF2-40B4-BE49-F238E27FC236}">
                    <a16:creationId xmlns:a16="http://schemas.microsoft.com/office/drawing/2014/main" id="{EB33B0E1-8595-4B3C-B366-F927E2668600}"/>
                  </a:ext>
                </a:extLst>
              </p:cNvPr>
              <p:cNvGrpSpPr/>
              <p:nvPr userDrawn="1"/>
            </p:nvGrpSpPr>
            <p:grpSpPr>
              <a:xfrm>
                <a:off x="-2425037" y="781500"/>
                <a:ext cx="357690" cy="330595"/>
                <a:chOff x="-2721817" y="782525"/>
                <a:chExt cx="432805" cy="400021"/>
              </a:xfrm>
            </p:grpSpPr>
            <p:sp>
              <p:nvSpPr>
                <p:cNvPr id="72" name="Rechthoek 71">
                  <a:extLst>
                    <a:ext uri="{FF2B5EF4-FFF2-40B4-BE49-F238E27FC236}">
                      <a16:creationId xmlns:a16="http://schemas.microsoft.com/office/drawing/2014/main" id="{A1C1434C-A92C-4573-B044-C0918AB01539}"/>
                    </a:ext>
                  </a:extLst>
                </p:cNvPr>
                <p:cNvSpPr/>
                <p:nvPr userDrawn="1"/>
              </p:nvSpPr>
              <p:spPr>
                <a:xfrm>
                  <a:off x="-2721817" y="782525"/>
                  <a:ext cx="432805" cy="400021"/>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FF0000"/>
                    </a:solidFill>
                    <a:latin typeface="Arial" panose="020B0604020202020204" pitchFamily="34" charset="0"/>
                    <a:cs typeface="Arial" panose="020B0604020202020204" pitchFamily="34" charset="0"/>
                  </a:endParaRPr>
                </a:p>
              </p:txBody>
            </p:sp>
            <p:grpSp>
              <p:nvGrpSpPr>
                <p:cNvPr id="73" name="Groep 72">
                  <a:extLst>
                    <a:ext uri="{FF2B5EF4-FFF2-40B4-BE49-F238E27FC236}">
                      <a16:creationId xmlns:a16="http://schemas.microsoft.com/office/drawing/2014/main" id="{59B5C24E-4E39-4035-A9D5-9939099BCD1F}"/>
                    </a:ext>
                  </a:extLst>
                </p:cNvPr>
                <p:cNvGrpSpPr/>
                <p:nvPr userDrawn="1"/>
              </p:nvGrpSpPr>
              <p:grpSpPr>
                <a:xfrm>
                  <a:off x="-2652453" y="866772"/>
                  <a:ext cx="294076" cy="231526"/>
                  <a:chOff x="-3310843" y="700986"/>
                  <a:chExt cx="182598" cy="143759"/>
                </a:xfrm>
              </p:grpSpPr>
              <p:grpSp>
                <p:nvGrpSpPr>
                  <p:cNvPr id="74" name="Groep 73">
                    <a:extLst>
                      <a:ext uri="{FF2B5EF4-FFF2-40B4-BE49-F238E27FC236}">
                        <a16:creationId xmlns:a16="http://schemas.microsoft.com/office/drawing/2014/main" id="{00F30649-8E2B-4D33-8DB7-D44568F091C5}"/>
                      </a:ext>
                    </a:extLst>
                  </p:cNvPr>
                  <p:cNvGrpSpPr/>
                  <p:nvPr userDrawn="1"/>
                </p:nvGrpSpPr>
                <p:grpSpPr>
                  <a:xfrm>
                    <a:off x="-3310843" y="700986"/>
                    <a:ext cx="182598" cy="143759"/>
                    <a:chOff x="-3310843" y="700986"/>
                    <a:chExt cx="182598" cy="143759"/>
                  </a:xfrm>
                </p:grpSpPr>
                <p:cxnSp>
                  <p:nvCxnSpPr>
                    <p:cNvPr id="78" name="Rechte verbindingslijn 77">
                      <a:extLst>
                        <a:ext uri="{FF2B5EF4-FFF2-40B4-BE49-F238E27FC236}">
                          <a16:creationId xmlns:a16="http://schemas.microsoft.com/office/drawing/2014/main" id="{D54BD9AB-84B1-4B65-85E0-1FAAB9306A79}"/>
                        </a:ext>
                      </a:extLst>
                    </p:cNvPr>
                    <p:cNvCxnSpPr/>
                    <p:nvPr userDrawn="1"/>
                  </p:nvCxnSpPr>
                  <p:spPr>
                    <a:xfrm>
                      <a:off x="-3310843" y="700986"/>
                      <a:ext cx="182598" cy="0"/>
                    </a:xfrm>
                    <a:prstGeom prst="line">
                      <a:avLst/>
                    </a:prstGeom>
                    <a:noFill/>
                    <a:ln w="19050" cap="flat" cmpd="sng" algn="ctr">
                      <a:solidFill>
                        <a:srgbClr val="292929"/>
                      </a:solidFill>
                      <a:prstDash val="solid"/>
                    </a:ln>
                    <a:effectLst/>
                  </p:spPr>
                </p:cxnSp>
                <p:cxnSp>
                  <p:nvCxnSpPr>
                    <p:cNvPr id="79" name="Rechte verbindingslijn 78">
                      <a:extLst>
                        <a:ext uri="{FF2B5EF4-FFF2-40B4-BE49-F238E27FC236}">
                          <a16:creationId xmlns:a16="http://schemas.microsoft.com/office/drawing/2014/main" id="{A0E7457C-DE2A-4B72-AD61-FFCCA98ED240}"/>
                        </a:ext>
                      </a:extLst>
                    </p:cNvPr>
                    <p:cNvCxnSpPr/>
                    <p:nvPr userDrawn="1"/>
                  </p:nvCxnSpPr>
                  <p:spPr>
                    <a:xfrm>
                      <a:off x="-3310843" y="844745"/>
                      <a:ext cx="182598" cy="0"/>
                    </a:xfrm>
                    <a:prstGeom prst="line">
                      <a:avLst/>
                    </a:prstGeom>
                    <a:noFill/>
                    <a:ln w="19050" cap="flat" cmpd="sng" algn="ctr">
                      <a:solidFill>
                        <a:srgbClr val="292929"/>
                      </a:solidFill>
                      <a:prstDash val="solid"/>
                    </a:ln>
                    <a:effectLst/>
                  </p:spPr>
                </p:cxnSp>
                <p:cxnSp>
                  <p:nvCxnSpPr>
                    <p:cNvPr id="80" name="Rechte verbindingslijn 79">
                      <a:extLst>
                        <a:ext uri="{FF2B5EF4-FFF2-40B4-BE49-F238E27FC236}">
                          <a16:creationId xmlns:a16="http://schemas.microsoft.com/office/drawing/2014/main" id="{488DB9A3-7F63-430D-B96E-ED623B73C8C8}"/>
                        </a:ext>
                      </a:extLst>
                    </p:cNvPr>
                    <p:cNvCxnSpPr/>
                    <p:nvPr userDrawn="1"/>
                  </p:nvCxnSpPr>
                  <p:spPr>
                    <a:xfrm>
                      <a:off x="-3213196" y="808806"/>
                      <a:ext cx="82203" cy="0"/>
                    </a:xfrm>
                    <a:prstGeom prst="line">
                      <a:avLst/>
                    </a:prstGeom>
                    <a:noFill/>
                    <a:ln w="19050" cap="flat" cmpd="sng" algn="ctr">
                      <a:solidFill>
                        <a:srgbClr val="292929"/>
                      </a:solidFill>
                      <a:prstDash val="solid"/>
                    </a:ln>
                    <a:effectLst/>
                  </p:spPr>
                </p:cxnSp>
                <p:cxnSp>
                  <p:nvCxnSpPr>
                    <p:cNvPr id="81" name="Rechte verbindingslijn 80">
                      <a:extLst>
                        <a:ext uri="{FF2B5EF4-FFF2-40B4-BE49-F238E27FC236}">
                          <a16:creationId xmlns:a16="http://schemas.microsoft.com/office/drawing/2014/main" id="{309B7B97-CF8D-46A3-90EB-146C74828C94}"/>
                        </a:ext>
                      </a:extLst>
                    </p:cNvPr>
                    <p:cNvCxnSpPr/>
                    <p:nvPr userDrawn="1"/>
                  </p:nvCxnSpPr>
                  <p:spPr>
                    <a:xfrm>
                      <a:off x="-3213196" y="772866"/>
                      <a:ext cx="82203" cy="0"/>
                    </a:xfrm>
                    <a:prstGeom prst="line">
                      <a:avLst/>
                    </a:prstGeom>
                    <a:noFill/>
                    <a:ln w="19050" cap="flat" cmpd="sng" algn="ctr">
                      <a:solidFill>
                        <a:srgbClr val="292929"/>
                      </a:solidFill>
                      <a:prstDash val="solid"/>
                    </a:ln>
                    <a:effectLst/>
                  </p:spPr>
                </p:cxnSp>
                <p:cxnSp>
                  <p:nvCxnSpPr>
                    <p:cNvPr id="82" name="Rechte verbindingslijn 81">
                      <a:extLst>
                        <a:ext uri="{FF2B5EF4-FFF2-40B4-BE49-F238E27FC236}">
                          <a16:creationId xmlns:a16="http://schemas.microsoft.com/office/drawing/2014/main" id="{0AF1B1C8-2209-46A3-BDB8-3FFE0C809C97}"/>
                        </a:ext>
                      </a:extLst>
                    </p:cNvPr>
                    <p:cNvCxnSpPr/>
                    <p:nvPr userDrawn="1"/>
                  </p:nvCxnSpPr>
                  <p:spPr>
                    <a:xfrm>
                      <a:off x="-3213196" y="736926"/>
                      <a:ext cx="82203" cy="0"/>
                    </a:xfrm>
                    <a:prstGeom prst="line">
                      <a:avLst/>
                    </a:prstGeom>
                    <a:noFill/>
                    <a:ln w="19050" cap="flat" cmpd="sng" algn="ctr">
                      <a:solidFill>
                        <a:srgbClr val="292929"/>
                      </a:solidFill>
                      <a:prstDash val="solid"/>
                    </a:ln>
                    <a:effectLst/>
                  </p:spPr>
                </p:cxnSp>
              </p:grpSp>
              <p:grpSp>
                <p:nvGrpSpPr>
                  <p:cNvPr id="75" name="Groep 74">
                    <a:extLst>
                      <a:ext uri="{FF2B5EF4-FFF2-40B4-BE49-F238E27FC236}">
                        <a16:creationId xmlns:a16="http://schemas.microsoft.com/office/drawing/2014/main" id="{192BD7C2-A853-444E-A97E-6BACAFEEEBC4}"/>
                      </a:ext>
                    </a:extLst>
                  </p:cNvPr>
                  <p:cNvGrpSpPr/>
                  <p:nvPr userDrawn="1"/>
                </p:nvGrpSpPr>
                <p:grpSpPr>
                  <a:xfrm flipH="1">
                    <a:off x="-3310774" y="735854"/>
                    <a:ext cx="88801" cy="72568"/>
                    <a:chOff x="-2091059" y="1395403"/>
                    <a:chExt cx="157316" cy="128558"/>
                  </a:xfrm>
                </p:grpSpPr>
                <p:sp>
                  <p:nvSpPr>
                    <p:cNvPr id="76" name="Rechthoek 75">
                      <a:extLst>
                        <a:ext uri="{FF2B5EF4-FFF2-40B4-BE49-F238E27FC236}">
                          <a16:creationId xmlns:a16="http://schemas.microsoft.com/office/drawing/2014/main" id="{57761CCC-86FB-49BE-B283-79EC50F90578}"/>
                        </a:ext>
                      </a:extLst>
                    </p:cNvPr>
                    <p:cNvSpPr/>
                    <p:nvPr userDrawn="1"/>
                  </p:nvSpPr>
                  <p:spPr>
                    <a:xfrm>
                      <a:off x="-2051585" y="1436824"/>
                      <a:ext cx="117842" cy="45718"/>
                    </a:xfrm>
                    <a:prstGeom prst="rect">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77" name="Pijl: punthaak 76">
                      <a:extLst>
                        <a:ext uri="{FF2B5EF4-FFF2-40B4-BE49-F238E27FC236}">
                          <a16:creationId xmlns:a16="http://schemas.microsoft.com/office/drawing/2014/main" id="{00C6F945-A9E6-4255-9380-35728B81BFE3}"/>
                        </a:ext>
                      </a:extLst>
                    </p:cNvPr>
                    <p:cNvSpPr/>
                    <p:nvPr userDrawn="1"/>
                  </p:nvSpPr>
                  <p:spPr>
                    <a:xfrm flipH="1">
                      <a:off x="-2091059" y="1395403"/>
                      <a:ext cx="128558" cy="128558"/>
                    </a:xfrm>
                    <a:prstGeom prst="chevron">
                      <a:avLst>
                        <a:gd name="adj" fmla="val 47962"/>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grpSp>
          </p:grpSp>
          <p:sp>
            <p:nvSpPr>
              <p:cNvPr id="70" name="Rechthoek 69">
                <a:extLst>
                  <a:ext uri="{FF2B5EF4-FFF2-40B4-BE49-F238E27FC236}">
                    <a16:creationId xmlns:a16="http://schemas.microsoft.com/office/drawing/2014/main" id="{890D8AA0-64AB-4043-B3F0-B691921E5672}"/>
                  </a:ext>
                </a:extLst>
              </p:cNvPr>
              <p:cNvSpPr/>
              <p:nvPr userDrawn="1"/>
            </p:nvSpPr>
            <p:spPr>
              <a:xfrm>
                <a:off x="-1950057" y="439449"/>
                <a:ext cx="2435631" cy="198066"/>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Tekstniveau omhoog</a:t>
                </a:r>
              </a:p>
            </p:txBody>
          </p:sp>
          <p:sp>
            <p:nvSpPr>
              <p:cNvPr id="71" name="Rechthoek 70">
                <a:extLst>
                  <a:ext uri="{FF2B5EF4-FFF2-40B4-BE49-F238E27FC236}">
                    <a16:creationId xmlns:a16="http://schemas.microsoft.com/office/drawing/2014/main" id="{C5941298-1B59-4D9A-95A5-B0CC3F6EB492}"/>
                  </a:ext>
                </a:extLst>
              </p:cNvPr>
              <p:cNvSpPr/>
              <p:nvPr userDrawn="1"/>
            </p:nvSpPr>
            <p:spPr>
              <a:xfrm>
                <a:off x="-1950057" y="848575"/>
                <a:ext cx="2213551" cy="186424"/>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Tekstniveau omlaag</a:t>
                </a:r>
              </a:p>
            </p:txBody>
          </p:sp>
        </p:grpSp>
        <p:cxnSp>
          <p:nvCxnSpPr>
            <p:cNvPr id="49" name="Rechte verbindingslijn 48">
              <a:extLst>
                <a:ext uri="{FF2B5EF4-FFF2-40B4-BE49-F238E27FC236}">
                  <a16:creationId xmlns:a16="http://schemas.microsoft.com/office/drawing/2014/main" id="{C70D9F50-006D-407B-A606-7C360CEDF871}"/>
                </a:ext>
              </a:extLst>
            </p:cNvPr>
            <p:cNvCxnSpPr>
              <a:cxnSpLocks/>
            </p:cNvCxnSpPr>
            <p:nvPr userDrawn="1"/>
          </p:nvCxnSpPr>
          <p:spPr>
            <a:xfrm>
              <a:off x="-3419346" y="1980503"/>
              <a:ext cx="3176013" cy="0"/>
            </a:xfrm>
            <a:prstGeom prst="line">
              <a:avLst/>
            </a:prstGeom>
            <a:noFill/>
            <a:ln w="3175" cap="flat" cmpd="sng" algn="ctr">
              <a:solidFill>
                <a:schemeClr val="bg1">
                  <a:lumMod val="50000"/>
                </a:schemeClr>
              </a:solidFill>
              <a:prstDash val="solid"/>
            </a:ln>
            <a:effectLst/>
          </p:spPr>
        </p:cxnSp>
        <p:sp>
          <p:nvSpPr>
            <p:cNvPr id="50" name="Rechthoek 49">
              <a:extLst>
                <a:ext uri="{FF2B5EF4-FFF2-40B4-BE49-F238E27FC236}">
                  <a16:creationId xmlns:a16="http://schemas.microsoft.com/office/drawing/2014/main" id="{0687734F-2B29-42B3-BB6E-308076C71DD7}"/>
                </a:ext>
              </a:extLst>
            </p:cNvPr>
            <p:cNvSpPr/>
            <p:nvPr userDrawn="1"/>
          </p:nvSpPr>
          <p:spPr>
            <a:xfrm>
              <a:off x="-3059324" y="2678715"/>
              <a:ext cx="2823104" cy="255963"/>
            </a:xfrm>
            <a:prstGeom prst="rect">
              <a:avLst/>
            </a:prstGeom>
            <a:noFill/>
            <a:ln w="25400" cap="flat" cmpd="sng" algn="ctr">
              <a:noFill/>
              <a:prstDash val="solid"/>
            </a:ln>
            <a:effectLst/>
          </p:spPr>
          <p:txBody>
            <a:bodyPr lIns="0" tIns="0" rIns="0" bIns="0" rtlCol="0" anchor="ctr"/>
            <a:lstStyle/>
            <a:p>
              <a:pPr marL="177800" marR="0" lvl="0" indent="-177800" algn="l" defTabSz="914400" rtl="0" eaLnBrk="1" fontAlgn="auto" latinLnBrk="0" hangingPunct="1">
                <a:lnSpc>
                  <a:spcPct val="100000"/>
                </a:lnSpc>
                <a:spcBef>
                  <a:spcPts val="300"/>
                </a:spcBef>
                <a:spcAft>
                  <a:spcPts val="300"/>
                </a:spcAft>
                <a:buClr>
                  <a:schemeClr val="accent1"/>
                </a:buClr>
                <a:buSzTx/>
                <a:buFont typeface="Wingdings" panose="05000000000000000000" pitchFamily="2" charset="2"/>
                <a:buChar char="§"/>
                <a:tabLst/>
                <a:defRPr/>
              </a:pPr>
              <a:r>
                <a:rPr lang="nl-NL" sz="1500" kern="1200" noProof="0" err="1">
                  <a:solidFill>
                    <a:schemeClr val="tx1"/>
                  </a:solidFill>
                  <a:latin typeface="+mn-lt"/>
                  <a:ea typeface="+mn-ea"/>
                  <a:cs typeface="+mn-cs"/>
                </a:rPr>
                <a:t>Bullet</a:t>
              </a:r>
              <a:r>
                <a:rPr lang="nl-NL" sz="1500" kern="1200" noProof="0">
                  <a:solidFill>
                    <a:schemeClr val="tx1"/>
                  </a:solidFill>
                  <a:latin typeface="+mn-lt"/>
                  <a:ea typeface="+mn-ea"/>
                  <a:cs typeface="+mn-cs"/>
                </a:rPr>
                <a:t> (15pt)</a:t>
              </a:r>
            </a:p>
          </p:txBody>
        </p:sp>
        <p:sp>
          <p:nvSpPr>
            <p:cNvPr id="51" name="Ovaal 50">
              <a:extLst>
                <a:ext uri="{FF2B5EF4-FFF2-40B4-BE49-F238E27FC236}">
                  <a16:creationId xmlns:a16="http://schemas.microsoft.com/office/drawing/2014/main" id="{B3504BC6-4AAA-43EF-BA98-3B370169C258}"/>
                </a:ext>
              </a:extLst>
            </p:cNvPr>
            <p:cNvSpPr/>
            <p:nvPr userDrawn="1"/>
          </p:nvSpPr>
          <p:spPr>
            <a:xfrm>
              <a:off x="-3425006" y="3050637"/>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52" name="Rechthoek 51">
              <a:extLst>
                <a:ext uri="{FF2B5EF4-FFF2-40B4-BE49-F238E27FC236}">
                  <a16:creationId xmlns:a16="http://schemas.microsoft.com/office/drawing/2014/main" id="{D0627E6F-A576-4F21-B9DB-7B99382A4AB4}"/>
                </a:ext>
              </a:extLst>
            </p:cNvPr>
            <p:cNvSpPr/>
            <p:nvPr userDrawn="1"/>
          </p:nvSpPr>
          <p:spPr>
            <a:xfrm>
              <a:off x="-3059324" y="3050636"/>
              <a:ext cx="2823104" cy="255963"/>
            </a:xfrm>
            <a:prstGeom prst="rect">
              <a:avLst/>
            </a:prstGeom>
            <a:noFill/>
            <a:ln w="25400" cap="flat" cmpd="sng" algn="ctr">
              <a:noFill/>
              <a:prstDash val="solid"/>
            </a:ln>
            <a:effectLst/>
          </p:spPr>
          <p:txBody>
            <a:bodyPr lIns="0" tIns="0" rIns="0" bIns="0" rtlCol="0" anchor="ctr"/>
            <a:lstStyle/>
            <a:p>
              <a:pPr marL="355600" marR="0" lvl="1" indent="-177800" algn="l" defTabSz="914400" rtl="0" eaLnBrk="1" fontAlgn="auto" latinLnBrk="0" hangingPunct="1">
                <a:lnSpc>
                  <a:spcPct val="100000"/>
                </a:lnSpc>
                <a:spcBef>
                  <a:spcPts val="300"/>
                </a:spcBef>
                <a:spcAft>
                  <a:spcPts val="300"/>
                </a:spcAft>
                <a:buClr>
                  <a:schemeClr val="accent1"/>
                </a:buClr>
                <a:buSzTx/>
                <a:buFont typeface="Wingdings" panose="05000000000000000000" pitchFamily="2" charset="2"/>
                <a:buChar char="§"/>
                <a:tabLst/>
                <a:defRPr/>
              </a:pPr>
              <a:r>
                <a:rPr lang="nl-NL" sz="1500" kern="1200" noProof="0">
                  <a:solidFill>
                    <a:schemeClr val="tx1"/>
                  </a:solidFill>
                  <a:latin typeface="+mn-lt"/>
                  <a:ea typeface="+mn-ea"/>
                  <a:cs typeface="+mn-cs"/>
                </a:rPr>
                <a:t>Sub-</a:t>
              </a:r>
              <a:r>
                <a:rPr lang="nl-NL" sz="1500" kern="1200" noProof="0" err="1">
                  <a:solidFill>
                    <a:schemeClr val="tx1"/>
                  </a:solidFill>
                  <a:latin typeface="+mn-lt"/>
                  <a:ea typeface="+mn-ea"/>
                  <a:cs typeface="+mn-cs"/>
                </a:rPr>
                <a:t>bullet</a:t>
              </a:r>
              <a:r>
                <a:rPr lang="nl-NL" sz="1500" kern="1200" noProof="0">
                  <a:solidFill>
                    <a:schemeClr val="tx1"/>
                  </a:solidFill>
                  <a:latin typeface="+mn-lt"/>
                  <a:ea typeface="+mn-ea"/>
                  <a:cs typeface="+mn-cs"/>
                </a:rPr>
                <a:t> #1 (15pt) </a:t>
              </a:r>
            </a:p>
          </p:txBody>
        </p:sp>
        <p:sp>
          <p:nvSpPr>
            <p:cNvPr id="53" name="Ovaal 52">
              <a:extLst>
                <a:ext uri="{FF2B5EF4-FFF2-40B4-BE49-F238E27FC236}">
                  <a16:creationId xmlns:a16="http://schemas.microsoft.com/office/drawing/2014/main" id="{EE4AE1BC-10AD-44AC-AF59-4F483F57A533}"/>
                </a:ext>
              </a:extLst>
            </p:cNvPr>
            <p:cNvSpPr/>
            <p:nvPr userDrawn="1"/>
          </p:nvSpPr>
          <p:spPr>
            <a:xfrm>
              <a:off x="-3425006" y="3424813"/>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3</a:t>
              </a:r>
            </a:p>
          </p:txBody>
        </p:sp>
        <p:sp>
          <p:nvSpPr>
            <p:cNvPr id="54" name="Rechthoek 53">
              <a:extLst>
                <a:ext uri="{FF2B5EF4-FFF2-40B4-BE49-F238E27FC236}">
                  <a16:creationId xmlns:a16="http://schemas.microsoft.com/office/drawing/2014/main" id="{5DD1FA82-BD86-4F88-AEBB-9ED96B6F80FC}"/>
                </a:ext>
              </a:extLst>
            </p:cNvPr>
            <p:cNvSpPr/>
            <p:nvPr userDrawn="1"/>
          </p:nvSpPr>
          <p:spPr>
            <a:xfrm>
              <a:off x="-3059324" y="3424812"/>
              <a:ext cx="2823104" cy="255963"/>
            </a:xfrm>
            <a:prstGeom prst="rect">
              <a:avLst/>
            </a:prstGeom>
            <a:noFill/>
            <a:ln w="25400" cap="flat" cmpd="sng" algn="ctr">
              <a:noFill/>
              <a:prstDash val="solid"/>
            </a:ln>
            <a:effectLst/>
          </p:spPr>
          <p:txBody>
            <a:bodyPr lIns="0" tIns="0" rIns="0" bIns="0" rtlCol="0" anchor="ctr"/>
            <a:lstStyle/>
            <a:p>
              <a:pPr marL="531813" marR="0" lvl="2" indent="-176213" algn="l" defTabSz="914400" rtl="0" eaLnBrk="1" fontAlgn="auto" latinLnBrk="0" hangingPunct="1">
                <a:lnSpc>
                  <a:spcPct val="100000"/>
                </a:lnSpc>
                <a:spcBef>
                  <a:spcPts val="300"/>
                </a:spcBef>
                <a:spcAft>
                  <a:spcPts val="300"/>
                </a:spcAft>
                <a:buClr>
                  <a:schemeClr val="tx1"/>
                </a:buClr>
                <a:buSzTx/>
                <a:buFont typeface="Corbel" panose="020B0503020204020204" pitchFamily="34" charset="0"/>
                <a:buChar char="–"/>
                <a:tabLst/>
                <a:defRPr/>
              </a:pPr>
              <a:r>
                <a:rPr lang="nl-NL" sz="1500" kern="1200" noProof="0">
                  <a:solidFill>
                    <a:schemeClr val="tx1"/>
                  </a:solidFill>
                  <a:latin typeface="+mn-lt"/>
                  <a:ea typeface="+mn-ea"/>
                  <a:cs typeface="+mn-cs"/>
                </a:rPr>
                <a:t>Sub-</a:t>
              </a:r>
              <a:r>
                <a:rPr lang="nl-NL" sz="1500" kern="1200" noProof="0" err="1">
                  <a:solidFill>
                    <a:schemeClr val="tx1"/>
                  </a:solidFill>
                  <a:latin typeface="+mn-lt"/>
                  <a:ea typeface="+mn-ea"/>
                  <a:cs typeface="+mn-cs"/>
                </a:rPr>
                <a:t>bullet</a:t>
              </a:r>
              <a:r>
                <a:rPr lang="nl-NL" sz="1500" kern="1200" noProof="0">
                  <a:solidFill>
                    <a:schemeClr val="tx1"/>
                  </a:solidFill>
                  <a:latin typeface="+mn-lt"/>
                  <a:ea typeface="+mn-ea"/>
                  <a:cs typeface="+mn-cs"/>
                </a:rPr>
                <a:t> #2 (15pt)</a:t>
              </a:r>
            </a:p>
          </p:txBody>
        </p:sp>
        <p:sp>
          <p:nvSpPr>
            <p:cNvPr id="55" name="Ovaal 54">
              <a:extLst>
                <a:ext uri="{FF2B5EF4-FFF2-40B4-BE49-F238E27FC236}">
                  <a16:creationId xmlns:a16="http://schemas.microsoft.com/office/drawing/2014/main" id="{DDD44BE1-0C8C-4865-AE12-1D0DC7FC5469}"/>
                </a:ext>
              </a:extLst>
            </p:cNvPr>
            <p:cNvSpPr/>
            <p:nvPr userDrawn="1"/>
          </p:nvSpPr>
          <p:spPr>
            <a:xfrm>
              <a:off x="-3425006" y="3797458"/>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4</a:t>
              </a:r>
            </a:p>
          </p:txBody>
        </p:sp>
        <p:sp>
          <p:nvSpPr>
            <p:cNvPr id="56" name="Rechthoek 55">
              <a:extLst>
                <a:ext uri="{FF2B5EF4-FFF2-40B4-BE49-F238E27FC236}">
                  <a16:creationId xmlns:a16="http://schemas.microsoft.com/office/drawing/2014/main" id="{E4DF1B2A-C0AE-44F7-8BD4-725DEC68E959}"/>
                </a:ext>
              </a:extLst>
            </p:cNvPr>
            <p:cNvSpPr/>
            <p:nvPr userDrawn="1"/>
          </p:nvSpPr>
          <p:spPr>
            <a:xfrm>
              <a:off x="-3059324" y="3797457"/>
              <a:ext cx="2823104" cy="255963"/>
            </a:xfrm>
            <a:prstGeom prst="rect">
              <a:avLst/>
            </a:prstGeom>
            <a:noFill/>
            <a:ln w="25400" cap="flat" cmpd="sng" algn="ctr">
              <a:noFill/>
              <a:prstDash val="solid"/>
            </a:ln>
            <a:effectLst/>
          </p:spPr>
          <p:txBody>
            <a:bodyPr lIns="0" tIns="0" rIns="0" bIns="0" rtlCol="0" anchor="ctr"/>
            <a:lstStyle/>
            <a:p>
              <a:pPr marL="0" marR="0" lvl="3"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lang="nl-NL" sz="1500" kern="1200" noProof="0">
                  <a:solidFill>
                    <a:schemeClr val="tx1"/>
                  </a:solidFill>
                  <a:latin typeface="+mn-lt"/>
                  <a:ea typeface="+mn-ea"/>
                  <a:cs typeface="+mn-cs"/>
                </a:rPr>
                <a:t>Leestekst (15pt)</a:t>
              </a:r>
            </a:p>
          </p:txBody>
        </p:sp>
        <p:sp>
          <p:nvSpPr>
            <p:cNvPr id="57" name="Ovaal 56">
              <a:extLst>
                <a:ext uri="{FF2B5EF4-FFF2-40B4-BE49-F238E27FC236}">
                  <a16:creationId xmlns:a16="http://schemas.microsoft.com/office/drawing/2014/main" id="{3EE90AA0-7FC6-4C99-AF8D-27509C732D8A}"/>
                </a:ext>
              </a:extLst>
            </p:cNvPr>
            <p:cNvSpPr/>
            <p:nvPr userDrawn="1"/>
          </p:nvSpPr>
          <p:spPr>
            <a:xfrm>
              <a:off x="-3425006" y="4181064"/>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5</a:t>
              </a:r>
            </a:p>
          </p:txBody>
        </p:sp>
        <p:sp>
          <p:nvSpPr>
            <p:cNvPr id="58" name="Rechthoek 57">
              <a:extLst>
                <a:ext uri="{FF2B5EF4-FFF2-40B4-BE49-F238E27FC236}">
                  <a16:creationId xmlns:a16="http://schemas.microsoft.com/office/drawing/2014/main" id="{03FAEA6B-B37B-44A8-8D38-02BA04679BAF}"/>
                </a:ext>
              </a:extLst>
            </p:cNvPr>
            <p:cNvSpPr/>
            <p:nvPr userDrawn="1"/>
          </p:nvSpPr>
          <p:spPr>
            <a:xfrm>
              <a:off x="-3059324" y="4181063"/>
              <a:ext cx="2823104" cy="255963"/>
            </a:xfrm>
            <a:prstGeom prst="rect">
              <a:avLst/>
            </a:prstGeom>
            <a:noFill/>
            <a:ln w="25400" cap="flat" cmpd="sng" algn="ctr">
              <a:noFill/>
              <a:prstDash val="solid"/>
            </a:ln>
            <a:effectLst/>
          </p:spPr>
          <p:txBody>
            <a:bodyPr lIns="0" tIns="0" rIns="0" bIns="0" rtlCol="0" anchor="ctr"/>
            <a:lstStyle/>
            <a:p>
              <a:pPr marL="0" marR="0" lvl="4" indent="0" algn="l" defTabSz="914400" rtl="0" eaLnBrk="1" fontAlgn="auto" latinLnBrk="0" hangingPunct="1">
                <a:lnSpc>
                  <a:spcPct val="100000"/>
                </a:lnSpc>
                <a:spcBef>
                  <a:spcPts val="600"/>
                </a:spcBef>
                <a:spcAft>
                  <a:spcPts val="300"/>
                </a:spcAft>
                <a:buClrTx/>
                <a:buSzTx/>
                <a:buFont typeface="Arial" panose="020B0604020202020204" pitchFamily="34" charset="0"/>
                <a:buNone/>
                <a:tabLst/>
                <a:defRPr/>
              </a:pPr>
              <a:r>
                <a:rPr lang="nl-NL" sz="1600" b="1" kern="1200" cap="none" baseline="0" noProof="0">
                  <a:solidFill>
                    <a:schemeClr val="accent1"/>
                  </a:solidFill>
                  <a:latin typeface="+mj-lt"/>
                  <a:ea typeface="+mn-ea"/>
                  <a:cs typeface="+mn-cs"/>
                </a:rPr>
                <a:t>Tussenkop (16pt)</a:t>
              </a:r>
            </a:p>
          </p:txBody>
        </p:sp>
        <p:sp>
          <p:nvSpPr>
            <p:cNvPr id="59" name="Rechthoek 58">
              <a:extLst>
                <a:ext uri="{FF2B5EF4-FFF2-40B4-BE49-F238E27FC236}">
                  <a16:creationId xmlns:a16="http://schemas.microsoft.com/office/drawing/2014/main" id="{122708D6-7122-4019-AA15-1968C668A710}"/>
                </a:ext>
              </a:extLst>
            </p:cNvPr>
            <p:cNvSpPr/>
            <p:nvPr userDrawn="1"/>
          </p:nvSpPr>
          <p:spPr>
            <a:xfrm>
              <a:off x="-3420798" y="2099231"/>
              <a:ext cx="3178016" cy="46701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Gebruik, onder de tab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‘Start’</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lijstniveau-knoppen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zoals hierboven aangegeven, om een tekst niveau te kiezen. Kies uit:</a:t>
              </a:r>
            </a:p>
          </p:txBody>
        </p:sp>
        <p:cxnSp>
          <p:nvCxnSpPr>
            <p:cNvPr id="115" name="Rechte verbindingslijn 114">
              <a:extLst>
                <a:ext uri="{FF2B5EF4-FFF2-40B4-BE49-F238E27FC236}">
                  <a16:creationId xmlns:a16="http://schemas.microsoft.com/office/drawing/2014/main" id="{A79ACEDD-5C11-49B8-BFC2-E66EEA8CA38B}"/>
                </a:ext>
              </a:extLst>
            </p:cNvPr>
            <p:cNvCxnSpPr>
              <a:cxnSpLocks/>
            </p:cNvCxnSpPr>
            <p:nvPr userDrawn="1"/>
          </p:nvCxnSpPr>
          <p:spPr>
            <a:xfrm>
              <a:off x="-3419346" y="1161637"/>
              <a:ext cx="3176013" cy="0"/>
            </a:xfrm>
            <a:prstGeom prst="line">
              <a:avLst/>
            </a:prstGeom>
            <a:noFill/>
            <a:ln w="3175" cap="flat" cmpd="sng" algn="ctr">
              <a:solidFill>
                <a:schemeClr val="bg1">
                  <a:lumMod val="50000"/>
                </a:schemeClr>
              </a:solidFill>
              <a:prstDash val="solid"/>
            </a:ln>
            <a:effectLst/>
          </p:spPr>
        </p:cxnSp>
        <p:sp>
          <p:nvSpPr>
            <p:cNvPr id="116" name="Ovaal 115">
              <a:extLst>
                <a:ext uri="{FF2B5EF4-FFF2-40B4-BE49-F238E27FC236}">
                  <a16:creationId xmlns:a16="http://schemas.microsoft.com/office/drawing/2014/main" id="{F5679DC3-CEF2-4772-9ABB-92954717A816}"/>
                </a:ext>
              </a:extLst>
            </p:cNvPr>
            <p:cNvSpPr/>
            <p:nvPr userDrawn="1"/>
          </p:nvSpPr>
          <p:spPr>
            <a:xfrm>
              <a:off x="-3425006" y="385248"/>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sp>
          <p:nvSpPr>
            <p:cNvPr id="117" name="Rechthoek 116">
              <a:extLst>
                <a:ext uri="{FF2B5EF4-FFF2-40B4-BE49-F238E27FC236}">
                  <a16:creationId xmlns:a16="http://schemas.microsoft.com/office/drawing/2014/main" id="{211274B4-8E9A-4D55-A35B-57117EE1346E}"/>
                </a:ext>
              </a:extLst>
            </p:cNvPr>
            <p:cNvSpPr/>
            <p:nvPr userDrawn="1"/>
          </p:nvSpPr>
          <p:spPr>
            <a:xfrm>
              <a:off x="-3059324" y="385247"/>
              <a:ext cx="2823104" cy="255963"/>
            </a:xfrm>
            <a:prstGeom prst="rect">
              <a:avLst/>
            </a:prstGeom>
            <a:noFill/>
            <a:ln w="25400" cap="flat" cmpd="sng" algn="ctr">
              <a:noFill/>
              <a:prstDash val="solid"/>
            </a:ln>
            <a:effectLst/>
          </p:spPr>
          <p:txBody>
            <a:bodyPr lIns="0" tIns="0" rIns="0" bIns="0" rtlCol="0" anchor="ctr"/>
            <a:lstStyle/>
            <a:p>
              <a:pPr marL="0" marR="0" lvl="0" indent="0" algn="l" defTabSz="914400" rtl="0" eaLnBrk="1" fontAlgn="auto" latinLnBrk="0" hangingPunct="1">
                <a:lnSpc>
                  <a:spcPct val="80000"/>
                </a:lnSpc>
                <a:spcBef>
                  <a:spcPct val="0"/>
                </a:spcBef>
                <a:spcAft>
                  <a:spcPts val="300"/>
                </a:spcAft>
                <a:buClr>
                  <a:schemeClr val="accent1"/>
                </a:buClr>
                <a:buSzTx/>
                <a:buFont typeface="Wingdings" panose="05000000000000000000" pitchFamily="2" charset="2"/>
                <a:buNone/>
                <a:tabLst/>
                <a:defRPr/>
              </a:pPr>
              <a:r>
                <a:rPr lang="nl-NL" sz="2600" b="0" kern="1200" noProof="0">
                  <a:solidFill>
                    <a:schemeClr val="tx1"/>
                  </a:solidFill>
                  <a:latin typeface="+mn-lt"/>
                  <a:ea typeface="+mj-ea"/>
                  <a:cs typeface="+mj-cs"/>
                </a:rPr>
                <a:t>Titel (26pt)</a:t>
              </a:r>
            </a:p>
          </p:txBody>
        </p:sp>
        <p:sp>
          <p:nvSpPr>
            <p:cNvPr id="118" name="Ovaal 117">
              <a:extLst>
                <a:ext uri="{FF2B5EF4-FFF2-40B4-BE49-F238E27FC236}">
                  <a16:creationId xmlns:a16="http://schemas.microsoft.com/office/drawing/2014/main" id="{5351836F-0472-47FE-AC19-5C60C4F131EF}"/>
                </a:ext>
              </a:extLst>
            </p:cNvPr>
            <p:cNvSpPr/>
            <p:nvPr userDrawn="1"/>
          </p:nvSpPr>
          <p:spPr>
            <a:xfrm>
              <a:off x="-3425006" y="757169"/>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119" name="Rechthoek 118">
              <a:extLst>
                <a:ext uri="{FF2B5EF4-FFF2-40B4-BE49-F238E27FC236}">
                  <a16:creationId xmlns:a16="http://schemas.microsoft.com/office/drawing/2014/main" id="{53119B5F-71BF-41C1-AC41-5B54F2BE3FAE}"/>
                </a:ext>
              </a:extLst>
            </p:cNvPr>
            <p:cNvSpPr/>
            <p:nvPr userDrawn="1"/>
          </p:nvSpPr>
          <p:spPr>
            <a:xfrm>
              <a:off x="-3059324" y="757168"/>
              <a:ext cx="2823104" cy="255963"/>
            </a:xfrm>
            <a:prstGeom prst="rect">
              <a:avLst/>
            </a:prstGeom>
            <a:noFill/>
            <a:ln w="25400" cap="flat" cmpd="sng" algn="ctr">
              <a:noFill/>
              <a:prstDash val="solid"/>
            </a:ln>
            <a:effectLst/>
          </p:spPr>
          <p:txBody>
            <a:bodyPr lIns="0" tIns="0" rIns="0" bIns="0" rtlCol="0" anchor="ctr"/>
            <a:lstStyle/>
            <a:p>
              <a:pPr marL="0" marR="0" lvl="0" indent="0" algn="l" defTabSz="914400" rtl="0" eaLnBrk="1" fontAlgn="auto" latinLnBrk="0" hangingPunct="1">
                <a:lnSpc>
                  <a:spcPct val="100000"/>
                </a:lnSpc>
                <a:spcBef>
                  <a:spcPts val="300"/>
                </a:spcBef>
                <a:spcAft>
                  <a:spcPts val="300"/>
                </a:spcAft>
                <a:buClr>
                  <a:schemeClr val="accent1"/>
                </a:buClr>
                <a:buSzTx/>
                <a:buFont typeface="Wingdings" panose="05000000000000000000" pitchFamily="2" charset="2"/>
                <a:buNone/>
                <a:tabLst/>
                <a:defRPr/>
              </a:pPr>
              <a:r>
                <a:rPr lang="nl-NL" sz="2000" b="0" kern="1200" noProof="0">
                  <a:solidFill>
                    <a:schemeClr val="accent1"/>
                  </a:solidFill>
                  <a:latin typeface="+mn-lt"/>
                  <a:ea typeface="+mn-ea"/>
                  <a:cs typeface="+mn-cs"/>
                </a:rPr>
                <a:t>Subtitel (20pt)</a:t>
              </a:r>
            </a:p>
          </p:txBody>
        </p:sp>
      </p:grpSp>
      <p:grpSp>
        <p:nvGrpSpPr>
          <p:cNvPr id="120" name="GRID" hidden="1">
            <a:extLst>
              <a:ext uri="{FF2B5EF4-FFF2-40B4-BE49-F238E27FC236}">
                <a16:creationId xmlns:a16="http://schemas.microsoft.com/office/drawing/2014/main" id="{5296AF35-F896-43B3-ABCB-C095CFAAB915}"/>
              </a:ext>
            </a:extLst>
          </p:cNvPr>
          <p:cNvGrpSpPr/>
          <p:nvPr userDrawn="1"/>
        </p:nvGrpSpPr>
        <p:grpSpPr>
          <a:xfrm>
            <a:off x="0" y="0"/>
            <a:ext cx="12192000" cy="6858000"/>
            <a:chOff x="0" y="0"/>
            <a:chExt cx="12192000" cy="6858000"/>
          </a:xfrm>
          <a:solidFill>
            <a:schemeClr val="tx1">
              <a:alpha val="30000"/>
            </a:schemeClr>
          </a:solidFill>
        </p:grpSpPr>
        <p:sp>
          <p:nvSpPr>
            <p:cNvPr id="121" name="Rechthoek 120">
              <a:extLst>
                <a:ext uri="{FF2B5EF4-FFF2-40B4-BE49-F238E27FC236}">
                  <a16:creationId xmlns:a16="http://schemas.microsoft.com/office/drawing/2014/main" id="{F2EB2891-3A99-4ED4-8AFD-B438775A0ABC}"/>
                </a:ext>
              </a:extLst>
            </p:cNvPr>
            <p:cNvSpPr/>
            <p:nvPr userDrawn="1"/>
          </p:nvSpPr>
          <p:spPr>
            <a:xfrm>
              <a:off x="0" y="0"/>
              <a:ext cx="12192000" cy="5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22" name="Rechthoek 121">
              <a:extLst>
                <a:ext uri="{FF2B5EF4-FFF2-40B4-BE49-F238E27FC236}">
                  <a16:creationId xmlns:a16="http://schemas.microsoft.com/office/drawing/2014/main" id="{FA8CC251-260C-48FB-A21A-4064D59E44A3}"/>
                </a:ext>
              </a:extLst>
            </p:cNvPr>
            <p:cNvSpPr/>
            <p:nvPr userDrawn="1"/>
          </p:nvSpPr>
          <p:spPr>
            <a:xfrm>
              <a:off x="0"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23" name="Rechthoek 122">
              <a:extLst>
                <a:ext uri="{FF2B5EF4-FFF2-40B4-BE49-F238E27FC236}">
                  <a16:creationId xmlns:a16="http://schemas.microsoft.com/office/drawing/2014/main" id="{7F3AA528-EF26-4236-99E2-579FAE2766C9}"/>
                </a:ext>
              </a:extLst>
            </p:cNvPr>
            <p:cNvSpPr/>
            <p:nvPr userDrawn="1"/>
          </p:nvSpPr>
          <p:spPr>
            <a:xfrm>
              <a:off x="11652000"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24" name="Rechthoek 123">
              <a:extLst>
                <a:ext uri="{FF2B5EF4-FFF2-40B4-BE49-F238E27FC236}">
                  <a16:creationId xmlns:a16="http://schemas.microsoft.com/office/drawing/2014/main" id="{7DC92546-1751-4BAA-AA77-5307E8FACDC5}"/>
                </a:ext>
              </a:extLst>
            </p:cNvPr>
            <p:cNvSpPr/>
            <p:nvPr userDrawn="1"/>
          </p:nvSpPr>
          <p:spPr>
            <a:xfrm>
              <a:off x="0" y="825345"/>
              <a:ext cx="12192000" cy="7540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25" name="Rechthoek 124">
              <a:extLst>
                <a:ext uri="{FF2B5EF4-FFF2-40B4-BE49-F238E27FC236}">
                  <a16:creationId xmlns:a16="http://schemas.microsoft.com/office/drawing/2014/main" id="{C45E7145-B912-4200-A331-B4273BB6199F}"/>
                </a:ext>
              </a:extLst>
            </p:cNvPr>
            <p:cNvSpPr/>
            <p:nvPr userDrawn="1"/>
          </p:nvSpPr>
          <p:spPr>
            <a:xfrm>
              <a:off x="0" y="6678000"/>
              <a:ext cx="12192000" cy="18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26" name="Rechthoek 125">
              <a:extLst>
                <a:ext uri="{FF2B5EF4-FFF2-40B4-BE49-F238E27FC236}">
                  <a16:creationId xmlns:a16="http://schemas.microsoft.com/office/drawing/2014/main" id="{D3D0F0CB-C84E-4062-996E-C129FEC2E3C5}"/>
                </a:ext>
              </a:extLst>
            </p:cNvPr>
            <p:cNvSpPr/>
            <p:nvPr userDrawn="1"/>
          </p:nvSpPr>
          <p:spPr>
            <a:xfrm>
              <a:off x="0" y="5906871"/>
              <a:ext cx="12192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27" name="Rechthoek 126">
              <a:extLst>
                <a:ext uri="{FF2B5EF4-FFF2-40B4-BE49-F238E27FC236}">
                  <a16:creationId xmlns:a16="http://schemas.microsoft.com/office/drawing/2014/main" id="{838D424E-D3A6-4B95-BFB7-234BCBF65129}"/>
                </a:ext>
              </a:extLst>
            </p:cNvPr>
            <p:cNvSpPr/>
            <p:nvPr userDrawn="1"/>
          </p:nvSpPr>
          <p:spPr>
            <a:xfrm>
              <a:off x="0" y="6295673"/>
              <a:ext cx="12192000" cy="18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28" name="Rechthoek 127">
              <a:extLst>
                <a:ext uri="{FF2B5EF4-FFF2-40B4-BE49-F238E27FC236}">
                  <a16:creationId xmlns:a16="http://schemas.microsoft.com/office/drawing/2014/main" id="{E0EC2466-F391-4C48-905A-547E5255BBA0}"/>
                </a:ext>
              </a:extLst>
            </p:cNvPr>
            <p:cNvSpPr/>
            <p:nvPr userDrawn="1"/>
          </p:nvSpPr>
          <p:spPr>
            <a:xfrm>
              <a:off x="0" y="5578887"/>
              <a:ext cx="12192000" cy="18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29" name="Rechthoek 128">
              <a:extLst>
                <a:ext uri="{FF2B5EF4-FFF2-40B4-BE49-F238E27FC236}">
                  <a16:creationId xmlns:a16="http://schemas.microsoft.com/office/drawing/2014/main" id="{FA3DF976-567F-4CC5-8362-205B3BE176DB}"/>
                </a:ext>
              </a:extLst>
            </p:cNvPr>
            <p:cNvSpPr/>
            <p:nvPr userDrawn="1"/>
          </p:nvSpPr>
          <p:spPr>
            <a:xfrm>
              <a:off x="12024980" y="0"/>
              <a:ext cx="16702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30" name="Rechthoek 129">
              <a:extLst>
                <a:ext uri="{FF2B5EF4-FFF2-40B4-BE49-F238E27FC236}">
                  <a16:creationId xmlns:a16="http://schemas.microsoft.com/office/drawing/2014/main" id="{A2F401FB-26A6-4D49-A1E7-E09BC52F1A3F}"/>
                </a:ext>
              </a:extLst>
            </p:cNvPr>
            <p:cNvSpPr/>
            <p:nvPr userDrawn="1"/>
          </p:nvSpPr>
          <p:spPr>
            <a:xfrm>
              <a:off x="0" y="0"/>
              <a:ext cx="16702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31" name="Rechthoek 130">
              <a:extLst>
                <a:ext uri="{FF2B5EF4-FFF2-40B4-BE49-F238E27FC236}">
                  <a16:creationId xmlns:a16="http://schemas.microsoft.com/office/drawing/2014/main" id="{7A917718-DF85-48ED-8424-FC9E59AA36E1}"/>
                </a:ext>
              </a:extLst>
            </p:cNvPr>
            <p:cNvSpPr/>
            <p:nvPr userDrawn="1"/>
          </p:nvSpPr>
          <p:spPr>
            <a:xfrm>
              <a:off x="0" y="1114210"/>
              <a:ext cx="12192000" cy="34236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spTree>
    <p:extLst>
      <p:ext uri="{BB962C8B-B14F-4D97-AF65-F5344CB8AC3E}">
        <p14:creationId xmlns:p14="http://schemas.microsoft.com/office/powerpoint/2010/main" val="736646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KST 2X">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B23073-572C-4F04-B89A-B107AB932F47}"/>
              </a:ext>
            </a:extLst>
          </p:cNvPr>
          <p:cNvSpPr>
            <a:spLocks noGrp="1"/>
          </p:cNvSpPr>
          <p:nvPr>
            <p:ph type="title" hasCustomPrompt="1"/>
          </p:nvPr>
        </p:nvSpPr>
        <p:spPr>
          <a:xfrm>
            <a:off x="540000" y="538833"/>
            <a:ext cx="11112000" cy="301139"/>
          </a:xfrm>
        </p:spPr>
        <p:txBody>
          <a:bodyPr lIns="36000"/>
          <a:lstStyle>
            <a:lvl1pPr>
              <a:defRPr/>
            </a:lvl1pPr>
          </a:lstStyle>
          <a:p>
            <a:r>
              <a:rPr lang="nl-NL" noProof="0"/>
              <a:t>Voeg hier een titel in</a:t>
            </a:r>
            <a:endParaRPr lang="nl-NL"/>
          </a:p>
        </p:txBody>
      </p:sp>
      <p:sp>
        <p:nvSpPr>
          <p:cNvPr id="3" name="Tijdelijke aanduiding voor verticale tekst 2">
            <a:extLst>
              <a:ext uri="{FF2B5EF4-FFF2-40B4-BE49-F238E27FC236}">
                <a16:creationId xmlns:a16="http://schemas.microsoft.com/office/drawing/2014/main" id="{7C849E55-A25C-4202-801C-0514342EA9C6}"/>
              </a:ext>
            </a:extLst>
          </p:cNvPr>
          <p:cNvSpPr>
            <a:spLocks noGrp="1"/>
          </p:cNvSpPr>
          <p:nvPr>
            <p:ph type="body" orient="vert" idx="1" hasCustomPrompt="1"/>
          </p:nvPr>
        </p:nvSpPr>
        <p:spPr>
          <a:xfrm>
            <a:off x="539999" y="1459112"/>
            <a:ext cx="5286001" cy="4119774"/>
          </a:xfrm>
        </p:spPr>
        <p:txBody>
          <a:bodyPr vert="horz" anchor="t"/>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err="1"/>
              <a:t>Bullet</a:t>
            </a:r>
            <a:endParaRPr lang="nl-NL" noProof="0"/>
          </a:p>
          <a:p>
            <a:pPr lvl="1"/>
            <a:r>
              <a:rPr lang="nl-NL" noProof="0"/>
              <a:t>Sub-</a:t>
            </a:r>
            <a:r>
              <a:rPr lang="nl-NL" noProof="0" err="1"/>
              <a:t>bullet</a:t>
            </a:r>
            <a:r>
              <a:rPr lang="nl-NL" noProof="0"/>
              <a:t> #1</a:t>
            </a:r>
          </a:p>
          <a:p>
            <a:pPr lvl="2"/>
            <a:r>
              <a:rPr lang="nl-NL" noProof="0"/>
              <a:t>Sub-</a:t>
            </a:r>
            <a:r>
              <a:rPr lang="nl-NL" noProof="0" err="1"/>
              <a:t>bullet</a:t>
            </a:r>
            <a:r>
              <a:rPr lang="nl-NL" noProof="0"/>
              <a:t> #2</a:t>
            </a:r>
          </a:p>
          <a:p>
            <a:pPr lvl="3"/>
            <a:r>
              <a:rPr lang="nl-NL" noProof="0"/>
              <a:t>Leestekst</a:t>
            </a:r>
          </a:p>
          <a:p>
            <a:pPr lvl="4"/>
            <a:r>
              <a:rPr lang="nl-NL" noProof="0"/>
              <a:t>Tussenkop</a:t>
            </a:r>
          </a:p>
          <a:p>
            <a:pPr lvl="5"/>
            <a:r>
              <a:rPr lang="nl-NL" noProof="0"/>
              <a:t>Numerieke </a:t>
            </a:r>
            <a:r>
              <a:rPr lang="nl-NL" noProof="0" err="1"/>
              <a:t>bullet</a:t>
            </a:r>
            <a:endParaRPr lang="nl-NL" noProof="0"/>
          </a:p>
          <a:p>
            <a:pPr lvl="6"/>
            <a:r>
              <a:rPr lang="nl-NL" noProof="0"/>
              <a:t>Alfabetische </a:t>
            </a:r>
            <a:r>
              <a:rPr lang="nl-NL" noProof="0" err="1"/>
              <a:t>bullet</a:t>
            </a:r>
            <a:endParaRPr lang="nl-NL" noProof="0"/>
          </a:p>
          <a:p>
            <a:pPr lvl="7"/>
            <a:r>
              <a:rPr lang="nl-NL" noProof="0"/>
              <a:t>Fotobeschrijving</a:t>
            </a:r>
          </a:p>
          <a:p>
            <a:pPr lvl="8"/>
            <a:r>
              <a:rPr lang="nl-NL" noProof="0"/>
              <a:t>Quote tekst</a:t>
            </a:r>
          </a:p>
          <a:p>
            <a:pPr lvl="4"/>
            <a:endParaRPr lang="nl-NL"/>
          </a:p>
        </p:txBody>
      </p:sp>
      <p:sp>
        <p:nvSpPr>
          <p:cNvPr id="4" name="Tijdelijke aanduiding voor datum 3">
            <a:extLst>
              <a:ext uri="{FF2B5EF4-FFF2-40B4-BE49-F238E27FC236}">
                <a16:creationId xmlns:a16="http://schemas.microsoft.com/office/drawing/2014/main" id="{DABA8B2F-5EFD-4A05-8481-248C853EA1DE}"/>
              </a:ext>
            </a:extLst>
          </p:cNvPr>
          <p:cNvSpPr>
            <a:spLocks noGrp="1"/>
          </p:cNvSpPr>
          <p:nvPr>
            <p:ph type="dt" sz="half" idx="10"/>
          </p:nvPr>
        </p:nvSpPr>
        <p:spPr/>
        <p:txBody>
          <a:bodyPr/>
          <a:lstStyle/>
          <a:p>
            <a:fld id="{75C84B47-3B5E-47D0-9A5D-5BF6DF7E8663}" type="datetime4">
              <a:rPr lang="nl-NL" smtClean="0"/>
              <a:t>24 oktober 2024</a:t>
            </a:fld>
            <a:endParaRPr lang="nl-NL"/>
          </a:p>
        </p:txBody>
      </p:sp>
      <p:sp>
        <p:nvSpPr>
          <p:cNvPr id="6" name="Tijdelijke aanduiding voor dianummer 5">
            <a:extLst>
              <a:ext uri="{FF2B5EF4-FFF2-40B4-BE49-F238E27FC236}">
                <a16:creationId xmlns:a16="http://schemas.microsoft.com/office/drawing/2014/main" id="{A7656491-ADD5-4A7E-BAFA-5FCFF07D6EB0}"/>
              </a:ext>
            </a:extLst>
          </p:cNvPr>
          <p:cNvSpPr>
            <a:spLocks noGrp="1"/>
          </p:cNvSpPr>
          <p:nvPr>
            <p:ph type="sldNum" sz="quarter" idx="12"/>
          </p:nvPr>
        </p:nvSpPr>
        <p:spPr/>
        <p:txBody>
          <a:bodyPr/>
          <a:lstStyle/>
          <a:p>
            <a:fld id="{8D374ABD-355D-4B52-8A38-020B3DD5CC75}" type="slidenum">
              <a:rPr lang="nl-NL" smtClean="0"/>
              <a:t>‹#›</a:t>
            </a:fld>
            <a:endParaRPr lang="nl-NL"/>
          </a:p>
        </p:txBody>
      </p:sp>
      <p:sp>
        <p:nvSpPr>
          <p:cNvPr id="7" name="Tijdelijke aanduiding voor tekst 32">
            <a:extLst>
              <a:ext uri="{FF2B5EF4-FFF2-40B4-BE49-F238E27FC236}">
                <a16:creationId xmlns:a16="http://schemas.microsoft.com/office/drawing/2014/main" id="{7175F566-3665-4B0F-B70C-72779DF2FDD6}"/>
              </a:ext>
            </a:extLst>
          </p:cNvPr>
          <p:cNvSpPr>
            <a:spLocks noGrp="1"/>
          </p:cNvSpPr>
          <p:nvPr>
            <p:ph type="body" sz="quarter" idx="13" hasCustomPrompt="1"/>
          </p:nvPr>
        </p:nvSpPr>
        <p:spPr>
          <a:xfrm>
            <a:off x="539998" y="839972"/>
            <a:ext cx="11112000" cy="259612"/>
          </a:xfrm>
        </p:spPr>
        <p:txBody>
          <a:bodyPr lIns="36000" anchor="ctr"/>
          <a:lstStyle>
            <a:lvl1pPr marL="0" indent="0">
              <a:buNone/>
              <a:defRPr sz="2000" b="0">
                <a:solidFill>
                  <a:schemeClr val="accent1"/>
                </a:solidFill>
              </a:defRPr>
            </a:lvl1pPr>
          </a:lstStyle>
          <a:p>
            <a:pPr lvl="0"/>
            <a:r>
              <a:rPr lang="nl-NL" noProof="0"/>
              <a:t>Voeg hier een subtitel in</a:t>
            </a:r>
          </a:p>
        </p:txBody>
      </p:sp>
      <p:sp>
        <p:nvSpPr>
          <p:cNvPr id="17" name="Tijdelijke aanduiding voor tekst 34">
            <a:extLst>
              <a:ext uri="{FF2B5EF4-FFF2-40B4-BE49-F238E27FC236}">
                <a16:creationId xmlns:a16="http://schemas.microsoft.com/office/drawing/2014/main" id="{9955CEC2-0160-42D3-9E2E-941A4A11119D}"/>
              </a:ext>
            </a:extLst>
          </p:cNvPr>
          <p:cNvSpPr>
            <a:spLocks noGrp="1"/>
          </p:cNvSpPr>
          <p:nvPr>
            <p:ph type="body" sz="quarter" idx="14" hasCustomPrompt="1"/>
          </p:nvPr>
        </p:nvSpPr>
        <p:spPr>
          <a:xfrm>
            <a:off x="539749" y="5758889"/>
            <a:ext cx="11112249" cy="147981"/>
          </a:xfrm>
        </p:spPr>
        <p:txBody>
          <a:bodyPr anchor="b"/>
          <a:lstStyle>
            <a:lvl1pPr marL="0" indent="0">
              <a:buNone/>
              <a:defRPr sz="1000" i="1"/>
            </a:lvl1pPr>
          </a:lstStyle>
          <a:p>
            <a:pPr lvl="0"/>
            <a:r>
              <a:rPr lang="nl-NL" noProof="0"/>
              <a:t>Vul hier een bron in (of laat dit </a:t>
            </a:r>
            <a:r>
              <a:rPr lang="nl-NL" noProof="0" err="1"/>
              <a:t>tekstvak</a:t>
            </a:r>
            <a:r>
              <a:rPr lang="nl-NL" noProof="0"/>
              <a:t> leeg wanneer een bron ontbreekt)</a:t>
            </a:r>
          </a:p>
        </p:txBody>
      </p:sp>
      <p:sp>
        <p:nvSpPr>
          <p:cNvPr id="44" name="Tijdelijke aanduiding voor tekst 43">
            <a:extLst>
              <a:ext uri="{FF2B5EF4-FFF2-40B4-BE49-F238E27FC236}">
                <a16:creationId xmlns:a16="http://schemas.microsoft.com/office/drawing/2014/main" id="{C39606EC-1987-41D2-AE51-A1A79674F48D}"/>
              </a:ext>
            </a:extLst>
          </p:cNvPr>
          <p:cNvSpPr>
            <a:spLocks noGrp="1"/>
          </p:cNvSpPr>
          <p:nvPr>
            <p:ph type="body" sz="quarter" idx="15" hasCustomPrompt="1"/>
          </p:nvPr>
        </p:nvSpPr>
        <p:spPr>
          <a:xfrm>
            <a:off x="540000" y="0"/>
            <a:ext cx="1080000" cy="72000"/>
          </a:xfrm>
          <a:solidFill>
            <a:schemeClr val="accent1"/>
          </a:solidFill>
        </p:spPr>
        <p:txBody>
          <a:bodyPr/>
          <a:lstStyle>
            <a:lvl1pPr marL="0" indent="0">
              <a:buNone/>
              <a:defRPr sz="100">
                <a:solidFill>
                  <a:schemeClr val="bg2"/>
                </a:solidFill>
              </a:defRPr>
            </a:lvl1pPr>
            <a:lvl5pPr>
              <a:defRPr/>
            </a:lvl5pPr>
          </a:lstStyle>
          <a:p>
            <a:pPr lvl="0"/>
            <a:r>
              <a:rPr lang="en-GB"/>
              <a:t> </a:t>
            </a:r>
          </a:p>
        </p:txBody>
      </p:sp>
      <p:grpSp>
        <p:nvGrpSpPr>
          <p:cNvPr id="22" name="GRID" hidden="1">
            <a:extLst>
              <a:ext uri="{FF2B5EF4-FFF2-40B4-BE49-F238E27FC236}">
                <a16:creationId xmlns:a16="http://schemas.microsoft.com/office/drawing/2014/main" id="{33B8CDDA-3569-43D9-8953-9A57FF3750DF}"/>
              </a:ext>
            </a:extLst>
          </p:cNvPr>
          <p:cNvGrpSpPr/>
          <p:nvPr userDrawn="1"/>
        </p:nvGrpSpPr>
        <p:grpSpPr>
          <a:xfrm>
            <a:off x="0" y="0"/>
            <a:ext cx="12192000" cy="6858000"/>
            <a:chOff x="0" y="0"/>
            <a:chExt cx="12192000" cy="6858000"/>
          </a:xfrm>
          <a:solidFill>
            <a:schemeClr val="tx1">
              <a:alpha val="30000"/>
            </a:schemeClr>
          </a:solidFill>
        </p:grpSpPr>
        <p:sp>
          <p:nvSpPr>
            <p:cNvPr id="23" name="Rechthoek 22">
              <a:extLst>
                <a:ext uri="{FF2B5EF4-FFF2-40B4-BE49-F238E27FC236}">
                  <a16:creationId xmlns:a16="http://schemas.microsoft.com/office/drawing/2014/main" id="{A6538B19-C966-4937-AB93-B157026AFF8C}"/>
                </a:ext>
              </a:extLst>
            </p:cNvPr>
            <p:cNvSpPr/>
            <p:nvPr userDrawn="1"/>
          </p:nvSpPr>
          <p:spPr>
            <a:xfrm>
              <a:off x="0" y="0"/>
              <a:ext cx="12192000" cy="5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4" name="Rechthoek 23">
              <a:extLst>
                <a:ext uri="{FF2B5EF4-FFF2-40B4-BE49-F238E27FC236}">
                  <a16:creationId xmlns:a16="http://schemas.microsoft.com/office/drawing/2014/main" id="{77024D41-999B-4242-8677-91ABF0A9E718}"/>
                </a:ext>
              </a:extLst>
            </p:cNvPr>
            <p:cNvSpPr/>
            <p:nvPr userDrawn="1"/>
          </p:nvSpPr>
          <p:spPr>
            <a:xfrm>
              <a:off x="0"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5" name="Rechthoek 24">
              <a:extLst>
                <a:ext uri="{FF2B5EF4-FFF2-40B4-BE49-F238E27FC236}">
                  <a16:creationId xmlns:a16="http://schemas.microsoft.com/office/drawing/2014/main" id="{31DBE81E-F298-48AD-9D42-19989D672470}"/>
                </a:ext>
              </a:extLst>
            </p:cNvPr>
            <p:cNvSpPr/>
            <p:nvPr userDrawn="1"/>
          </p:nvSpPr>
          <p:spPr>
            <a:xfrm>
              <a:off x="11652000"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6" name="Rechthoek 25">
              <a:extLst>
                <a:ext uri="{FF2B5EF4-FFF2-40B4-BE49-F238E27FC236}">
                  <a16:creationId xmlns:a16="http://schemas.microsoft.com/office/drawing/2014/main" id="{8DE20BBB-B456-42A9-8832-C7377C8570B3}"/>
                </a:ext>
              </a:extLst>
            </p:cNvPr>
            <p:cNvSpPr/>
            <p:nvPr userDrawn="1"/>
          </p:nvSpPr>
          <p:spPr>
            <a:xfrm>
              <a:off x="0" y="1099111"/>
              <a:ext cx="12192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7" name="Rechthoek 26">
              <a:extLst>
                <a:ext uri="{FF2B5EF4-FFF2-40B4-BE49-F238E27FC236}">
                  <a16:creationId xmlns:a16="http://schemas.microsoft.com/office/drawing/2014/main" id="{E56AFE03-13D0-4E70-965E-27236D5B2FE0}"/>
                </a:ext>
              </a:extLst>
            </p:cNvPr>
            <p:cNvSpPr/>
            <p:nvPr userDrawn="1"/>
          </p:nvSpPr>
          <p:spPr>
            <a:xfrm>
              <a:off x="0" y="6678000"/>
              <a:ext cx="12192000" cy="18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8" name="Rechthoek 27">
              <a:extLst>
                <a:ext uri="{FF2B5EF4-FFF2-40B4-BE49-F238E27FC236}">
                  <a16:creationId xmlns:a16="http://schemas.microsoft.com/office/drawing/2014/main" id="{A441DBCA-2CF0-465C-9104-B3831E479CD3}"/>
                </a:ext>
              </a:extLst>
            </p:cNvPr>
            <p:cNvSpPr/>
            <p:nvPr userDrawn="1"/>
          </p:nvSpPr>
          <p:spPr>
            <a:xfrm>
              <a:off x="0" y="5906871"/>
              <a:ext cx="12192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9" name="Rechthoek 28">
              <a:extLst>
                <a:ext uri="{FF2B5EF4-FFF2-40B4-BE49-F238E27FC236}">
                  <a16:creationId xmlns:a16="http://schemas.microsoft.com/office/drawing/2014/main" id="{C008D542-07D8-43D9-B841-E9558BFC34B1}"/>
                </a:ext>
              </a:extLst>
            </p:cNvPr>
            <p:cNvSpPr/>
            <p:nvPr userDrawn="1"/>
          </p:nvSpPr>
          <p:spPr>
            <a:xfrm>
              <a:off x="0" y="6295673"/>
              <a:ext cx="12192000" cy="18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30" name="Rechthoek 29">
              <a:extLst>
                <a:ext uri="{FF2B5EF4-FFF2-40B4-BE49-F238E27FC236}">
                  <a16:creationId xmlns:a16="http://schemas.microsoft.com/office/drawing/2014/main" id="{0C647EEC-C065-4B5F-8C18-6436515CDB91}"/>
                </a:ext>
              </a:extLst>
            </p:cNvPr>
            <p:cNvSpPr/>
            <p:nvPr userDrawn="1"/>
          </p:nvSpPr>
          <p:spPr>
            <a:xfrm>
              <a:off x="0" y="5578887"/>
              <a:ext cx="12192000" cy="18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31" name="Rechthoek 30">
              <a:extLst>
                <a:ext uri="{FF2B5EF4-FFF2-40B4-BE49-F238E27FC236}">
                  <a16:creationId xmlns:a16="http://schemas.microsoft.com/office/drawing/2014/main" id="{B3E90288-6716-4D55-8093-F74729D589E7}"/>
                </a:ext>
              </a:extLst>
            </p:cNvPr>
            <p:cNvSpPr/>
            <p:nvPr userDrawn="1"/>
          </p:nvSpPr>
          <p:spPr>
            <a:xfrm>
              <a:off x="12024980" y="0"/>
              <a:ext cx="16702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32" name="Rechthoek 31">
              <a:extLst>
                <a:ext uri="{FF2B5EF4-FFF2-40B4-BE49-F238E27FC236}">
                  <a16:creationId xmlns:a16="http://schemas.microsoft.com/office/drawing/2014/main" id="{9C4FE5F3-67DB-4F58-B12D-A654035D116F}"/>
                </a:ext>
              </a:extLst>
            </p:cNvPr>
            <p:cNvSpPr/>
            <p:nvPr userDrawn="1"/>
          </p:nvSpPr>
          <p:spPr>
            <a:xfrm>
              <a:off x="0" y="0"/>
              <a:ext cx="16702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45" name="Rechthoek 44">
              <a:extLst>
                <a:ext uri="{FF2B5EF4-FFF2-40B4-BE49-F238E27FC236}">
                  <a16:creationId xmlns:a16="http://schemas.microsoft.com/office/drawing/2014/main" id="{3D223C7A-1192-46B2-A8CA-690AB0004B12}"/>
                </a:ext>
              </a:extLst>
            </p:cNvPr>
            <p:cNvSpPr/>
            <p:nvPr userDrawn="1"/>
          </p:nvSpPr>
          <p:spPr>
            <a:xfrm>
              <a:off x="5826000"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sp>
        <p:nvSpPr>
          <p:cNvPr id="48" name="Tijdelijke aanduiding voor verticale tekst 2">
            <a:extLst>
              <a:ext uri="{FF2B5EF4-FFF2-40B4-BE49-F238E27FC236}">
                <a16:creationId xmlns:a16="http://schemas.microsoft.com/office/drawing/2014/main" id="{AA81A0BB-4577-42E5-AB0A-8F767EEAD740}"/>
              </a:ext>
            </a:extLst>
          </p:cNvPr>
          <p:cNvSpPr>
            <a:spLocks noGrp="1"/>
          </p:cNvSpPr>
          <p:nvPr>
            <p:ph type="body" orient="vert" idx="16" hasCustomPrompt="1"/>
          </p:nvPr>
        </p:nvSpPr>
        <p:spPr>
          <a:xfrm>
            <a:off x="6365999" y="1459112"/>
            <a:ext cx="5286001" cy="4119774"/>
          </a:xfrm>
        </p:spPr>
        <p:txBody>
          <a:bodyPr vert="horz" anchor="t"/>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err="1"/>
              <a:t>Bullet</a:t>
            </a:r>
            <a:endParaRPr lang="nl-NL" noProof="0"/>
          </a:p>
          <a:p>
            <a:pPr lvl="1"/>
            <a:r>
              <a:rPr lang="nl-NL" noProof="0"/>
              <a:t>Sub-</a:t>
            </a:r>
            <a:r>
              <a:rPr lang="nl-NL" noProof="0" err="1"/>
              <a:t>bullet</a:t>
            </a:r>
            <a:r>
              <a:rPr lang="nl-NL" noProof="0"/>
              <a:t> #1</a:t>
            </a:r>
          </a:p>
          <a:p>
            <a:pPr lvl="2"/>
            <a:r>
              <a:rPr lang="nl-NL" noProof="0"/>
              <a:t>Sub-</a:t>
            </a:r>
            <a:r>
              <a:rPr lang="nl-NL" noProof="0" err="1"/>
              <a:t>bullet</a:t>
            </a:r>
            <a:r>
              <a:rPr lang="nl-NL" noProof="0"/>
              <a:t> #2</a:t>
            </a:r>
          </a:p>
          <a:p>
            <a:pPr lvl="3"/>
            <a:r>
              <a:rPr lang="nl-NL" noProof="0"/>
              <a:t>Leestekst</a:t>
            </a:r>
          </a:p>
          <a:p>
            <a:pPr lvl="4"/>
            <a:r>
              <a:rPr lang="nl-NL" noProof="0"/>
              <a:t>Tussenkop</a:t>
            </a:r>
          </a:p>
          <a:p>
            <a:pPr lvl="5"/>
            <a:r>
              <a:rPr lang="nl-NL" noProof="0"/>
              <a:t>Numerieke </a:t>
            </a:r>
            <a:r>
              <a:rPr lang="nl-NL" noProof="0" err="1"/>
              <a:t>bullet</a:t>
            </a:r>
            <a:endParaRPr lang="nl-NL" noProof="0"/>
          </a:p>
          <a:p>
            <a:pPr lvl="6"/>
            <a:r>
              <a:rPr lang="nl-NL" noProof="0"/>
              <a:t>Alfabetische </a:t>
            </a:r>
            <a:r>
              <a:rPr lang="nl-NL" noProof="0" err="1"/>
              <a:t>bullet</a:t>
            </a:r>
            <a:endParaRPr lang="nl-NL" noProof="0"/>
          </a:p>
          <a:p>
            <a:pPr lvl="7"/>
            <a:r>
              <a:rPr lang="nl-NL" noProof="0"/>
              <a:t>Fotobeschrijving</a:t>
            </a:r>
          </a:p>
          <a:p>
            <a:pPr lvl="8"/>
            <a:r>
              <a:rPr lang="nl-NL" noProof="0"/>
              <a:t>Quote tekst</a:t>
            </a:r>
          </a:p>
          <a:p>
            <a:pPr lvl="4"/>
            <a:endParaRPr lang="nl-NL"/>
          </a:p>
        </p:txBody>
      </p:sp>
    </p:spTree>
    <p:extLst>
      <p:ext uri="{BB962C8B-B14F-4D97-AF65-F5344CB8AC3E}">
        <p14:creationId xmlns:p14="http://schemas.microsoft.com/office/powerpoint/2010/main" val="4003051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KST / AFBEELDING (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B23073-572C-4F04-B89A-B107AB932F47}"/>
              </a:ext>
            </a:extLst>
          </p:cNvPr>
          <p:cNvSpPr>
            <a:spLocks noGrp="1"/>
          </p:cNvSpPr>
          <p:nvPr>
            <p:ph type="title" hasCustomPrompt="1"/>
          </p:nvPr>
        </p:nvSpPr>
        <p:spPr/>
        <p:txBody>
          <a:bodyPr/>
          <a:lstStyle>
            <a:lvl1pPr>
              <a:defRPr/>
            </a:lvl1pPr>
          </a:lstStyle>
          <a:p>
            <a:r>
              <a:rPr lang="nl-NL" noProof="0"/>
              <a:t>Voeg hier een titel in</a:t>
            </a:r>
            <a:endParaRPr lang="nl-NL"/>
          </a:p>
        </p:txBody>
      </p:sp>
      <p:sp>
        <p:nvSpPr>
          <p:cNvPr id="3" name="Tijdelijke aanduiding voor verticale tekst 2">
            <a:extLst>
              <a:ext uri="{FF2B5EF4-FFF2-40B4-BE49-F238E27FC236}">
                <a16:creationId xmlns:a16="http://schemas.microsoft.com/office/drawing/2014/main" id="{7C849E55-A25C-4202-801C-0514342EA9C6}"/>
              </a:ext>
            </a:extLst>
          </p:cNvPr>
          <p:cNvSpPr>
            <a:spLocks noGrp="1"/>
          </p:cNvSpPr>
          <p:nvPr>
            <p:ph type="body" orient="vert" idx="1" hasCustomPrompt="1"/>
          </p:nvPr>
        </p:nvSpPr>
        <p:spPr>
          <a:xfrm>
            <a:off x="539999" y="1459112"/>
            <a:ext cx="7752221" cy="4119774"/>
          </a:xfrm>
        </p:spPr>
        <p:txBody>
          <a:bodyPr vert="horz" anchor="t"/>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err="1"/>
              <a:t>Bullet</a:t>
            </a:r>
            <a:endParaRPr lang="nl-NL" noProof="0"/>
          </a:p>
          <a:p>
            <a:pPr lvl="1"/>
            <a:r>
              <a:rPr lang="nl-NL" noProof="0"/>
              <a:t>Sub-</a:t>
            </a:r>
            <a:r>
              <a:rPr lang="nl-NL" noProof="0" err="1"/>
              <a:t>bullet</a:t>
            </a:r>
            <a:r>
              <a:rPr lang="nl-NL" noProof="0"/>
              <a:t> #1</a:t>
            </a:r>
          </a:p>
          <a:p>
            <a:pPr lvl="2"/>
            <a:r>
              <a:rPr lang="nl-NL" noProof="0"/>
              <a:t>Sub-</a:t>
            </a:r>
            <a:r>
              <a:rPr lang="nl-NL" noProof="0" err="1"/>
              <a:t>bullet</a:t>
            </a:r>
            <a:r>
              <a:rPr lang="nl-NL" noProof="0"/>
              <a:t> #2</a:t>
            </a:r>
          </a:p>
          <a:p>
            <a:pPr lvl="3"/>
            <a:r>
              <a:rPr lang="nl-NL" noProof="0"/>
              <a:t>Leestekst</a:t>
            </a:r>
          </a:p>
          <a:p>
            <a:pPr lvl="4"/>
            <a:r>
              <a:rPr lang="nl-NL" noProof="0"/>
              <a:t>Tussenkop</a:t>
            </a:r>
          </a:p>
          <a:p>
            <a:pPr lvl="5"/>
            <a:r>
              <a:rPr lang="nl-NL" noProof="0"/>
              <a:t>Numerieke </a:t>
            </a:r>
            <a:r>
              <a:rPr lang="nl-NL" noProof="0" err="1"/>
              <a:t>bullet</a:t>
            </a:r>
            <a:endParaRPr lang="nl-NL" noProof="0"/>
          </a:p>
          <a:p>
            <a:pPr lvl="6"/>
            <a:r>
              <a:rPr lang="nl-NL" noProof="0"/>
              <a:t>Alfabetische </a:t>
            </a:r>
            <a:r>
              <a:rPr lang="nl-NL" noProof="0" err="1"/>
              <a:t>bullet</a:t>
            </a:r>
            <a:endParaRPr lang="nl-NL" noProof="0"/>
          </a:p>
          <a:p>
            <a:pPr lvl="7"/>
            <a:r>
              <a:rPr lang="nl-NL" noProof="0"/>
              <a:t>Fotobeschrijving</a:t>
            </a:r>
          </a:p>
          <a:p>
            <a:pPr lvl="8"/>
            <a:r>
              <a:rPr lang="nl-NL" noProof="0"/>
              <a:t>Quote tekst</a:t>
            </a:r>
          </a:p>
          <a:p>
            <a:pPr lvl="4"/>
            <a:endParaRPr lang="nl-NL"/>
          </a:p>
        </p:txBody>
      </p:sp>
      <p:sp>
        <p:nvSpPr>
          <p:cNvPr id="4" name="Tijdelijke aanduiding voor datum 3">
            <a:extLst>
              <a:ext uri="{FF2B5EF4-FFF2-40B4-BE49-F238E27FC236}">
                <a16:creationId xmlns:a16="http://schemas.microsoft.com/office/drawing/2014/main" id="{DABA8B2F-5EFD-4A05-8481-248C853EA1DE}"/>
              </a:ext>
            </a:extLst>
          </p:cNvPr>
          <p:cNvSpPr>
            <a:spLocks noGrp="1"/>
          </p:cNvSpPr>
          <p:nvPr>
            <p:ph type="dt" sz="half" idx="10"/>
          </p:nvPr>
        </p:nvSpPr>
        <p:spPr/>
        <p:txBody>
          <a:bodyPr/>
          <a:lstStyle/>
          <a:p>
            <a:fld id="{E99B26F9-55AF-4CC6-9FC7-DEF17E9429D6}" type="datetime4">
              <a:rPr lang="nl-NL" smtClean="0"/>
              <a:t>24 oktober 2024</a:t>
            </a:fld>
            <a:endParaRPr lang="nl-NL"/>
          </a:p>
        </p:txBody>
      </p:sp>
      <p:sp>
        <p:nvSpPr>
          <p:cNvPr id="6" name="Tijdelijke aanduiding voor dianummer 5">
            <a:extLst>
              <a:ext uri="{FF2B5EF4-FFF2-40B4-BE49-F238E27FC236}">
                <a16:creationId xmlns:a16="http://schemas.microsoft.com/office/drawing/2014/main" id="{A7656491-ADD5-4A7E-BAFA-5FCFF07D6EB0}"/>
              </a:ext>
            </a:extLst>
          </p:cNvPr>
          <p:cNvSpPr>
            <a:spLocks noGrp="1"/>
          </p:cNvSpPr>
          <p:nvPr>
            <p:ph type="sldNum" sz="quarter" idx="12"/>
          </p:nvPr>
        </p:nvSpPr>
        <p:spPr/>
        <p:txBody>
          <a:bodyPr/>
          <a:lstStyle/>
          <a:p>
            <a:fld id="{8D374ABD-355D-4B52-8A38-020B3DD5CC75}" type="slidenum">
              <a:rPr lang="nl-NL" smtClean="0"/>
              <a:t>‹#›</a:t>
            </a:fld>
            <a:endParaRPr lang="nl-NL"/>
          </a:p>
        </p:txBody>
      </p:sp>
      <p:sp>
        <p:nvSpPr>
          <p:cNvPr id="7" name="Tijdelijke aanduiding voor tekst 32">
            <a:extLst>
              <a:ext uri="{FF2B5EF4-FFF2-40B4-BE49-F238E27FC236}">
                <a16:creationId xmlns:a16="http://schemas.microsoft.com/office/drawing/2014/main" id="{7175F566-3665-4B0F-B70C-72779DF2FDD6}"/>
              </a:ext>
            </a:extLst>
          </p:cNvPr>
          <p:cNvSpPr>
            <a:spLocks noGrp="1"/>
          </p:cNvSpPr>
          <p:nvPr>
            <p:ph type="body" sz="quarter" idx="13" hasCustomPrompt="1"/>
          </p:nvPr>
        </p:nvSpPr>
        <p:spPr>
          <a:xfrm>
            <a:off x="539998" y="839972"/>
            <a:ext cx="11112000" cy="259612"/>
          </a:xfrm>
        </p:spPr>
        <p:txBody>
          <a:bodyPr anchor="ctr"/>
          <a:lstStyle>
            <a:lvl1pPr marL="0" indent="0">
              <a:buNone/>
              <a:defRPr sz="2000" b="0">
                <a:solidFill>
                  <a:schemeClr val="accent1"/>
                </a:solidFill>
              </a:defRPr>
            </a:lvl1pPr>
          </a:lstStyle>
          <a:p>
            <a:pPr lvl="0"/>
            <a:r>
              <a:rPr lang="nl-NL" noProof="0"/>
              <a:t>Voeg hier een subtitel in</a:t>
            </a:r>
          </a:p>
        </p:txBody>
      </p:sp>
      <p:sp>
        <p:nvSpPr>
          <p:cNvPr id="17" name="Tijdelijke aanduiding voor tekst 34">
            <a:extLst>
              <a:ext uri="{FF2B5EF4-FFF2-40B4-BE49-F238E27FC236}">
                <a16:creationId xmlns:a16="http://schemas.microsoft.com/office/drawing/2014/main" id="{9955CEC2-0160-42D3-9E2E-941A4A11119D}"/>
              </a:ext>
            </a:extLst>
          </p:cNvPr>
          <p:cNvSpPr>
            <a:spLocks noGrp="1"/>
          </p:cNvSpPr>
          <p:nvPr>
            <p:ph type="body" sz="quarter" idx="14" hasCustomPrompt="1"/>
          </p:nvPr>
        </p:nvSpPr>
        <p:spPr>
          <a:xfrm>
            <a:off x="539749" y="5758889"/>
            <a:ext cx="11112249" cy="147981"/>
          </a:xfrm>
        </p:spPr>
        <p:txBody>
          <a:bodyPr anchor="b"/>
          <a:lstStyle>
            <a:lvl1pPr marL="0" indent="0">
              <a:buNone/>
              <a:defRPr sz="1000" i="1"/>
            </a:lvl1pPr>
          </a:lstStyle>
          <a:p>
            <a:pPr lvl="0"/>
            <a:r>
              <a:rPr lang="nl-NL" noProof="0"/>
              <a:t>Bron…</a:t>
            </a:r>
          </a:p>
        </p:txBody>
      </p:sp>
      <p:sp>
        <p:nvSpPr>
          <p:cNvPr id="18" name="Rechthoek: afgeronde hoeken 17">
            <a:extLst>
              <a:ext uri="{FF2B5EF4-FFF2-40B4-BE49-F238E27FC236}">
                <a16:creationId xmlns:a16="http://schemas.microsoft.com/office/drawing/2014/main" id="{765A9402-96DA-4D08-A873-873C05E81C86}"/>
              </a:ext>
            </a:extLst>
          </p:cNvPr>
          <p:cNvSpPr/>
          <p:nvPr userDrawn="1"/>
        </p:nvSpPr>
        <p:spPr>
          <a:xfrm>
            <a:off x="3048000" y="-491319"/>
            <a:ext cx="6096000" cy="30025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lvl="0" algn="ctr"/>
            <a:r>
              <a:rPr lang="nl-NL" sz="2800" b="0" cap="all" baseline="0" noProof="0">
                <a:solidFill>
                  <a:schemeClr val="accent1"/>
                </a:solidFill>
                <a:latin typeface="+mn-lt"/>
              </a:rPr>
              <a:t>TEKST / AFBEELDING (S)</a:t>
            </a:r>
          </a:p>
        </p:txBody>
      </p:sp>
      <p:sp>
        <p:nvSpPr>
          <p:cNvPr id="19" name="Tijdelijke aanduiding voor afbeelding 16">
            <a:extLst>
              <a:ext uri="{FF2B5EF4-FFF2-40B4-BE49-F238E27FC236}">
                <a16:creationId xmlns:a16="http://schemas.microsoft.com/office/drawing/2014/main" id="{19878719-25FF-47F8-88BB-C801FBBD21F2}"/>
              </a:ext>
            </a:extLst>
          </p:cNvPr>
          <p:cNvSpPr>
            <a:spLocks noGrp="1"/>
          </p:cNvSpPr>
          <p:nvPr>
            <p:ph type="pic" sz="quarter" idx="15" hasCustomPrompt="1"/>
          </p:nvPr>
        </p:nvSpPr>
        <p:spPr>
          <a:xfrm>
            <a:off x="8832474" y="1459111"/>
            <a:ext cx="2819272" cy="4119774"/>
          </a:xfrm>
          <a:prstGeom prst="roundRect">
            <a:avLst>
              <a:gd name="adj" fmla="val 1562"/>
            </a:avLst>
          </a:prstGeom>
          <a:solidFill>
            <a:schemeClr val="bg1">
              <a:lumMod val="95000"/>
            </a:schemeClr>
          </a:solidFill>
        </p:spPr>
        <p:txBody>
          <a:bodyPr lIns="360000" tIns="1440000" rIns="360000"/>
          <a:lstStyle>
            <a:lvl1pPr marL="0" indent="0" algn="ctr">
              <a:buNone/>
              <a:defRPr sz="1200" i="1">
                <a:solidFill>
                  <a:schemeClr val="bg1">
                    <a:lumMod val="50000"/>
                  </a:schemeClr>
                </a:solidFill>
              </a:defRPr>
            </a:lvl1pPr>
          </a:lstStyle>
          <a:p>
            <a:r>
              <a:rPr lang="nl-NL" noProof="0"/>
              <a:t>Klik op onderstaand pictogram om een afbeelding in te voegen</a:t>
            </a:r>
          </a:p>
        </p:txBody>
      </p:sp>
      <p:sp>
        <p:nvSpPr>
          <p:cNvPr id="22" name="Tijdelijke aanduiding voor tekst 43">
            <a:extLst>
              <a:ext uri="{FF2B5EF4-FFF2-40B4-BE49-F238E27FC236}">
                <a16:creationId xmlns:a16="http://schemas.microsoft.com/office/drawing/2014/main" id="{B4FF56EE-FE43-4DA5-A312-68CA404863F1}"/>
              </a:ext>
            </a:extLst>
          </p:cNvPr>
          <p:cNvSpPr>
            <a:spLocks noGrp="1"/>
          </p:cNvSpPr>
          <p:nvPr>
            <p:ph type="body" sz="quarter" idx="16" hasCustomPrompt="1"/>
          </p:nvPr>
        </p:nvSpPr>
        <p:spPr>
          <a:xfrm>
            <a:off x="540000" y="0"/>
            <a:ext cx="1080000" cy="72000"/>
          </a:xfrm>
          <a:solidFill>
            <a:schemeClr val="accent1"/>
          </a:solidFill>
        </p:spPr>
        <p:txBody>
          <a:bodyPr/>
          <a:lstStyle>
            <a:lvl1pPr marL="0" indent="0">
              <a:buNone/>
              <a:defRPr sz="100">
                <a:solidFill>
                  <a:schemeClr val="bg2"/>
                </a:solidFill>
              </a:defRPr>
            </a:lvl1pPr>
            <a:lvl5pPr>
              <a:defRPr/>
            </a:lvl5pPr>
          </a:lstStyle>
          <a:p>
            <a:pPr lvl="0"/>
            <a:r>
              <a:rPr lang="en-GB"/>
              <a:t> </a:t>
            </a:r>
          </a:p>
        </p:txBody>
      </p:sp>
      <p:grpSp>
        <p:nvGrpSpPr>
          <p:cNvPr id="12" name="GRID" hidden="1">
            <a:extLst>
              <a:ext uri="{FF2B5EF4-FFF2-40B4-BE49-F238E27FC236}">
                <a16:creationId xmlns:a16="http://schemas.microsoft.com/office/drawing/2014/main" id="{C42AEADD-90AA-4CF9-B896-108BD0FFACE5}"/>
              </a:ext>
            </a:extLst>
          </p:cNvPr>
          <p:cNvGrpSpPr/>
          <p:nvPr userDrawn="1"/>
        </p:nvGrpSpPr>
        <p:grpSpPr>
          <a:xfrm>
            <a:off x="0" y="0"/>
            <a:ext cx="12192000" cy="6858000"/>
            <a:chOff x="0" y="0"/>
            <a:chExt cx="12192000" cy="6858000"/>
          </a:xfrm>
          <a:solidFill>
            <a:schemeClr val="tx1">
              <a:alpha val="30000"/>
            </a:schemeClr>
          </a:solidFill>
        </p:grpSpPr>
        <p:sp>
          <p:nvSpPr>
            <p:cNvPr id="13" name="Rechthoek 12">
              <a:extLst>
                <a:ext uri="{FF2B5EF4-FFF2-40B4-BE49-F238E27FC236}">
                  <a16:creationId xmlns:a16="http://schemas.microsoft.com/office/drawing/2014/main" id="{370D5BF0-411F-4769-87C0-63A53818CE35}"/>
                </a:ext>
              </a:extLst>
            </p:cNvPr>
            <p:cNvSpPr/>
            <p:nvPr userDrawn="1"/>
          </p:nvSpPr>
          <p:spPr>
            <a:xfrm>
              <a:off x="0" y="0"/>
              <a:ext cx="12192000" cy="5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 name="Rechthoek 13">
              <a:extLst>
                <a:ext uri="{FF2B5EF4-FFF2-40B4-BE49-F238E27FC236}">
                  <a16:creationId xmlns:a16="http://schemas.microsoft.com/office/drawing/2014/main" id="{6843E4DB-0A3F-443B-A44D-A85AD0400025}"/>
                </a:ext>
              </a:extLst>
            </p:cNvPr>
            <p:cNvSpPr/>
            <p:nvPr userDrawn="1"/>
          </p:nvSpPr>
          <p:spPr>
            <a:xfrm>
              <a:off x="0"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5" name="Rechthoek 14">
              <a:extLst>
                <a:ext uri="{FF2B5EF4-FFF2-40B4-BE49-F238E27FC236}">
                  <a16:creationId xmlns:a16="http://schemas.microsoft.com/office/drawing/2014/main" id="{07D5A30C-6BAE-46E0-BA71-5C4186933A3E}"/>
                </a:ext>
              </a:extLst>
            </p:cNvPr>
            <p:cNvSpPr/>
            <p:nvPr userDrawn="1"/>
          </p:nvSpPr>
          <p:spPr>
            <a:xfrm>
              <a:off x="11652000"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6" name="Rechthoek 15">
              <a:extLst>
                <a:ext uri="{FF2B5EF4-FFF2-40B4-BE49-F238E27FC236}">
                  <a16:creationId xmlns:a16="http://schemas.microsoft.com/office/drawing/2014/main" id="{CF4E021C-DEB6-42DB-871A-E48A7DF3DED7}"/>
                </a:ext>
              </a:extLst>
            </p:cNvPr>
            <p:cNvSpPr/>
            <p:nvPr userDrawn="1"/>
          </p:nvSpPr>
          <p:spPr>
            <a:xfrm>
              <a:off x="0" y="1099111"/>
              <a:ext cx="12192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0" name="Rechthoek 19">
              <a:extLst>
                <a:ext uri="{FF2B5EF4-FFF2-40B4-BE49-F238E27FC236}">
                  <a16:creationId xmlns:a16="http://schemas.microsoft.com/office/drawing/2014/main" id="{D98E327A-7F31-4F2A-930E-2BFAC599528C}"/>
                </a:ext>
              </a:extLst>
            </p:cNvPr>
            <p:cNvSpPr/>
            <p:nvPr userDrawn="1"/>
          </p:nvSpPr>
          <p:spPr>
            <a:xfrm>
              <a:off x="0" y="6678000"/>
              <a:ext cx="12192000" cy="18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1" name="Rechthoek 20">
              <a:extLst>
                <a:ext uri="{FF2B5EF4-FFF2-40B4-BE49-F238E27FC236}">
                  <a16:creationId xmlns:a16="http://schemas.microsoft.com/office/drawing/2014/main" id="{016C884F-B8D4-4509-9B22-6F8E9E6C97B3}"/>
                </a:ext>
              </a:extLst>
            </p:cNvPr>
            <p:cNvSpPr/>
            <p:nvPr userDrawn="1"/>
          </p:nvSpPr>
          <p:spPr>
            <a:xfrm>
              <a:off x="0" y="5906871"/>
              <a:ext cx="12192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3" name="Rechthoek 22">
              <a:extLst>
                <a:ext uri="{FF2B5EF4-FFF2-40B4-BE49-F238E27FC236}">
                  <a16:creationId xmlns:a16="http://schemas.microsoft.com/office/drawing/2014/main" id="{6A63735F-2891-437D-95E5-0808C9F711AB}"/>
                </a:ext>
              </a:extLst>
            </p:cNvPr>
            <p:cNvSpPr/>
            <p:nvPr userDrawn="1"/>
          </p:nvSpPr>
          <p:spPr>
            <a:xfrm>
              <a:off x="0" y="6295673"/>
              <a:ext cx="12192000" cy="18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4" name="Rechthoek 23">
              <a:extLst>
                <a:ext uri="{FF2B5EF4-FFF2-40B4-BE49-F238E27FC236}">
                  <a16:creationId xmlns:a16="http://schemas.microsoft.com/office/drawing/2014/main" id="{9FF037D6-F326-4BF0-8F52-0FE16061A5AE}"/>
                </a:ext>
              </a:extLst>
            </p:cNvPr>
            <p:cNvSpPr/>
            <p:nvPr userDrawn="1"/>
          </p:nvSpPr>
          <p:spPr>
            <a:xfrm>
              <a:off x="0" y="5578887"/>
              <a:ext cx="12192000" cy="18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5" name="Rechthoek 24">
              <a:extLst>
                <a:ext uri="{FF2B5EF4-FFF2-40B4-BE49-F238E27FC236}">
                  <a16:creationId xmlns:a16="http://schemas.microsoft.com/office/drawing/2014/main" id="{66B52DAF-8C4F-41DF-9671-BDF18B1B6331}"/>
                </a:ext>
              </a:extLst>
            </p:cNvPr>
            <p:cNvSpPr/>
            <p:nvPr userDrawn="1"/>
          </p:nvSpPr>
          <p:spPr>
            <a:xfrm>
              <a:off x="12024980" y="0"/>
              <a:ext cx="16702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6" name="Rechthoek 25">
              <a:extLst>
                <a:ext uri="{FF2B5EF4-FFF2-40B4-BE49-F238E27FC236}">
                  <a16:creationId xmlns:a16="http://schemas.microsoft.com/office/drawing/2014/main" id="{A241D38C-B315-4984-9AB2-7ABDAFF1CF82}"/>
                </a:ext>
              </a:extLst>
            </p:cNvPr>
            <p:cNvSpPr/>
            <p:nvPr userDrawn="1"/>
          </p:nvSpPr>
          <p:spPr>
            <a:xfrm>
              <a:off x="0" y="0"/>
              <a:ext cx="16702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8" name="Rechthoek 27">
              <a:extLst>
                <a:ext uri="{FF2B5EF4-FFF2-40B4-BE49-F238E27FC236}">
                  <a16:creationId xmlns:a16="http://schemas.microsoft.com/office/drawing/2014/main" id="{795BE662-EB07-4C9F-88DB-C3E73C447B52}"/>
                </a:ext>
              </a:extLst>
            </p:cNvPr>
            <p:cNvSpPr/>
            <p:nvPr userDrawn="1"/>
          </p:nvSpPr>
          <p:spPr>
            <a:xfrm>
              <a:off x="8292474"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spTree>
    <p:extLst>
      <p:ext uri="{BB962C8B-B14F-4D97-AF65-F5344CB8AC3E}">
        <p14:creationId xmlns:p14="http://schemas.microsoft.com/office/powerpoint/2010/main" val="3832810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KST / AFBEELDING (M)">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B23073-572C-4F04-B89A-B107AB932F47}"/>
              </a:ext>
            </a:extLst>
          </p:cNvPr>
          <p:cNvSpPr>
            <a:spLocks noGrp="1"/>
          </p:cNvSpPr>
          <p:nvPr>
            <p:ph type="title" hasCustomPrompt="1"/>
          </p:nvPr>
        </p:nvSpPr>
        <p:spPr/>
        <p:txBody>
          <a:bodyPr/>
          <a:lstStyle>
            <a:lvl1pPr>
              <a:defRPr/>
            </a:lvl1pPr>
          </a:lstStyle>
          <a:p>
            <a:r>
              <a:rPr lang="nl-NL" noProof="0"/>
              <a:t>Voeg hier een titel in</a:t>
            </a:r>
            <a:endParaRPr lang="nl-NL"/>
          </a:p>
        </p:txBody>
      </p:sp>
      <p:sp>
        <p:nvSpPr>
          <p:cNvPr id="3" name="Tijdelijke aanduiding voor verticale tekst 2">
            <a:extLst>
              <a:ext uri="{FF2B5EF4-FFF2-40B4-BE49-F238E27FC236}">
                <a16:creationId xmlns:a16="http://schemas.microsoft.com/office/drawing/2014/main" id="{7C849E55-A25C-4202-801C-0514342EA9C6}"/>
              </a:ext>
            </a:extLst>
          </p:cNvPr>
          <p:cNvSpPr>
            <a:spLocks noGrp="1"/>
          </p:cNvSpPr>
          <p:nvPr>
            <p:ph type="body" orient="vert" idx="1" hasCustomPrompt="1"/>
          </p:nvPr>
        </p:nvSpPr>
        <p:spPr>
          <a:xfrm>
            <a:off x="539999" y="1459112"/>
            <a:ext cx="5285747" cy="4119774"/>
          </a:xfrm>
        </p:spPr>
        <p:txBody>
          <a:bodyPr vert="horz" anchor="t"/>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err="1"/>
              <a:t>Bullet</a:t>
            </a:r>
            <a:endParaRPr lang="nl-NL" noProof="0"/>
          </a:p>
          <a:p>
            <a:pPr lvl="1"/>
            <a:r>
              <a:rPr lang="nl-NL" noProof="0"/>
              <a:t>Sub-</a:t>
            </a:r>
            <a:r>
              <a:rPr lang="nl-NL" noProof="0" err="1"/>
              <a:t>bullet</a:t>
            </a:r>
            <a:r>
              <a:rPr lang="nl-NL" noProof="0"/>
              <a:t> #1</a:t>
            </a:r>
          </a:p>
          <a:p>
            <a:pPr lvl="2"/>
            <a:r>
              <a:rPr lang="nl-NL" noProof="0"/>
              <a:t>Sub-</a:t>
            </a:r>
            <a:r>
              <a:rPr lang="nl-NL" noProof="0" err="1"/>
              <a:t>bullet</a:t>
            </a:r>
            <a:r>
              <a:rPr lang="nl-NL" noProof="0"/>
              <a:t> #2</a:t>
            </a:r>
          </a:p>
          <a:p>
            <a:pPr lvl="3"/>
            <a:r>
              <a:rPr lang="nl-NL" noProof="0"/>
              <a:t>Leestekst</a:t>
            </a:r>
          </a:p>
          <a:p>
            <a:pPr lvl="4"/>
            <a:r>
              <a:rPr lang="nl-NL" noProof="0"/>
              <a:t>Tussenkop</a:t>
            </a:r>
          </a:p>
          <a:p>
            <a:pPr lvl="5"/>
            <a:r>
              <a:rPr lang="nl-NL" noProof="0"/>
              <a:t>Numerieke </a:t>
            </a:r>
            <a:r>
              <a:rPr lang="nl-NL" noProof="0" err="1"/>
              <a:t>bullet</a:t>
            </a:r>
            <a:endParaRPr lang="nl-NL" noProof="0"/>
          </a:p>
          <a:p>
            <a:pPr lvl="6"/>
            <a:r>
              <a:rPr lang="nl-NL" noProof="0"/>
              <a:t>Alfabetische </a:t>
            </a:r>
            <a:r>
              <a:rPr lang="nl-NL" noProof="0" err="1"/>
              <a:t>bullet</a:t>
            </a:r>
            <a:endParaRPr lang="nl-NL" noProof="0"/>
          </a:p>
          <a:p>
            <a:pPr lvl="7"/>
            <a:r>
              <a:rPr lang="nl-NL" noProof="0"/>
              <a:t>Fotobeschrijving</a:t>
            </a:r>
          </a:p>
          <a:p>
            <a:pPr lvl="8"/>
            <a:r>
              <a:rPr lang="nl-NL" noProof="0"/>
              <a:t>Quote tekst</a:t>
            </a:r>
          </a:p>
          <a:p>
            <a:pPr lvl="4"/>
            <a:endParaRPr lang="nl-NL"/>
          </a:p>
        </p:txBody>
      </p:sp>
      <p:sp>
        <p:nvSpPr>
          <p:cNvPr id="4" name="Tijdelijke aanduiding voor datum 3">
            <a:extLst>
              <a:ext uri="{FF2B5EF4-FFF2-40B4-BE49-F238E27FC236}">
                <a16:creationId xmlns:a16="http://schemas.microsoft.com/office/drawing/2014/main" id="{DABA8B2F-5EFD-4A05-8481-248C853EA1DE}"/>
              </a:ext>
            </a:extLst>
          </p:cNvPr>
          <p:cNvSpPr>
            <a:spLocks noGrp="1"/>
          </p:cNvSpPr>
          <p:nvPr>
            <p:ph type="dt" sz="half" idx="10"/>
          </p:nvPr>
        </p:nvSpPr>
        <p:spPr/>
        <p:txBody>
          <a:bodyPr/>
          <a:lstStyle/>
          <a:p>
            <a:fld id="{3143261E-9E41-4E99-9EF3-B9AE48E9A52B}" type="datetime4">
              <a:rPr lang="nl-NL" smtClean="0"/>
              <a:t>24 oktober 2024</a:t>
            </a:fld>
            <a:endParaRPr lang="nl-NL"/>
          </a:p>
        </p:txBody>
      </p:sp>
      <p:sp>
        <p:nvSpPr>
          <p:cNvPr id="6" name="Tijdelijke aanduiding voor dianummer 5">
            <a:extLst>
              <a:ext uri="{FF2B5EF4-FFF2-40B4-BE49-F238E27FC236}">
                <a16:creationId xmlns:a16="http://schemas.microsoft.com/office/drawing/2014/main" id="{A7656491-ADD5-4A7E-BAFA-5FCFF07D6EB0}"/>
              </a:ext>
            </a:extLst>
          </p:cNvPr>
          <p:cNvSpPr>
            <a:spLocks noGrp="1"/>
          </p:cNvSpPr>
          <p:nvPr>
            <p:ph type="sldNum" sz="quarter" idx="12"/>
          </p:nvPr>
        </p:nvSpPr>
        <p:spPr/>
        <p:txBody>
          <a:bodyPr/>
          <a:lstStyle/>
          <a:p>
            <a:fld id="{8D374ABD-355D-4B52-8A38-020B3DD5CC75}" type="slidenum">
              <a:rPr lang="nl-NL" smtClean="0"/>
              <a:t>‹#›</a:t>
            </a:fld>
            <a:endParaRPr lang="nl-NL"/>
          </a:p>
        </p:txBody>
      </p:sp>
      <p:sp>
        <p:nvSpPr>
          <p:cNvPr id="7" name="Tijdelijke aanduiding voor tekst 32">
            <a:extLst>
              <a:ext uri="{FF2B5EF4-FFF2-40B4-BE49-F238E27FC236}">
                <a16:creationId xmlns:a16="http://schemas.microsoft.com/office/drawing/2014/main" id="{7175F566-3665-4B0F-B70C-72779DF2FDD6}"/>
              </a:ext>
            </a:extLst>
          </p:cNvPr>
          <p:cNvSpPr>
            <a:spLocks noGrp="1"/>
          </p:cNvSpPr>
          <p:nvPr>
            <p:ph type="body" sz="quarter" idx="13" hasCustomPrompt="1"/>
          </p:nvPr>
        </p:nvSpPr>
        <p:spPr>
          <a:xfrm>
            <a:off x="539998" y="839972"/>
            <a:ext cx="11112000" cy="259612"/>
          </a:xfrm>
        </p:spPr>
        <p:txBody>
          <a:bodyPr anchor="ctr"/>
          <a:lstStyle>
            <a:lvl1pPr marL="0" indent="0">
              <a:buNone/>
              <a:defRPr sz="2000" b="0">
                <a:solidFill>
                  <a:schemeClr val="accent1"/>
                </a:solidFill>
              </a:defRPr>
            </a:lvl1pPr>
          </a:lstStyle>
          <a:p>
            <a:pPr lvl="0"/>
            <a:r>
              <a:rPr lang="nl-NL" noProof="0"/>
              <a:t>Voeg hier een subtitel in</a:t>
            </a:r>
          </a:p>
        </p:txBody>
      </p:sp>
      <p:sp>
        <p:nvSpPr>
          <p:cNvPr id="17" name="Tijdelijke aanduiding voor tekst 34">
            <a:extLst>
              <a:ext uri="{FF2B5EF4-FFF2-40B4-BE49-F238E27FC236}">
                <a16:creationId xmlns:a16="http://schemas.microsoft.com/office/drawing/2014/main" id="{9955CEC2-0160-42D3-9E2E-941A4A11119D}"/>
              </a:ext>
            </a:extLst>
          </p:cNvPr>
          <p:cNvSpPr>
            <a:spLocks noGrp="1"/>
          </p:cNvSpPr>
          <p:nvPr>
            <p:ph type="body" sz="quarter" idx="14" hasCustomPrompt="1"/>
          </p:nvPr>
        </p:nvSpPr>
        <p:spPr>
          <a:xfrm>
            <a:off x="539749" y="5758889"/>
            <a:ext cx="11112249" cy="147981"/>
          </a:xfrm>
        </p:spPr>
        <p:txBody>
          <a:bodyPr anchor="b"/>
          <a:lstStyle>
            <a:lvl1pPr marL="0" indent="0">
              <a:buNone/>
              <a:defRPr sz="1000" i="1"/>
            </a:lvl1pPr>
          </a:lstStyle>
          <a:p>
            <a:pPr lvl="0"/>
            <a:r>
              <a:rPr lang="nl-NL" noProof="0"/>
              <a:t>Bron…</a:t>
            </a:r>
          </a:p>
        </p:txBody>
      </p:sp>
      <p:sp>
        <p:nvSpPr>
          <p:cNvPr id="18" name="Rechthoek: afgeronde hoeken 17">
            <a:extLst>
              <a:ext uri="{FF2B5EF4-FFF2-40B4-BE49-F238E27FC236}">
                <a16:creationId xmlns:a16="http://schemas.microsoft.com/office/drawing/2014/main" id="{765A9402-96DA-4D08-A873-873C05E81C86}"/>
              </a:ext>
            </a:extLst>
          </p:cNvPr>
          <p:cNvSpPr/>
          <p:nvPr userDrawn="1"/>
        </p:nvSpPr>
        <p:spPr>
          <a:xfrm>
            <a:off x="3048000" y="-491319"/>
            <a:ext cx="6096000" cy="30025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lvl="0" algn="ctr"/>
            <a:r>
              <a:rPr lang="nl-NL" sz="2800" b="0" cap="all" baseline="0" noProof="0">
                <a:solidFill>
                  <a:schemeClr val="accent1"/>
                </a:solidFill>
                <a:latin typeface="+mn-lt"/>
              </a:rPr>
              <a:t>TEKST / AFBEELDING (M)</a:t>
            </a:r>
          </a:p>
        </p:txBody>
      </p:sp>
      <p:sp>
        <p:nvSpPr>
          <p:cNvPr id="19" name="Tijdelijke aanduiding voor afbeelding 16">
            <a:extLst>
              <a:ext uri="{FF2B5EF4-FFF2-40B4-BE49-F238E27FC236}">
                <a16:creationId xmlns:a16="http://schemas.microsoft.com/office/drawing/2014/main" id="{19878719-25FF-47F8-88BB-C801FBBD21F2}"/>
              </a:ext>
            </a:extLst>
          </p:cNvPr>
          <p:cNvSpPr>
            <a:spLocks noGrp="1"/>
          </p:cNvSpPr>
          <p:nvPr>
            <p:ph type="pic" sz="quarter" idx="15" hasCustomPrompt="1"/>
          </p:nvPr>
        </p:nvSpPr>
        <p:spPr>
          <a:xfrm>
            <a:off x="6365873" y="1459111"/>
            <a:ext cx="5285873" cy="4119774"/>
          </a:xfrm>
          <a:prstGeom prst="roundRect">
            <a:avLst>
              <a:gd name="adj" fmla="val 1562"/>
            </a:avLst>
          </a:prstGeom>
          <a:solidFill>
            <a:schemeClr val="bg1">
              <a:lumMod val="95000"/>
            </a:schemeClr>
          </a:solidFill>
        </p:spPr>
        <p:txBody>
          <a:bodyPr tIns="1620000"/>
          <a:lstStyle>
            <a:lvl1pPr marL="0" indent="0" algn="ctr">
              <a:buNone/>
              <a:defRPr sz="1200" i="1">
                <a:solidFill>
                  <a:schemeClr val="bg1">
                    <a:lumMod val="50000"/>
                  </a:schemeClr>
                </a:solidFill>
              </a:defRPr>
            </a:lvl1pPr>
          </a:lstStyle>
          <a:p>
            <a:r>
              <a:rPr lang="nl-NL" noProof="0"/>
              <a:t>Klik op onderstaand pictogram om een afbeelding in te voegen</a:t>
            </a:r>
          </a:p>
        </p:txBody>
      </p:sp>
      <p:sp>
        <p:nvSpPr>
          <p:cNvPr id="22" name="Tijdelijke aanduiding voor tekst 43">
            <a:extLst>
              <a:ext uri="{FF2B5EF4-FFF2-40B4-BE49-F238E27FC236}">
                <a16:creationId xmlns:a16="http://schemas.microsoft.com/office/drawing/2014/main" id="{B4FF56EE-FE43-4DA5-A312-68CA404863F1}"/>
              </a:ext>
            </a:extLst>
          </p:cNvPr>
          <p:cNvSpPr>
            <a:spLocks noGrp="1"/>
          </p:cNvSpPr>
          <p:nvPr>
            <p:ph type="body" sz="quarter" idx="16" hasCustomPrompt="1"/>
          </p:nvPr>
        </p:nvSpPr>
        <p:spPr>
          <a:xfrm>
            <a:off x="540000" y="0"/>
            <a:ext cx="1080000" cy="72000"/>
          </a:xfrm>
          <a:solidFill>
            <a:schemeClr val="accent1"/>
          </a:solidFill>
        </p:spPr>
        <p:txBody>
          <a:bodyPr/>
          <a:lstStyle>
            <a:lvl1pPr marL="0" indent="0">
              <a:buNone/>
              <a:defRPr sz="100">
                <a:solidFill>
                  <a:schemeClr val="bg2"/>
                </a:solidFill>
              </a:defRPr>
            </a:lvl1pPr>
            <a:lvl5pPr>
              <a:defRPr/>
            </a:lvl5pPr>
          </a:lstStyle>
          <a:p>
            <a:pPr lvl="0"/>
            <a:r>
              <a:rPr lang="en-GB"/>
              <a:t> </a:t>
            </a:r>
          </a:p>
        </p:txBody>
      </p:sp>
    </p:spTree>
    <p:extLst>
      <p:ext uri="{BB962C8B-B14F-4D97-AF65-F5344CB8AC3E}">
        <p14:creationId xmlns:p14="http://schemas.microsoft.com/office/powerpoint/2010/main" val="3959828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KST / AFBEELDING (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B23073-572C-4F04-B89A-B107AB932F47}"/>
              </a:ext>
            </a:extLst>
          </p:cNvPr>
          <p:cNvSpPr>
            <a:spLocks noGrp="1"/>
          </p:cNvSpPr>
          <p:nvPr>
            <p:ph type="title" hasCustomPrompt="1"/>
          </p:nvPr>
        </p:nvSpPr>
        <p:spPr/>
        <p:txBody>
          <a:bodyPr/>
          <a:lstStyle>
            <a:lvl1pPr>
              <a:defRPr/>
            </a:lvl1pPr>
          </a:lstStyle>
          <a:p>
            <a:r>
              <a:rPr lang="nl-NL" noProof="0"/>
              <a:t>Voeg hier een titel in</a:t>
            </a:r>
            <a:endParaRPr lang="nl-NL"/>
          </a:p>
        </p:txBody>
      </p:sp>
      <p:sp>
        <p:nvSpPr>
          <p:cNvPr id="3" name="Tijdelijke aanduiding voor verticale tekst 2">
            <a:extLst>
              <a:ext uri="{FF2B5EF4-FFF2-40B4-BE49-F238E27FC236}">
                <a16:creationId xmlns:a16="http://schemas.microsoft.com/office/drawing/2014/main" id="{7C849E55-A25C-4202-801C-0514342EA9C6}"/>
              </a:ext>
            </a:extLst>
          </p:cNvPr>
          <p:cNvSpPr>
            <a:spLocks noGrp="1"/>
          </p:cNvSpPr>
          <p:nvPr>
            <p:ph type="body" orient="vert" idx="1" hasCustomPrompt="1"/>
          </p:nvPr>
        </p:nvSpPr>
        <p:spPr>
          <a:xfrm>
            <a:off x="540000" y="1459112"/>
            <a:ext cx="2912620" cy="4119774"/>
          </a:xfrm>
        </p:spPr>
        <p:txBody>
          <a:bodyPr vert="horz" anchor="t"/>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err="1"/>
              <a:t>Bullet</a:t>
            </a:r>
            <a:endParaRPr lang="nl-NL" noProof="0"/>
          </a:p>
          <a:p>
            <a:pPr lvl="1"/>
            <a:r>
              <a:rPr lang="nl-NL" noProof="0"/>
              <a:t>Sub-</a:t>
            </a:r>
            <a:r>
              <a:rPr lang="nl-NL" noProof="0" err="1"/>
              <a:t>bullet</a:t>
            </a:r>
            <a:r>
              <a:rPr lang="nl-NL" noProof="0"/>
              <a:t> #1</a:t>
            </a:r>
          </a:p>
          <a:p>
            <a:pPr lvl="2"/>
            <a:r>
              <a:rPr lang="nl-NL" noProof="0"/>
              <a:t>Sub-</a:t>
            </a:r>
            <a:r>
              <a:rPr lang="nl-NL" noProof="0" err="1"/>
              <a:t>bullet</a:t>
            </a:r>
            <a:r>
              <a:rPr lang="nl-NL" noProof="0"/>
              <a:t> #2</a:t>
            </a:r>
          </a:p>
          <a:p>
            <a:pPr lvl="3"/>
            <a:r>
              <a:rPr lang="nl-NL" noProof="0"/>
              <a:t>Leestekst</a:t>
            </a:r>
          </a:p>
          <a:p>
            <a:pPr lvl="4"/>
            <a:r>
              <a:rPr lang="nl-NL" noProof="0"/>
              <a:t>Tussenkop</a:t>
            </a:r>
          </a:p>
          <a:p>
            <a:pPr lvl="5"/>
            <a:r>
              <a:rPr lang="nl-NL" noProof="0"/>
              <a:t>Numerieke </a:t>
            </a:r>
            <a:r>
              <a:rPr lang="nl-NL" noProof="0" err="1"/>
              <a:t>bullet</a:t>
            </a:r>
            <a:endParaRPr lang="nl-NL" noProof="0"/>
          </a:p>
          <a:p>
            <a:pPr lvl="6"/>
            <a:r>
              <a:rPr lang="nl-NL" noProof="0"/>
              <a:t>Alfabetische </a:t>
            </a:r>
            <a:r>
              <a:rPr lang="nl-NL" noProof="0" err="1"/>
              <a:t>bullet</a:t>
            </a:r>
            <a:endParaRPr lang="nl-NL" noProof="0"/>
          </a:p>
          <a:p>
            <a:pPr lvl="7"/>
            <a:r>
              <a:rPr lang="nl-NL" noProof="0"/>
              <a:t>Fotobeschrijving</a:t>
            </a:r>
          </a:p>
          <a:p>
            <a:pPr lvl="8"/>
            <a:r>
              <a:rPr lang="nl-NL" noProof="0"/>
              <a:t>Quote tekst</a:t>
            </a:r>
          </a:p>
          <a:p>
            <a:pPr lvl="4"/>
            <a:endParaRPr lang="nl-NL"/>
          </a:p>
        </p:txBody>
      </p:sp>
      <p:sp>
        <p:nvSpPr>
          <p:cNvPr id="4" name="Tijdelijke aanduiding voor datum 3">
            <a:extLst>
              <a:ext uri="{FF2B5EF4-FFF2-40B4-BE49-F238E27FC236}">
                <a16:creationId xmlns:a16="http://schemas.microsoft.com/office/drawing/2014/main" id="{DABA8B2F-5EFD-4A05-8481-248C853EA1DE}"/>
              </a:ext>
            </a:extLst>
          </p:cNvPr>
          <p:cNvSpPr>
            <a:spLocks noGrp="1"/>
          </p:cNvSpPr>
          <p:nvPr>
            <p:ph type="dt" sz="half" idx="10"/>
          </p:nvPr>
        </p:nvSpPr>
        <p:spPr/>
        <p:txBody>
          <a:bodyPr/>
          <a:lstStyle/>
          <a:p>
            <a:fld id="{7AAD9863-CFFF-4AAB-9057-3D1F60BF9ED6}" type="datetime4">
              <a:rPr lang="nl-NL" smtClean="0"/>
              <a:t>24 oktober 2024</a:t>
            </a:fld>
            <a:endParaRPr lang="nl-NL"/>
          </a:p>
        </p:txBody>
      </p:sp>
      <p:sp>
        <p:nvSpPr>
          <p:cNvPr id="6" name="Tijdelijke aanduiding voor dianummer 5">
            <a:extLst>
              <a:ext uri="{FF2B5EF4-FFF2-40B4-BE49-F238E27FC236}">
                <a16:creationId xmlns:a16="http://schemas.microsoft.com/office/drawing/2014/main" id="{A7656491-ADD5-4A7E-BAFA-5FCFF07D6EB0}"/>
              </a:ext>
            </a:extLst>
          </p:cNvPr>
          <p:cNvSpPr>
            <a:spLocks noGrp="1"/>
          </p:cNvSpPr>
          <p:nvPr>
            <p:ph type="sldNum" sz="quarter" idx="12"/>
          </p:nvPr>
        </p:nvSpPr>
        <p:spPr/>
        <p:txBody>
          <a:bodyPr/>
          <a:lstStyle/>
          <a:p>
            <a:fld id="{8D374ABD-355D-4B52-8A38-020B3DD5CC75}" type="slidenum">
              <a:rPr lang="nl-NL" smtClean="0"/>
              <a:t>‹#›</a:t>
            </a:fld>
            <a:endParaRPr lang="nl-NL"/>
          </a:p>
        </p:txBody>
      </p:sp>
      <p:sp>
        <p:nvSpPr>
          <p:cNvPr id="7" name="Tijdelijke aanduiding voor tekst 32">
            <a:extLst>
              <a:ext uri="{FF2B5EF4-FFF2-40B4-BE49-F238E27FC236}">
                <a16:creationId xmlns:a16="http://schemas.microsoft.com/office/drawing/2014/main" id="{7175F566-3665-4B0F-B70C-72779DF2FDD6}"/>
              </a:ext>
            </a:extLst>
          </p:cNvPr>
          <p:cNvSpPr>
            <a:spLocks noGrp="1"/>
          </p:cNvSpPr>
          <p:nvPr>
            <p:ph type="body" sz="quarter" idx="13" hasCustomPrompt="1"/>
          </p:nvPr>
        </p:nvSpPr>
        <p:spPr>
          <a:xfrm>
            <a:off x="539998" y="839972"/>
            <a:ext cx="11112000" cy="259612"/>
          </a:xfrm>
        </p:spPr>
        <p:txBody>
          <a:bodyPr anchor="ctr"/>
          <a:lstStyle>
            <a:lvl1pPr marL="0" indent="0">
              <a:buNone/>
              <a:defRPr sz="2000" b="0">
                <a:solidFill>
                  <a:schemeClr val="accent1"/>
                </a:solidFill>
              </a:defRPr>
            </a:lvl1pPr>
          </a:lstStyle>
          <a:p>
            <a:pPr lvl="0"/>
            <a:r>
              <a:rPr lang="nl-NL" noProof="0"/>
              <a:t>Voeg hier een subtitel in</a:t>
            </a:r>
          </a:p>
        </p:txBody>
      </p:sp>
      <p:sp>
        <p:nvSpPr>
          <p:cNvPr id="17" name="Tijdelijke aanduiding voor tekst 34">
            <a:extLst>
              <a:ext uri="{FF2B5EF4-FFF2-40B4-BE49-F238E27FC236}">
                <a16:creationId xmlns:a16="http://schemas.microsoft.com/office/drawing/2014/main" id="{9955CEC2-0160-42D3-9E2E-941A4A11119D}"/>
              </a:ext>
            </a:extLst>
          </p:cNvPr>
          <p:cNvSpPr>
            <a:spLocks noGrp="1"/>
          </p:cNvSpPr>
          <p:nvPr>
            <p:ph type="body" sz="quarter" idx="14" hasCustomPrompt="1"/>
          </p:nvPr>
        </p:nvSpPr>
        <p:spPr>
          <a:xfrm>
            <a:off x="539749" y="5758889"/>
            <a:ext cx="11112249" cy="147981"/>
          </a:xfrm>
        </p:spPr>
        <p:txBody>
          <a:bodyPr anchor="b"/>
          <a:lstStyle>
            <a:lvl1pPr marL="0" indent="0">
              <a:buNone/>
              <a:defRPr sz="1000" i="1"/>
            </a:lvl1pPr>
          </a:lstStyle>
          <a:p>
            <a:pPr lvl="0"/>
            <a:r>
              <a:rPr lang="nl-NL" noProof="0"/>
              <a:t>Bron…</a:t>
            </a:r>
          </a:p>
        </p:txBody>
      </p:sp>
      <p:sp>
        <p:nvSpPr>
          <p:cNvPr id="18" name="Rechthoek: afgeronde hoeken 17">
            <a:extLst>
              <a:ext uri="{FF2B5EF4-FFF2-40B4-BE49-F238E27FC236}">
                <a16:creationId xmlns:a16="http://schemas.microsoft.com/office/drawing/2014/main" id="{765A9402-96DA-4D08-A873-873C05E81C86}"/>
              </a:ext>
            </a:extLst>
          </p:cNvPr>
          <p:cNvSpPr/>
          <p:nvPr userDrawn="1"/>
        </p:nvSpPr>
        <p:spPr>
          <a:xfrm>
            <a:off x="3048000" y="-491319"/>
            <a:ext cx="6096000" cy="30025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lvl="0" algn="ctr"/>
            <a:r>
              <a:rPr lang="nl-NL" sz="2800" b="0" cap="all" baseline="0" noProof="0">
                <a:solidFill>
                  <a:schemeClr val="accent1"/>
                </a:solidFill>
                <a:latin typeface="+mn-lt"/>
              </a:rPr>
              <a:t>TEKST / AFBEELDING (L)</a:t>
            </a:r>
          </a:p>
        </p:txBody>
      </p:sp>
      <p:sp>
        <p:nvSpPr>
          <p:cNvPr id="19" name="Tijdelijke aanduiding voor afbeelding 16">
            <a:extLst>
              <a:ext uri="{FF2B5EF4-FFF2-40B4-BE49-F238E27FC236}">
                <a16:creationId xmlns:a16="http://schemas.microsoft.com/office/drawing/2014/main" id="{19878719-25FF-47F8-88BB-C801FBBD21F2}"/>
              </a:ext>
            </a:extLst>
          </p:cNvPr>
          <p:cNvSpPr>
            <a:spLocks noGrp="1"/>
          </p:cNvSpPr>
          <p:nvPr>
            <p:ph type="pic" sz="quarter" idx="15" hasCustomPrompt="1"/>
          </p:nvPr>
        </p:nvSpPr>
        <p:spPr>
          <a:xfrm>
            <a:off x="3992873" y="1459111"/>
            <a:ext cx="7658873" cy="4119774"/>
          </a:xfrm>
          <a:prstGeom prst="roundRect">
            <a:avLst>
              <a:gd name="adj" fmla="val 1562"/>
            </a:avLst>
          </a:prstGeom>
          <a:solidFill>
            <a:schemeClr val="bg1">
              <a:lumMod val="95000"/>
            </a:schemeClr>
          </a:solidFill>
        </p:spPr>
        <p:txBody>
          <a:bodyPr tIns="1620000"/>
          <a:lstStyle>
            <a:lvl1pPr marL="0" indent="0" algn="ctr">
              <a:buNone/>
              <a:defRPr sz="1200" i="1">
                <a:solidFill>
                  <a:schemeClr val="bg1">
                    <a:lumMod val="50000"/>
                  </a:schemeClr>
                </a:solidFill>
              </a:defRPr>
            </a:lvl1pPr>
          </a:lstStyle>
          <a:p>
            <a:r>
              <a:rPr lang="nl-NL" noProof="0"/>
              <a:t>Klik op onderstaand pictogram om een afbeelding in te voegen</a:t>
            </a:r>
          </a:p>
        </p:txBody>
      </p:sp>
      <p:sp>
        <p:nvSpPr>
          <p:cNvPr id="22" name="Tijdelijke aanduiding voor tekst 43">
            <a:extLst>
              <a:ext uri="{FF2B5EF4-FFF2-40B4-BE49-F238E27FC236}">
                <a16:creationId xmlns:a16="http://schemas.microsoft.com/office/drawing/2014/main" id="{B4FF56EE-FE43-4DA5-A312-68CA404863F1}"/>
              </a:ext>
            </a:extLst>
          </p:cNvPr>
          <p:cNvSpPr>
            <a:spLocks noGrp="1"/>
          </p:cNvSpPr>
          <p:nvPr>
            <p:ph type="body" sz="quarter" idx="16" hasCustomPrompt="1"/>
          </p:nvPr>
        </p:nvSpPr>
        <p:spPr>
          <a:xfrm>
            <a:off x="540000" y="0"/>
            <a:ext cx="1080000" cy="72000"/>
          </a:xfrm>
          <a:solidFill>
            <a:schemeClr val="accent1"/>
          </a:solidFill>
        </p:spPr>
        <p:txBody>
          <a:bodyPr/>
          <a:lstStyle>
            <a:lvl1pPr marL="0" indent="0">
              <a:buNone/>
              <a:defRPr sz="100">
                <a:solidFill>
                  <a:schemeClr val="bg2"/>
                </a:solidFill>
              </a:defRPr>
            </a:lvl1pPr>
            <a:lvl5pPr>
              <a:defRPr/>
            </a:lvl5pPr>
          </a:lstStyle>
          <a:p>
            <a:pPr lvl="0"/>
            <a:r>
              <a:rPr lang="en-GB"/>
              <a:t> </a:t>
            </a:r>
          </a:p>
        </p:txBody>
      </p:sp>
      <p:grpSp>
        <p:nvGrpSpPr>
          <p:cNvPr id="12" name="GRID" hidden="1">
            <a:extLst>
              <a:ext uri="{FF2B5EF4-FFF2-40B4-BE49-F238E27FC236}">
                <a16:creationId xmlns:a16="http://schemas.microsoft.com/office/drawing/2014/main" id="{1E41F764-1AFD-4406-8FC3-8AFDE81A144B}"/>
              </a:ext>
            </a:extLst>
          </p:cNvPr>
          <p:cNvGrpSpPr/>
          <p:nvPr userDrawn="1"/>
        </p:nvGrpSpPr>
        <p:grpSpPr>
          <a:xfrm>
            <a:off x="0" y="0"/>
            <a:ext cx="12192000" cy="6858000"/>
            <a:chOff x="0" y="0"/>
            <a:chExt cx="12192000" cy="6858000"/>
          </a:xfrm>
          <a:solidFill>
            <a:schemeClr val="tx1">
              <a:alpha val="30000"/>
            </a:schemeClr>
          </a:solidFill>
        </p:grpSpPr>
        <p:sp>
          <p:nvSpPr>
            <p:cNvPr id="13" name="Rechthoek 12">
              <a:extLst>
                <a:ext uri="{FF2B5EF4-FFF2-40B4-BE49-F238E27FC236}">
                  <a16:creationId xmlns:a16="http://schemas.microsoft.com/office/drawing/2014/main" id="{A48EBADC-7828-4BE0-96FE-54072374E48A}"/>
                </a:ext>
              </a:extLst>
            </p:cNvPr>
            <p:cNvSpPr/>
            <p:nvPr userDrawn="1"/>
          </p:nvSpPr>
          <p:spPr>
            <a:xfrm>
              <a:off x="0" y="0"/>
              <a:ext cx="12192000" cy="5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 name="Rechthoek 13">
              <a:extLst>
                <a:ext uri="{FF2B5EF4-FFF2-40B4-BE49-F238E27FC236}">
                  <a16:creationId xmlns:a16="http://schemas.microsoft.com/office/drawing/2014/main" id="{93FEF0DA-6152-49B4-88A9-FA1B029BA12E}"/>
                </a:ext>
              </a:extLst>
            </p:cNvPr>
            <p:cNvSpPr/>
            <p:nvPr userDrawn="1"/>
          </p:nvSpPr>
          <p:spPr>
            <a:xfrm>
              <a:off x="0"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5" name="Rechthoek 14">
              <a:extLst>
                <a:ext uri="{FF2B5EF4-FFF2-40B4-BE49-F238E27FC236}">
                  <a16:creationId xmlns:a16="http://schemas.microsoft.com/office/drawing/2014/main" id="{9D7895AD-EFA0-49FE-B48C-7F8CB364A30A}"/>
                </a:ext>
              </a:extLst>
            </p:cNvPr>
            <p:cNvSpPr/>
            <p:nvPr userDrawn="1"/>
          </p:nvSpPr>
          <p:spPr>
            <a:xfrm>
              <a:off x="11652000"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6" name="Rechthoek 15">
              <a:extLst>
                <a:ext uri="{FF2B5EF4-FFF2-40B4-BE49-F238E27FC236}">
                  <a16:creationId xmlns:a16="http://schemas.microsoft.com/office/drawing/2014/main" id="{CCFF143D-181F-426E-8325-F22238B7EEBE}"/>
                </a:ext>
              </a:extLst>
            </p:cNvPr>
            <p:cNvSpPr/>
            <p:nvPr userDrawn="1"/>
          </p:nvSpPr>
          <p:spPr>
            <a:xfrm>
              <a:off x="0" y="1099111"/>
              <a:ext cx="12192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0" name="Rechthoek 19">
              <a:extLst>
                <a:ext uri="{FF2B5EF4-FFF2-40B4-BE49-F238E27FC236}">
                  <a16:creationId xmlns:a16="http://schemas.microsoft.com/office/drawing/2014/main" id="{A0E79AA7-F8F1-455E-9B66-D81495328928}"/>
                </a:ext>
              </a:extLst>
            </p:cNvPr>
            <p:cNvSpPr/>
            <p:nvPr userDrawn="1"/>
          </p:nvSpPr>
          <p:spPr>
            <a:xfrm>
              <a:off x="0" y="6678000"/>
              <a:ext cx="12192000" cy="18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1" name="Rechthoek 20">
              <a:extLst>
                <a:ext uri="{FF2B5EF4-FFF2-40B4-BE49-F238E27FC236}">
                  <a16:creationId xmlns:a16="http://schemas.microsoft.com/office/drawing/2014/main" id="{533D6696-A362-4DD7-803F-2DC08411661E}"/>
                </a:ext>
              </a:extLst>
            </p:cNvPr>
            <p:cNvSpPr/>
            <p:nvPr userDrawn="1"/>
          </p:nvSpPr>
          <p:spPr>
            <a:xfrm>
              <a:off x="0" y="5906871"/>
              <a:ext cx="12192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3" name="Rechthoek 22">
              <a:extLst>
                <a:ext uri="{FF2B5EF4-FFF2-40B4-BE49-F238E27FC236}">
                  <a16:creationId xmlns:a16="http://schemas.microsoft.com/office/drawing/2014/main" id="{EFCCFC8E-71E5-444E-ACBB-E36F283C7588}"/>
                </a:ext>
              </a:extLst>
            </p:cNvPr>
            <p:cNvSpPr/>
            <p:nvPr userDrawn="1"/>
          </p:nvSpPr>
          <p:spPr>
            <a:xfrm>
              <a:off x="0" y="6295673"/>
              <a:ext cx="12192000" cy="18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4" name="Rechthoek 23">
              <a:extLst>
                <a:ext uri="{FF2B5EF4-FFF2-40B4-BE49-F238E27FC236}">
                  <a16:creationId xmlns:a16="http://schemas.microsoft.com/office/drawing/2014/main" id="{5D8956D1-457D-40F8-8190-FA6F756085CB}"/>
                </a:ext>
              </a:extLst>
            </p:cNvPr>
            <p:cNvSpPr/>
            <p:nvPr userDrawn="1"/>
          </p:nvSpPr>
          <p:spPr>
            <a:xfrm>
              <a:off x="0" y="5578887"/>
              <a:ext cx="12192000" cy="18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5" name="Rechthoek 24">
              <a:extLst>
                <a:ext uri="{FF2B5EF4-FFF2-40B4-BE49-F238E27FC236}">
                  <a16:creationId xmlns:a16="http://schemas.microsoft.com/office/drawing/2014/main" id="{1AEE44CE-345A-41FC-8F3E-46B190D19250}"/>
                </a:ext>
              </a:extLst>
            </p:cNvPr>
            <p:cNvSpPr/>
            <p:nvPr userDrawn="1"/>
          </p:nvSpPr>
          <p:spPr>
            <a:xfrm>
              <a:off x="12024980" y="0"/>
              <a:ext cx="16702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6" name="Rechthoek 25">
              <a:extLst>
                <a:ext uri="{FF2B5EF4-FFF2-40B4-BE49-F238E27FC236}">
                  <a16:creationId xmlns:a16="http://schemas.microsoft.com/office/drawing/2014/main" id="{B5CFE119-C5CF-4E3E-9E92-B99F66582E74}"/>
                </a:ext>
              </a:extLst>
            </p:cNvPr>
            <p:cNvSpPr/>
            <p:nvPr userDrawn="1"/>
          </p:nvSpPr>
          <p:spPr>
            <a:xfrm>
              <a:off x="0" y="0"/>
              <a:ext cx="16702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7" name="Rechthoek 26">
              <a:extLst>
                <a:ext uri="{FF2B5EF4-FFF2-40B4-BE49-F238E27FC236}">
                  <a16:creationId xmlns:a16="http://schemas.microsoft.com/office/drawing/2014/main" id="{3F952043-26FE-4C8E-A1A4-5780FB85A1A5}"/>
                </a:ext>
              </a:extLst>
            </p:cNvPr>
            <p:cNvSpPr/>
            <p:nvPr userDrawn="1"/>
          </p:nvSpPr>
          <p:spPr>
            <a:xfrm>
              <a:off x="5826000"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8" name="Rechthoek 27">
              <a:extLst>
                <a:ext uri="{FF2B5EF4-FFF2-40B4-BE49-F238E27FC236}">
                  <a16:creationId xmlns:a16="http://schemas.microsoft.com/office/drawing/2014/main" id="{B1470838-9E0F-49A1-AFAE-65487F57FB08}"/>
                </a:ext>
              </a:extLst>
            </p:cNvPr>
            <p:cNvSpPr/>
            <p:nvPr userDrawn="1"/>
          </p:nvSpPr>
          <p:spPr>
            <a:xfrm>
              <a:off x="8292474"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9" name="Rechthoek 28">
              <a:extLst>
                <a:ext uri="{FF2B5EF4-FFF2-40B4-BE49-F238E27FC236}">
                  <a16:creationId xmlns:a16="http://schemas.microsoft.com/office/drawing/2014/main" id="{D9E6C3CF-16A6-4C4A-A370-DB04E3A4CF43}"/>
                </a:ext>
              </a:extLst>
            </p:cNvPr>
            <p:cNvSpPr/>
            <p:nvPr userDrawn="1"/>
          </p:nvSpPr>
          <p:spPr>
            <a:xfrm>
              <a:off x="3452873"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spTree>
    <p:extLst>
      <p:ext uri="{BB962C8B-B14F-4D97-AF65-F5344CB8AC3E}">
        <p14:creationId xmlns:p14="http://schemas.microsoft.com/office/powerpoint/2010/main" val="3994850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FBEELDING">
    <p:spTree>
      <p:nvGrpSpPr>
        <p:cNvPr id="1" name=""/>
        <p:cNvGrpSpPr/>
        <p:nvPr/>
      </p:nvGrpSpPr>
      <p:grpSpPr>
        <a:xfrm>
          <a:off x="0" y="0"/>
          <a:ext cx="0" cy="0"/>
          <a:chOff x="0" y="0"/>
          <a:chExt cx="0" cy="0"/>
        </a:xfrm>
      </p:grpSpPr>
      <p:sp>
        <p:nvSpPr>
          <p:cNvPr id="21" name="Tijdelijke aanduiding voor afbeelding 16">
            <a:extLst>
              <a:ext uri="{FF2B5EF4-FFF2-40B4-BE49-F238E27FC236}">
                <a16:creationId xmlns:a16="http://schemas.microsoft.com/office/drawing/2014/main" id="{9277F49C-3EF0-4FE1-9AEE-1B569D8AC0AA}"/>
              </a:ext>
            </a:extLst>
          </p:cNvPr>
          <p:cNvSpPr>
            <a:spLocks noGrp="1"/>
          </p:cNvSpPr>
          <p:nvPr>
            <p:ph type="pic" sz="quarter" idx="16" hasCustomPrompt="1"/>
          </p:nvPr>
        </p:nvSpPr>
        <p:spPr>
          <a:xfrm>
            <a:off x="0" y="-1"/>
            <a:ext cx="12191998" cy="6265769"/>
          </a:xfrm>
          <a:solidFill>
            <a:schemeClr val="bg1">
              <a:lumMod val="95000"/>
            </a:schemeClr>
          </a:solidFill>
        </p:spPr>
        <p:txBody>
          <a:bodyPr tIns="2700000"/>
          <a:lstStyle>
            <a:lvl1pPr marL="0" indent="0" algn="ctr">
              <a:buNone/>
              <a:defRPr sz="1200" i="1">
                <a:solidFill>
                  <a:schemeClr val="bg1">
                    <a:lumMod val="50000"/>
                  </a:schemeClr>
                </a:solidFill>
              </a:defRPr>
            </a:lvl1pPr>
          </a:lstStyle>
          <a:p>
            <a:r>
              <a:rPr lang="nl-NL" noProof="0"/>
              <a:t>Klik op onderstaand pictogram om een afbeelding in te voegen</a:t>
            </a:r>
          </a:p>
        </p:txBody>
      </p:sp>
      <p:sp>
        <p:nvSpPr>
          <p:cNvPr id="4" name="Tijdelijke aanduiding voor datum 3">
            <a:extLst>
              <a:ext uri="{FF2B5EF4-FFF2-40B4-BE49-F238E27FC236}">
                <a16:creationId xmlns:a16="http://schemas.microsoft.com/office/drawing/2014/main" id="{DABA8B2F-5EFD-4A05-8481-248C853EA1DE}"/>
              </a:ext>
            </a:extLst>
          </p:cNvPr>
          <p:cNvSpPr>
            <a:spLocks noGrp="1"/>
          </p:cNvSpPr>
          <p:nvPr>
            <p:ph type="dt" sz="half" idx="10"/>
          </p:nvPr>
        </p:nvSpPr>
        <p:spPr/>
        <p:txBody>
          <a:bodyPr/>
          <a:lstStyle/>
          <a:p>
            <a:fld id="{4CB6064F-BF34-4FAB-87AB-1C97BC7366A0}" type="datetime4">
              <a:rPr lang="nl-NL" smtClean="0"/>
              <a:t>24 oktober 2024</a:t>
            </a:fld>
            <a:endParaRPr lang="nl-NL"/>
          </a:p>
        </p:txBody>
      </p:sp>
      <p:sp>
        <p:nvSpPr>
          <p:cNvPr id="6" name="Tijdelijke aanduiding voor dianummer 5">
            <a:extLst>
              <a:ext uri="{FF2B5EF4-FFF2-40B4-BE49-F238E27FC236}">
                <a16:creationId xmlns:a16="http://schemas.microsoft.com/office/drawing/2014/main" id="{A7656491-ADD5-4A7E-BAFA-5FCFF07D6EB0}"/>
              </a:ext>
            </a:extLst>
          </p:cNvPr>
          <p:cNvSpPr>
            <a:spLocks noGrp="1"/>
          </p:cNvSpPr>
          <p:nvPr>
            <p:ph type="sldNum" sz="quarter" idx="12"/>
          </p:nvPr>
        </p:nvSpPr>
        <p:spPr/>
        <p:txBody>
          <a:bodyPr/>
          <a:lstStyle/>
          <a:p>
            <a:fld id="{8D374ABD-355D-4B52-8A38-020B3DD5CC75}" type="slidenum">
              <a:rPr lang="nl-NL" smtClean="0"/>
              <a:t>‹#›</a:t>
            </a:fld>
            <a:endParaRPr lang="nl-NL"/>
          </a:p>
        </p:txBody>
      </p:sp>
      <p:sp>
        <p:nvSpPr>
          <p:cNvPr id="18" name="Rechthoek: afgeronde hoeken 17">
            <a:extLst>
              <a:ext uri="{FF2B5EF4-FFF2-40B4-BE49-F238E27FC236}">
                <a16:creationId xmlns:a16="http://schemas.microsoft.com/office/drawing/2014/main" id="{765A9402-96DA-4D08-A873-873C05E81C86}"/>
              </a:ext>
            </a:extLst>
          </p:cNvPr>
          <p:cNvSpPr/>
          <p:nvPr userDrawn="1"/>
        </p:nvSpPr>
        <p:spPr>
          <a:xfrm>
            <a:off x="3048000" y="-491319"/>
            <a:ext cx="6096000" cy="30025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lvl="0" algn="ctr"/>
            <a:r>
              <a:rPr lang="nl-NL" sz="2800" b="0" cap="all" baseline="0" noProof="0">
                <a:solidFill>
                  <a:schemeClr val="accent1"/>
                </a:solidFill>
                <a:latin typeface="+mn-lt"/>
              </a:rPr>
              <a:t>AFBEELDING</a:t>
            </a:r>
          </a:p>
        </p:txBody>
      </p:sp>
      <p:sp>
        <p:nvSpPr>
          <p:cNvPr id="24" name="Tijdelijke aanduiding voor tekst 43">
            <a:extLst>
              <a:ext uri="{FF2B5EF4-FFF2-40B4-BE49-F238E27FC236}">
                <a16:creationId xmlns:a16="http://schemas.microsoft.com/office/drawing/2014/main" id="{F0C29EF0-5106-4385-97E3-F0A64F5B85EB}"/>
              </a:ext>
            </a:extLst>
          </p:cNvPr>
          <p:cNvSpPr>
            <a:spLocks noGrp="1"/>
          </p:cNvSpPr>
          <p:nvPr>
            <p:ph type="body" sz="quarter" idx="15" hasCustomPrompt="1"/>
          </p:nvPr>
        </p:nvSpPr>
        <p:spPr>
          <a:xfrm>
            <a:off x="540000" y="0"/>
            <a:ext cx="1080000" cy="72000"/>
          </a:xfrm>
          <a:solidFill>
            <a:schemeClr val="accent1"/>
          </a:solidFill>
        </p:spPr>
        <p:txBody>
          <a:bodyPr/>
          <a:lstStyle>
            <a:lvl1pPr marL="0" indent="0">
              <a:buNone/>
              <a:defRPr sz="100">
                <a:solidFill>
                  <a:schemeClr val="bg2"/>
                </a:solidFill>
              </a:defRPr>
            </a:lvl1pPr>
            <a:lvl5pPr>
              <a:defRPr/>
            </a:lvl5pPr>
          </a:lstStyle>
          <a:p>
            <a:pPr lvl="0"/>
            <a:r>
              <a:rPr lang="en-GB"/>
              <a:t> </a:t>
            </a:r>
          </a:p>
        </p:txBody>
      </p:sp>
      <p:sp>
        <p:nvSpPr>
          <p:cNvPr id="52" name="Titel 1">
            <a:extLst>
              <a:ext uri="{FF2B5EF4-FFF2-40B4-BE49-F238E27FC236}">
                <a16:creationId xmlns:a16="http://schemas.microsoft.com/office/drawing/2014/main" id="{01F6C60D-5159-4B7A-B934-3A1B555544A0}"/>
              </a:ext>
            </a:extLst>
          </p:cNvPr>
          <p:cNvSpPr>
            <a:spLocks noGrp="1"/>
          </p:cNvSpPr>
          <p:nvPr>
            <p:ph type="title" hasCustomPrompt="1"/>
          </p:nvPr>
        </p:nvSpPr>
        <p:spPr>
          <a:xfrm>
            <a:off x="540000" y="538833"/>
            <a:ext cx="11112000" cy="301139"/>
          </a:xfrm>
        </p:spPr>
        <p:txBody>
          <a:bodyPr/>
          <a:lstStyle>
            <a:lvl1pPr>
              <a:defRPr/>
            </a:lvl1pPr>
          </a:lstStyle>
          <a:p>
            <a:r>
              <a:rPr lang="nl-NL" noProof="0"/>
              <a:t>Voeg hier een titel in</a:t>
            </a:r>
            <a:endParaRPr lang="nl-NL"/>
          </a:p>
        </p:txBody>
      </p:sp>
      <p:sp>
        <p:nvSpPr>
          <p:cNvPr id="53" name="Tijdelijke aanduiding voor tekst 32">
            <a:extLst>
              <a:ext uri="{FF2B5EF4-FFF2-40B4-BE49-F238E27FC236}">
                <a16:creationId xmlns:a16="http://schemas.microsoft.com/office/drawing/2014/main" id="{F650475A-DF8D-4155-91B4-07580ED73B72}"/>
              </a:ext>
            </a:extLst>
          </p:cNvPr>
          <p:cNvSpPr>
            <a:spLocks noGrp="1"/>
          </p:cNvSpPr>
          <p:nvPr>
            <p:ph type="body" sz="quarter" idx="13" hasCustomPrompt="1"/>
          </p:nvPr>
        </p:nvSpPr>
        <p:spPr>
          <a:xfrm>
            <a:off x="539998" y="839972"/>
            <a:ext cx="11112000" cy="259612"/>
          </a:xfrm>
        </p:spPr>
        <p:txBody>
          <a:bodyPr anchor="ctr"/>
          <a:lstStyle>
            <a:lvl1pPr marL="0" indent="0">
              <a:buNone/>
              <a:defRPr sz="2000" b="0">
                <a:solidFill>
                  <a:schemeClr val="accent1"/>
                </a:solidFill>
              </a:defRPr>
            </a:lvl1pPr>
          </a:lstStyle>
          <a:p>
            <a:pPr lvl="0"/>
            <a:r>
              <a:rPr lang="nl-NL" noProof="0"/>
              <a:t>Voeg hier een subtitel in</a:t>
            </a:r>
          </a:p>
        </p:txBody>
      </p:sp>
    </p:spTree>
    <p:extLst>
      <p:ext uri="{BB962C8B-B14F-4D97-AF65-F5344CB8AC3E}">
        <p14:creationId xmlns:p14="http://schemas.microsoft.com/office/powerpoint/2010/main" val="2180789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1" name="Tijdelijke aanduiding voor afbeelding 16">
            <a:extLst>
              <a:ext uri="{FF2B5EF4-FFF2-40B4-BE49-F238E27FC236}">
                <a16:creationId xmlns:a16="http://schemas.microsoft.com/office/drawing/2014/main" id="{9277F49C-3EF0-4FE1-9AEE-1B569D8AC0AA}"/>
              </a:ext>
            </a:extLst>
          </p:cNvPr>
          <p:cNvSpPr>
            <a:spLocks noGrp="1"/>
          </p:cNvSpPr>
          <p:nvPr>
            <p:ph type="pic" sz="quarter" idx="16" hasCustomPrompt="1"/>
          </p:nvPr>
        </p:nvSpPr>
        <p:spPr>
          <a:xfrm>
            <a:off x="0" y="-1"/>
            <a:ext cx="12191998" cy="6265769"/>
          </a:xfrm>
          <a:solidFill>
            <a:schemeClr val="bg1">
              <a:lumMod val="95000"/>
            </a:schemeClr>
          </a:solidFill>
        </p:spPr>
        <p:txBody>
          <a:bodyPr lIns="6480000" tIns="0" anchor="ctr"/>
          <a:lstStyle>
            <a:lvl1pPr marL="0" indent="0" algn="l">
              <a:buNone/>
              <a:defRPr sz="1200" i="1">
                <a:solidFill>
                  <a:schemeClr val="bg1">
                    <a:lumMod val="50000"/>
                  </a:schemeClr>
                </a:solidFill>
              </a:defRPr>
            </a:lvl1pPr>
          </a:lstStyle>
          <a:p>
            <a:r>
              <a:rPr lang="nl-NL" noProof="0"/>
              <a:t>Klik op het pictogram hiernaast om een afbeelding in te voegen</a:t>
            </a:r>
          </a:p>
        </p:txBody>
      </p:sp>
      <p:sp>
        <p:nvSpPr>
          <p:cNvPr id="4" name="Tijdelijke aanduiding voor datum 3">
            <a:extLst>
              <a:ext uri="{FF2B5EF4-FFF2-40B4-BE49-F238E27FC236}">
                <a16:creationId xmlns:a16="http://schemas.microsoft.com/office/drawing/2014/main" id="{DABA8B2F-5EFD-4A05-8481-248C853EA1DE}"/>
              </a:ext>
            </a:extLst>
          </p:cNvPr>
          <p:cNvSpPr>
            <a:spLocks noGrp="1"/>
          </p:cNvSpPr>
          <p:nvPr>
            <p:ph type="dt" sz="half" idx="10"/>
          </p:nvPr>
        </p:nvSpPr>
        <p:spPr/>
        <p:txBody>
          <a:bodyPr/>
          <a:lstStyle/>
          <a:p>
            <a:fld id="{58311F02-7943-4519-8891-31DE643501CF}" type="datetime4">
              <a:rPr lang="nl-NL" smtClean="0"/>
              <a:t>24 oktober 2024</a:t>
            </a:fld>
            <a:endParaRPr lang="nl-NL"/>
          </a:p>
        </p:txBody>
      </p:sp>
      <p:sp>
        <p:nvSpPr>
          <p:cNvPr id="6" name="Tijdelijke aanduiding voor dianummer 5">
            <a:extLst>
              <a:ext uri="{FF2B5EF4-FFF2-40B4-BE49-F238E27FC236}">
                <a16:creationId xmlns:a16="http://schemas.microsoft.com/office/drawing/2014/main" id="{A7656491-ADD5-4A7E-BAFA-5FCFF07D6EB0}"/>
              </a:ext>
            </a:extLst>
          </p:cNvPr>
          <p:cNvSpPr>
            <a:spLocks noGrp="1"/>
          </p:cNvSpPr>
          <p:nvPr>
            <p:ph type="sldNum" sz="quarter" idx="12"/>
          </p:nvPr>
        </p:nvSpPr>
        <p:spPr/>
        <p:txBody>
          <a:bodyPr/>
          <a:lstStyle/>
          <a:p>
            <a:fld id="{8D374ABD-355D-4B52-8A38-020B3DD5CC75}" type="slidenum">
              <a:rPr lang="nl-NL" smtClean="0"/>
              <a:t>‹#›</a:t>
            </a:fld>
            <a:endParaRPr lang="nl-NL"/>
          </a:p>
        </p:txBody>
      </p:sp>
      <p:sp>
        <p:nvSpPr>
          <p:cNvPr id="18" name="Rechthoek: afgeronde hoeken 17">
            <a:extLst>
              <a:ext uri="{FF2B5EF4-FFF2-40B4-BE49-F238E27FC236}">
                <a16:creationId xmlns:a16="http://schemas.microsoft.com/office/drawing/2014/main" id="{765A9402-96DA-4D08-A873-873C05E81C86}"/>
              </a:ext>
            </a:extLst>
          </p:cNvPr>
          <p:cNvSpPr/>
          <p:nvPr userDrawn="1"/>
        </p:nvSpPr>
        <p:spPr>
          <a:xfrm>
            <a:off x="3048000" y="-491319"/>
            <a:ext cx="6096000" cy="30025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lvl="0" algn="ctr"/>
            <a:r>
              <a:rPr lang="nl-NL" sz="2800" b="0" cap="all" baseline="0" noProof="0">
                <a:solidFill>
                  <a:schemeClr val="accent1"/>
                </a:solidFill>
                <a:latin typeface="+mn-lt"/>
              </a:rPr>
              <a:t>QUOTE</a:t>
            </a:r>
          </a:p>
        </p:txBody>
      </p:sp>
      <p:sp>
        <p:nvSpPr>
          <p:cNvPr id="24" name="Tijdelijke aanduiding voor tekst 43">
            <a:extLst>
              <a:ext uri="{FF2B5EF4-FFF2-40B4-BE49-F238E27FC236}">
                <a16:creationId xmlns:a16="http://schemas.microsoft.com/office/drawing/2014/main" id="{F0C29EF0-5106-4385-97E3-F0A64F5B85EB}"/>
              </a:ext>
            </a:extLst>
          </p:cNvPr>
          <p:cNvSpPr>
            <a:spLocks noGrp="1"/>
          </p:cNvSpPr>
          <p:nvPr>
            <p:ph type="body" sz="quarter" idx="15" hasCustomPrompt="1"/>
          </p:nvPr>
        </p:nvSpPr>
        <p:spPr>
          <a:xfrm>
            <a:off x="540000" y="0"/>
            <a:ext cx="1080000" cy="72000"/>
          </a:xfrm>
          <a:solidFill>
            <a:schemeClr val="accent1"/>
          </a:solidFill>
        </p:spPr>
        <p:txBody>
          <a:bodyPr/>
          <a:lstStyle>
            <a:lvl1pPr marL="0" indent="0">
              <a:buNone/>
              <a:defRPr sz="100">
                <a:solidFill>
                  <a:schemeClr val="bg2"/>
                </a:solidFill>
              </a:defRPr>
            </a:lvl1pPr>
            <a:lvl5pPr>
              <a:defRPr/>
            </a:lvl5pPr>
          </a:lstStyle>
          <a:p>
            <a:pPr lvl="0"/>
            <a:r>
              <a:rPr lang="en-GB"/>
              <a:t> </a:t>
            </a:r>
          </a:p>
        </p:txBody>
      </p:sp>
      <p:sp>
        <p:nvSpPr>
          <p:cNvPr id="11" name="Tijdelijke aanduiding voor verticale tekst 2">
            <a:extLst>
              <a:ext uri="{FF2B5EF4-FFF2-40B4-BE49-F238E27FC236}">
                <a16:creationId xmlns:a16="http://schemas.microsoft.com/office/drawing/2014/main" id="{C9789E4E-F2BA-4AE5-B556-28F06570489F}"/>
              </a:ext>
            </a:extLst>
          </p:cNvPr>
          <p:cNvSpPr>
            <a:spLocks noGrp="1"/>
          </p:cNvSpPr>
          <p:nvPr>
            <p:ph type="body" orient="vert" idx="1" hasCustomPrompt="1"/>
          </p:nvPr>
        </p:nvSpPr>
        <p:spPr>
          <a:xfrm>
            <a:off x="539999" y="546980"/>
            <a:ext cx="5260300" cy="4434453"/>
          </a:xfrm>
          <a:prstGeom prst="roundRect">
            <a:avLst>
              <a:gd name="adj" fmla="val 3753"/>
            </a:avLst>
          </a:prstGeom>
          <a:solidFill>
            <a:schemeClr val="accent1"/>
          </a:solidFill>
        </p:spPr>
        <p:txBody>
          <a:bodyPr vert="horz" wrap="square" lIns="360000" tIns="252000" rIns="360000" bIns="252000" anchor="t">
            <a:noAutofit/>
          </a:bodyPr>
          <a:lstStyle>
            <a:lvl1pPr marL="0" indent="0">
              <a:spcAft>
                <a:spcPts val="1000"/>
              </a:spcAft>
              <a:buClr>
                <a:schemeClr val="bg2">
                  <a:lumMod val="50000"/>
                </a:schemeClr>
              </a:buClr>
              <a:buNone/>
              <a:defRPr sz="2400" b="1" i="0">
                <a:solidFill>
                  <a:schemeClr val="bg1"/>
                </a:solidFill>
              </a:defRPr>
            </a:lvl1pPr>
            <a:lvl2pPr marL="0" indent="0" algn="l">
              <a:spcBef>
                <a:spcPts val="1000"/>
              </a:spcBef>
              <a:buClr>
                <a:schemeClr val="bg1"/>
              </a:buClr>
              <a:buFont typeface="Calibri Light" panose="020F0302020204030204" pitchFamily="34" charset="0"/>
              <a:buNone/>
              <a:defRPr sz="2000" i="1">
                <a:solidFill>
                  <a:schemeClr val="bg1"/>
                </a:solidFill>
              </a:defRPr>
            </a:lvl2pPr>
            <a:lvl3pPr marL="355600" indent="0" algn="r">
              <a:spcBef>
                <a:spcPts val="1000"/>
              </a:spcBef>
              <a:buClr>
                <a:schemeClr val="bg1"/>
              </a:buClr>
              <a:buNone/>
              <a:defRPr i="1">
                <a:solidFill>
                  <a:schemeClr val="bg1"/>
                </a:solidFill>
              </a:defRPr>
            </a:lvl3pPr>
            <a:lvl4pPr>
              <a:defRPr>
                <a:solidFill>
                  <a:schemeClr val="bg1"/>
                </a:solidFill>
              </a:defRPr>
            </a:lvl4pPr>
            <a:lvl5pPr>
              <a:defRPr>
                <a:solidFill>
                  <a:schemeClr val="bg1"/>
                </a:solidFill>
              </a:defRPr>
            </a:lvl5pPr>
            <a:lvl6pPr>
              <a:buClr>
                <a:schemeClr val="bg1"/>
              </a:buClr>
              <a:defRPr>
                <a:solidFill>
                  <a:schemeClr val="bg1"/>
                </a:solidFill>
              </a:defRPr>
            </a:lvl6pPr>
            <a:lvl7pPr>
              <a:buClr>
                <a:schemeClr val="bg1"/>
              </a:buClr>
              <a:defRPr>
                <a:solidFill>
                  <a:schemeClr val="bg1"/>
                </a:solidFill>
              </a:defRPr>
            </a:lvl7pPr>
            <a:lvl8pPr>
              <a:defRPr>
                <a:solidFill>
                  <a:schemeClr val="bg1"/>
                </a:solidFill>
              </a:defRPr>
            </a:lvl8pPr>
            <a:lvl9pPr>
              <a:defRPr>
                <a:solidFill>
                  <a:schemeClr val="bg1"/>
                </a:solidFill>
              </a:defRPr>
            </a:lvl9pPr>
          </a:lstStyle>
          <a:p>
            <a:pPr lvl="0"/>
            <a:r>
              <a:rPr lang="nl-NL" noProof="0"/>
              <a:t>Titel quote</a:t>
            </a:r>
          </a:p>
          <a:p>
            <a:pPr lvl="1"/>
            <a:r>
              <a:rPr lang="nl-NL" noProof="0"/>
              <a:t>Quote tekst</a:t>
            </a:r>
          </a:p>
          <a:p>
            <a:pPr lvl="2"/>
            <a:r>
              <a:rPr lang="nl-NL" noProof="0"/>
              <a:t>Voor- en achternaam</a:t>
            </a:r>
          </a:p>
        </p:txBody>
      </p:sp>
    </p:spTree>
    <p:extLst>
      <p:ext uri="{BB962C8B-B14F-4D97-AF65-F5344CB8AC3E}">
        <p14:creationId xmlns:p14="http://schemas.microsoft.com/office/powerpoint/2010/main" val="935200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KST / GRAFIEK">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B23073-572C-4F04-B89A-B107AB932F47}"/>
              </a:ext>
            </a:extLst>
          </p:cNvPr>
          <p:cNvSpPr>
            <a:spLocks noGrp="1"/>
          </p:cNvSpPr>
          <p:nvPr>
            <p:ph type="title" hasCustomPrompt="1"/>
          </p:nvPr>
        </p:nvSpPr>
        <p:spPr/>
        <p:txBody>
          <a:bodyPr/>
          <a:lstStyle>
            <a:lvl1pPr>
              <a:defRPr/>
            </a:lvl1pPr>
          </a:lstStyle>
          <a:p>
            <a:r>
              <a:rPr lang="nl-NL" noProof="0"/>
              <a:t>Voeg hier een titel in</a:t>
            </a:r>
            <a:endParaRPr lang="nl-NL"/>
          </a:p>
        </p:txBody>
      </p:sp>
      <p:sp>
        <p:nvSpPr>
          <p:cNvPr id="3" name="Tijdelijke aanduiding voor verticale tekst 2">
            <a:extLst>
              <a:ext uri="{FF2B5EF4-FFF2-40B4-BE49-F238E27FC236}">
                <a16:creationId xmlns:a16="http://schemas.microsoft.com/office/drawing/2014/main" id="{7C849E55-A25C-4202-801C-0514342EA9C6}"/>
              </a:ext>
            </a:extLst>
          </p:cNvPr>
          <p:cNvSpPr>
            <a:spLocks noGrp="1"/>
          </p:cNvSpPr>
          <p:nvPr>
            <p:ph type="body" orient="vert" idx="1" hasCustomPrompt="1"/>
          </p:nvPr>
        </p:nvSpPr>
        <p:spPr>
          <a:xfrm>
            <a:off x="539999" y="1459112"/>
            <a:ext cx="5015239" cy="4119774"/>
          </a:xfrm>
        </p:spPr>
        <p:txBody>
          <a:bodyPr vert="horz"/>
          <a:lstStyle>
            <a:lvl1pPr marL="285750" indent="-285750">
              <a:buFont typeface="Wingdings" panose="05000000000000000000" pitchFamily="2" charset="2"/>
              <a:buChar char="§"/>
              <a:defRPr/>
            </a:lvl1pPr>
            <a:lvl2pPr>
              <a:defRPr/>
            </a:lvl2pPr>
            <a:lvl3pPr>
              <a:defRPr/>
            </a:lvl3pPr>
            <a:lvl4pPr>
              <a:defRPr/>
            </a:lvl4pPr>
            <a:lvl5pPr>
              <a:defRPr/>
            </a:lvl5pPr>
            <a:lvl6pPr>
              <a:defRPr/>
            </a:lvl6pPr>
            <a:lvl7pPr>
              <a:defRPr/>
            </a:lvl7pPr>
            <a:lvl8pPr>
              <a:defRPr/>
            </a:lvl8pPr>
            <a:lvl9pPr>
              <a:defRPr/>
            </a:lvl9pPr>
          </a:lstStyle>
          <a:p>
            <a:pPr lvl="0"/>
            <a:r>
              <a:rPr lang="nl-NL" noProof="0" err="1"/>
              <a:t>Bullet</a:t>
            </a:r>
            <a:endParaRPr lang="nl-NL" noProof="0"/>
          </a:p>
          <a:p>
            <a:pPr lvl="1"/>
            <a:r>
              <a:rPr lang="nl-NL" noProof="0"/>
              <a:t>Sub-</a:t>
            </a:r>
            <a:r>
              <a:rPr lang="nl-NL" noProof="0" err="1"/>
              <a:t>bullet</a:t>
            </a:r>
            <a:r>
              <a:rPr lang="nl-NL" noProof="0"/>
              <a:t> #1</a:t>
            </a:r>
          </a:p>
          <a:p>
            <a:pPr lvl="2"/>
            <a:r>
              <a:rPr lang="nl-NL" noProof="0"/>
              <a:t>Sub-</a:t>
            </a:r>
            <a:r>
              <a:rPr lang="nl-NL" noProof="0" err="1"/>
              <a:t>bullet</a:t>
            </a:r>
            <a:r>
              <a:rPr lang="nl-NL" noProof="0"/>
              <a:t> #2</a:t>
            </a:r>
          </a:p>
          <a:p>
            <a:pPr lvl="3"/>
            <a:r>
              <a:rPr lang="nl-NL" noProof="0"/>
              <a:t>Leestekst</a:t>
            </a:r>
          </a:p>
          <a:p>
            <a:pPr lvl="4"/>
            <a:r>
              <a:rPr lang="nl-NL" noProof="0"/>
              <a:t>Tussenkop</a:t>
            </a:r>
          </a:p>
          <a:p>
            <a:pPr lvl="5"/>
            <a:r>
              <a:rPr lang="nl-NL" noProof="0"/>
              <a:t>Numerieke </a:t>
            </a:r>
            <a:r>
              <a:rPr lang="nl-NL" noProof="0" err="1"/>
              <a:t>bullet</a:t>
            </a:r>
            <a:endParaRPr lang="nl-NL" noProof="0"/>
          </a:p>
          <a:p>
            <a:pPr lvl="6"/>
            <a:r>
              <a:rPr lang="nl-NL" noProof="0"/>
              <a:t>Alfabetische </a:t>
            </a:r>
            <a:r>
              <a:rPr lang="nl-NL" noProof="0" err="1"/>
              <a:t>bullet</a:t>
            </a:r>
            <a:endParaRPr lang="nl-NL" noProof="0"/>
          </a:p>
          <a:p>
            <a:pPr lvl="7"/>
            <a:r>
              <a:rPr lang="nl-NL" noProof="0"/>
              <a:t>Fotobeschrijving</a:t>
            </a:r>
          </a:p>
          <a:p>
            <a:pPr lvl="8"/>
            <a:r>
              <a:rPr lang="nl-NL" noProof="0"/>
              <a:t>Quote tekst</a:t>
            </a:r>
          </a:p>
          <a:p>
            <a:pPr lvl="4"/>
            <a:endParaRPr lang="nl-NL"/>
          </a:p>
        </p:txBody>
      </p:sp>
      <p:sp>
        <p:nvSpPr>
          <p:cNvPr id="4" name="Tijdelijke aanduiding voor datum 3">
            <a:extLst>
              <a:ext uri="{FF2B5EF4-FFF2-40B4-BE49-F238E27FC236}">
                <a16:creationId xmlns:a16="http://schemas.microsoft.com/office/drawing/2014/main" id="{DABA8B2F-5EFD-4A05-8481-248C853EA1DE}"/>
              </a:ext>
            </a:extLst>
          </p:cNvPr>
          <p:cNvSpPr>
            <a:spLocks noGrp="1"/>
          </p:cNvSpPr>
          <p:nvPr>
            <p:ph type="dt" sz="half" idx="10"/>
          </p:nvPr>
        </p:nvSpPr>
        <p:spPr/>
        <p:txBody>
          <a:bodyPr/>
          <a:lstStyle/>
          <a:p>
            <a:fld id="{79E796BA-30E0-4EE9-B276-39586BA245CB}" type="datetime4">
              <a:rPr lang="nl-NL" smtClean="0"/>
              <a:t>24 oktober 2024</a:t>
            </a:fld>
            <a:endParaRPr lang="nl-NL"/>
          </a:p>
        </p:txBody>
      </p:sp>
      <p:sp>
        <p:nvSpPr>
          <p:cNvPr id="6" name="Tijdelijke aanduiding voor dianummer 5">
            <a:extLst>
              <a:ext uri="{FF2B5EF4-FFF2-40B4-BE49-F238E27FC236}">
                <a16:creationId xmlns:a16="http://schemas.microsoft.com/office/drawing/2014/main" id="{A7656491-ADD5-4A7E-BAFA-5FCFF07D6EB0}"/>
              </a:ext>
            </a:extLst>
          </p:cNvPr>
          <p:cNvSpPr>
            <a:spLocks noGrp="1"/>
          </p:cNvSpPr>
          <p:nvPr>
            <p:ph type="sldNum" sz="quarter" idx="12"/>
          </p:nvPr>
        </p:nvSpPr>
        <p:spPr/>
        <p:txBody>
          <a:bodyPr/>
          <a:lstStyle/>
          <a:p>
            <a:fld id="{8D374ABD-355D-4B52-8A38-020B3DD5CC75}" type="slidenum">
              <a:rPr lang="nl-NL" smtClean="0"/>
              <a:t>‹#›</a:t>
            </a:fld>
            <a:endParaRPr lang="nl-NL"/>
          </a:p>
        </p:txBody>
      </p:sp>
      <p:sp>
        <p:nvSpPr>
          <p:cNvPr id="7" name="Tijdelijke aanduiding voor tekst 32">
            <a:extLst>
              <a:ext uri="{FF2B5EF4-FFF2-40B4-BE49-F238E27FC236}">
                <a16:creationId xmlns:a16="http://schemas.microsoft.com/office/drawing/2014/main" id="{7175F566-3665-4B0F-B70C-72779DF2FDD6}"/>
              </a:ext>
            </a:extLst>
          </p:cNvPr>
          <p:cNvSpPr>
            <a:spLocks noGrp="1"/>
          </p:cNvSpPr>
          <p:nvPr>
            <p:ph type="body" sz="quarter" idx="13" hasCustomPrompt="1"/>
          </p:nvPr>
        </p:nvSpPr>
        <p:spPr>
          <a:xfrm>
            <a:off x="539998" y="839972"/>
            <a:ext cx="11112000" cy="259612"/>
          </a:xfrm>
        </p:spPr>
        <p:txBody>
          <a:bodyPr anchor="ctr"/>
          <a:lstStyle>
            <a:lvl1pPr marL="0" indent="0">
              <a:buNone/>
              <a:defRPr sz="2000" b="0">
                <a:solidFill>
                  <a:schemeClr val="accent1"/>
                </a:solidFill>
              </a:defRPr>
            </a:lvl1pPr>
          </a:lstStyle>
          <a:p>
            <a:pPr lvl="0"/>
            <a:r>
              <a:rPr lang="nl-NL" noProof="0"/>
              <a:t>Voeg hier een subtitel in</a:t>
            </a:r>
          </a:p>
        </p:txBody>
      </p:sp>
      <p:sp>
        <p:nvSpPr>
          <p:cNvPr id="17" name="Tijdelijke aanduiding voor tekst 34">
            <a:extLst>
              <a:ext uri="{FF2B5EF4-FFF2-40B4-BE49-F238E27FC236}">
                <a16:creationId xmlns:a16="http://schemas.microsoft.com/office/drawing/2014/main" id="{9955CEC2-0160-42D3-9E2E-941A4A11119D}"/>
              </a:ext>
            </a:extLst>
          </p:cNvPr>
          <p:cNvSpPr>
            <a:spLocks noGrp="1"/>
          </p:cNvSpPr>
          <p:nvPr>
            <p:ph type="body" sz="quarter" idx="14" hasCustomPrompt="1"/>
          </p:nvPr>
        </p:nvSpPr>
        <p:spPr>
          <a:xfrm>
            <a:off x="539749" y="5758889"/>
            <a:ext cx="11112249" cy="147981"/>
          </a:xfrm>
        </p:spPr>
        <p:txBody>
          <a:bodyPr anchor="b"/>
          <a:lstStyle>
            <a:lvl1pPr marL="0" indent="0">
              <a:buNone/>
              <a:defRPr sz="1000" i="1"/>
            </a:lvl1pPr>
          </a:lstStyle>
          <a:p>
            <a:pPr lvl="0"/>
            <a:r>
              <a:rPr lang="nl-NL" noProof="0"/>
              <a:t>Bron…</a:t>
            </a:r>
          </a:p>
        </p:txBody>
      </p:sp>
      <p:sp>
        <p:nvSpPr>
          <p:cNvPr id="18" name="Rechthoek: afgeronde hoeken 17">
            <a:extLst>
              <a:ext uri="{FF2B5EF4-FFF2-40B4-BE49-F238E27FC236}">
                <a16:creationId xmlns:a16="http://schemas.microsoft.com/office/drawing/2014/main" id="{765A9402-96DA-4D08-A873-873C05E81C86}"/>
              </a:ext>
            </a:extLst>
          </p:cNvPr>
          <p:cNvSpPr/>
          <p:nvPr userDrawn="1"/>
        </p:nvSpPr>
        <p:spPr>
          <a:xfrm>
            <a:off x="3048000" y="-491319"/>
            <a:ext cx="6096000" cy="30025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lvl="0" algn="ctr"/>
            <a:r>
              <a:rPr lang="nl-NL" sz="2800" b="0" cap="all" baseline="0" noProof="0">
                <a:solidFill>
                  <a:schemeClr val="accent1"/>
                </a:solidFill>
                <a:latin typeface="+mn-lt"/>
              </a:rPr>
              <a:t>TEKST / GRAFIEK</a:t>
            </a:r>
          </a:p>
        </p:txBody>
      </p:sp>
      <p:sp>
        <p:nvSpPr>
          <p:cNvPr id="21" name="Tijdelijke aanduiding voor grafiek 17">
            <a:extLst>
              <a:ext uri="{FF2B5EF4-FFF2-40B4-BE49-F238E27FC236}">
                <a16:creationId xmlns:a16="http://schemas.microsoft.com/office/drawing/2014/main" id="{92172253-6D4B-4AC5-AA1C-319C8E5A71AE}"/>
              </a:ext>
            </a:extLst>
          </p:cNvPr>
          <p:cNvSpPr>
            <a:spLocks noGrp="1"/>
          </p:cNvSpPr>
          <p:nvPr>
            <p:ph type="chart" sz="quarter" idx="15" hasCustomPrompt="1"/>
          </p:nvPr>
        </p:nvSpPr>
        <p:spPr>
          <a:xfrm>
            <a:off x="6636507" y="1459111"/>
            <a:ext cx="5015239" cy="4119774"/>
          </a:xfrm>
          <a:solidFill>
            <a:schemeClr val="bg1">
              <a:lumMod val="95000"/>
            </a:schemeClr>
          </a:solidFill>
        </p:spPr>
        <p:txBody>
          <a:bodyPr tIns="1620000"/>
          <a:lstStyle>
            <a:lvl1pPr marL="0" indent="0" algn="ctr">
              <a:buNone/>
              <a:defRPr sz="1200" i="1">
                <a:solidFill>
                  <a:schemeClr val="bg1">
                    <a:lumMod val="50000"/>
                  </a:schemeClr>
                </a:solidFill>
              </a:defRPr>
            </a:lvl1pPr>
          </a:lstStyle>
          <a:p>
            <a:r>
              <a:rPr lang="nl-NL" noProof="0"/>
              <a:t>Klik op onderstaand pictogram om een grafiek in te voegen</a:t>
            </a:r>
          </a:p>
        </p:txBody>
      </p:sp>
      <p:cxnSp>
        <p:nvCxnSpPr>
          <p:cNvPr id="23" name="Rechte verbindingslijn 22">
            <a:extLst>
              <a:ext uri="{FF2B5EF4-FFF2-40B4-BE49-F238E27FC236}">
                <a16:creationId xmlns:a16="http://schemas.microsoft.com/office/drawing/2014/main" id="{F758FBF6-EBB0-4F05-96EB-8AEB1E4BB59E}"/>
              </a:ext>
            </a:extLst>
          </p:cNvPr>
          <p:cNvCxnSpPr>
            <a:cxnSpLocks/>
          </p:cNvCxnSpPr>
          <p:nvPr userDrawn="1"/>
        </p:nvCxnSpPr>
        <p:spPr>
          <a:xfrm>
            <a:off x="6096000" y="1446663"/>
            <a:ext cx="0" cy="4121624"/>
          </a:xfrm>
          <a:prstGeom prst="line">
            <a:avLst/>
          </a:prstGeom>
          <a:ln w="19050" cap="rnd">
            <a:solidFill>
              <a:schemeClr val="accent1"/>
            </a:solidFill>
            <a:prstDash val="solid"/>
            <a:round/>
          </a:ln>
        </p:spPr>
        <p:style>
          <a:lnRef idx="1">
            <a:schemeClr val="accent1"/>
          </a:lnRef>
          <a:fillRef idx="0">
            <a:schemeClr val="accent1"/>
          </a:fillRef>
          <a:effectRef idx="0">
            <a:schemeClr val="accent1"/>
          </a:effectRef>
          <a:fontRef idx="minor">
            <a:schemeClr val="tx1"/>
          </a:fontRef>
        </p:style>
      </p:cxnSp>
      <p:sp>
        <p:nvSpPr>
          <p:cNvPr id="24" name="Tijdelijke aanduiding voor tekst 43">
            <a:extLst>
              <a:ext uri="{FF2B5EF4-FFF2-40B4-BE49-F238E27FC236}">
                <a16:creationId xmlns:a16="http://schemas.microsoft.com/office/drawing/2014/main" id="{E054E093-0CA2-4AA3-9379-A9449CBE767D}"/>
              </a:ext>
            </a:extLst>
          </p:cNvPr>
          <p:cNvSpPr>
            <a:spLocks noGrp="1"/>
          </p:cNvSpPr>
          <p:nvPr>
            <p:ph type="body" sz="quarter" idx="16" hasCustomPrompt="1"/>
          </p:nvPr>
        </p:nvSpPr>
        <p:spPr>
          <a:xfrm>
            <a:off x="540000" y="0"/>
            <a:ext cx="1080000" cy="72000"/>
          </a:xfrm>
          <a:solidFill>
            <a:schemeClr val="accent1"/>
          </a:solidFill>
        </p:spPr>
        <p:txBody>
          <a:bodyPr/>
          <a:lstStyle>
            <a:lvl1pPr marL="0" indent="0">
              <a:buNone/>
              <a:defRPr sz="100">
                <a:solidFill>
                  <a:schemeClr val="bg2"/>
                </a:solidFill>
              </a:defRPr>
            </a:lvl1pPr>
            <a:lvl5pPr>
              <a:defRPr/>
            </a:lvl5pPr>
          </a:lstStyle>
          <a:p>
            <a:pPr lvl="0"/>
            <a:r>
              <a:rPr lang="en-GB"/>
              <a:t> </a:t>
            </a:r>
          </a:p>
        </p:txBody>
      </p:sp>
      <p:grpSp>
        <p:nvGrpSpPr>
          <p:cNvPr id="99" name="Instructie">
            <a:extLst>
              <a:ext uri="{FF2B5EF4-FFF2-40B4-BE49-F238E27FC236}">
                <a16:creationId xmlns:a16="http://schemas.microsoft.com/office/drawing/2014/main" id="{73DF0AAA-2D08-4FFB-8F59-5AC0380A2539}"/>
              </a:ext>
            </a:extLst>
          </p:cNvPr>
          <p:cNvGrpSpPr/>
          <p:nvPr userDrawn="1"/>
        </p:nvGrpSpPr>
        <p:grpSpPr>
          <a:xfrm>
            <a:off x="12389714" y="5221435"/>
            <a:ext cx="3183677" cy="1636565"/>
            <a:chOff x="12389714" y="4327164"/>
            <a:chExt cx="3183677" cy="1636565"/>
          </a:xfrm>
        </p:grpSpPr>
        <p:cxnSp>
          <p:nvCxnSpPr>
            <p:cNvPr id="101" name="Rechte verbindingslijn 100">
              <a:extLst>
                <a:ext uri="{FF2B5EF4-FFF2-40B4-BE49-F238E27FC236}">
                  <a16:creationId xmlns:a16="http://schemas.microsoft.com/office/drawing/2014/main" id="{6BEB8563-6DFC-49A1-A0EC-60E06EEAA630}"/>
                </a:ext>
              </a:extLst>
            </p:cNvPr>
            <p:cNvCxnSpPr>
              <a:cxnSpLocks/>
            </p:cNvCxnSpPr>
            <p:nvPr userDrawn="1"/>
          </p:nvCxnSpPr>
          <p:spPr>
            <a:xfrm>
              <a:off x="12395374" y="5963729"/>
              <a:ext cx="3178017" cy="0"/>
            </a:xfrm>
            <a:prstGeom prst="line">
              <a:avLst/>
            </a:prstGeom>
            <a:noFill/>
            <a:ln w="3175" cap="flat" cmpd="sng" algn="ctr">
              <a:solidFill>
                <a:schemeClr val="bg1">
                  <a:lumMod val="50000"/>
                </a:schemeClr>
              </a:solidFill>
              <a:prstDash val="solid"/>
            </a:ln>
            <a:effectLst/>
          </p:spPr>
        </p:cxnSp>
        <p:sp>
          <p:nvSpPr>
            <p:cNvPr id="102" name="Rechthoek 101">
              <a:extLst>
                <a:ext uri="{FF2B5EF4-FFF2-40B4-BE49-F238E27FC236}">
                  <a16:creationId xmlns:a16="http://schemas.microsoft.com/office/drawing/2014/main" id="{25862629-8712-49B9-B934-80319E3F3E26}"/>
                </a:ext>
              </a:extLst>
            </p:cNvPr>
            <p:cNvSpPr/>
            <p:nvPr userDrawn="1"/>
          </p:nvSpPr>
          <p:spPr>
            <a:xfrm>
              <a:off x="12395375" y="4327164"/>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bg1">
                      <a:lumMod val="50000"/>
                    </a:schemeClr>
                  </a:solidFill>
                  <a:effectLst/>
                  <a:uLnTx/>
                  <a:uFillTx/>
                  <a:latin typeface="+mj-lt"/>
                  <a:cs typeface="Segoe UI Light" panose="020B0502040204020203" pitchFamily="34" charset="0"/>
                </a:rPr>
                <a:t>Data van de Grafiek Bewerken</a:t>
              </a:r>
            </a:p>
          </p:txBody>
        </p:sp>
        <p:sp>
          <p:nvSpPr>
            <p:cNvPr id="103" name="Ovaal 102">
              <a:extLst>
                <a:ext uri="{FF2B5EF4-FFF2-40B4-BE49-F238E27FC236}">
                  <a16:creationId xmlns:a16="http://schemas.microsoft.com/office/drawing/2014/main" id="{AE50A387-EF89-4639-A5D5-51B2046494EF}"/>
                </a:ext>
              </a:extLst>
            </p:cNvPr>
            <p:cNvSpPr/>
            <p:nvPr userDrawn="1"/>
          </p:nvSpPr>
          <p:spPr>
            <a:xfrm>
              <a:off x="12389714" y="4706254"/>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104" name="Rechte verbindingslijn 103">
              <a:extLst>
                <a:ext uri="{FF2B5EF4-FFF2-40B4-BE49-F238E27FC236}">
                  <a16:creationId xmlns:a16="http://schemas.microsoft.com/office/drawing/2014/main" id="{3485DBD1-B8BC-4E1F-AC58-C1EA763F8C4E}"/>
                </a:ext>
              </a:extLst>
            </p:cNvPr>
            <p:cNvCxnSpPr>
              <a:cxnSpLocks/>
            </p:cNvCxnSpPr>
            <p:nvPr userDrawn="1"/>
          </p:nvCxnSpPr>
          <p:spPr>
            <a:xfrm>
              <a:off x="12395374" y="4584932"/>
              <a:ext cx="3178017" cy="0"/>
            </a:xfrm>
            <a:prstGeom prst="line">
              <a:avLst/>
            </a:prstGeom>
            <a:noFill/>
            <a:ln w="3175" cap="flat" cmpd="sng" algn="ctr">
              <a:solidFill>
                <a:schemeClr val="bg1">
                  <a:lumMod val="50000"/>
                </a:schemeClr>
              </a:solidFill>
              <a:prstDash val="solid"/>
            </a:ln>
            <a:effectLst/>
          </p:spPr>
        </p:cxnSp>
        <p:sp>
          <p:nvSpPr>
            <p:cNvPr id="105" name="Rechthoek 104">
              <a:extLst>
                <a:ext uri="{FF2B5EF4-FFF2-40B4-BE49-F238E27FC236}">
                  <a16:creationId xmlns:a16="http://schemas.microsoft.com/office/drawing/2014/main" id="{6796C7CB-DCE4-4B74-971D-8C6D54AFFEC1}"/>
                </a:ext>
              </a:extLst>
            </p:cNvPr>
            <p:cNvSpPr/>
            <p:nvPr userDrawn="1"/>
          </p:nvSpPr>
          <p:spPr>
            <a:xfrm>
              <a:off x="12755395" y="4772316"/>
              <a:ext cx="2817995" cy="314439"/>
            </a:xfrm>
            <a:prstGeom prst="rect">
              <a:avLst/>
            </a:prstGeom>
            <a:noFill/>
            <a:ln w="25400" cap="flat" cmpd="sng" algn="ctr">
              <a:noFill/>
              <a:prstDash val="solid"/>
            </a:ln>
            <a:effectLst/>
          </p:spPr>
          <p:txBody>
            <a:bodyPr lIns="0" tIns="0" rIns="0" bIns="0" rtlCol="0" anchor="t"/>
            <a:lstStyle/>
            <a:p>
              <a:pPr lvl="0" fontAlgn="auto">
                <a:spcBef>
                  <a:spcPts val="0"/>
                </a:spcBef>
                <a:spcAft>
                  <a:spcPts val="0"/>
                </a:spcAft>
                <a:defRPr/>
              </a:pPr>
              <a:r>
                <a:rPr lang="nl-NL" sz="1100" kern="0" noProof="0">
                  <a:solidFill>
                    <a:schemeClr val="tx1"/>
                  </a:solidFill>
                  <a:latin typeface="+mn-lt"/>
                  <a:cs typeface="Segoe UI Light" panose="020B0502040204020203" pitchFamily="34" charset="0"/>
                </a:rPr>
                <a:t>Selecteer de grafiek, klik met de rechter muisknop en kies </a:t>
              </a:r>
              <a:r>
                <a:rPr lang="nl-NL" sz="1100" b="1" kern="0" noProof="0">
                  <a:solidFill>
                    <a:schemeClr val="tx1"/>
                  </a:solidFill>
                  <a:latin typeface="+mn-lt"/>
                  <a:cs typeface="Segoe UI Light" panose="020B0502040204020203" pitchFamily="34" charset="0"/>
                </a:rPr>
                <a:t>‘Gegevens bewerken’</a:t>
              </a:r>
            </a:p>
          </p:txBody>
        </p:sp>
        <p:grpSp>
          <p:nvGrpSpPr>
            <p:cNvPr id="106" name="Groep 105">
              <a:extLst>
                <a:ext uri="{FF2B5EF4-FFF2-40B4-BE49-F238E27FC236}">
                  <a16:creationId xmlns:a16="http://schemas.microsoft.com/office/drawing/2014/main" id="{9716417D-3023-4155-9D06-0B4920509541}"/>
                </a:ext>
              </a:extLst>
            </p:cNvPr>
            <p:cNvGrpSpPr/>
            <p:nvPr userDrawn="1"/>
          </p:nvGrpSpPr>
          <p:grpSpPr>
            <a:xfrm>
              <a:off x="12755394" y="5222855"/>
              <a:ext cx="1714530" cy="639425"/>
              <a:chOff x="12757283" y="4365594"/>
              <a:chExt cx="1714530" cy="639425"/>
            </a:xfrm>
          </p:grpSpPr>
          <p:sp>
            <p:nvSpPr>
              <p:cNvPr id="107" name="Rechthoek 106">
                <a:extLst>
                  <a:ext uri="{FF2B5EF4-FFF2-40B4-BE49-F238E27FC236}">
                    <a16:creationId xmlns:a16="http://schemas.microsoft.com/office/drawing/2014/main" id="{728C42C2-1608-48F7-A640-CEF8E15ACCED}"/>
                  </a:ext>
                </a:extLst>
              </p:cNvPr>
              <p:cNvSpPr/>
              <p:nvPr userDrawn="1"/>
            </p:nvSpPr>
            <p:spPr>
              <a:xfrm>
                <a:off x="12757283" y="4365594"/>
                <a:ext cx="1626818"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08" name="Rechthoek 107">
                <a:extLst>
                  <a:ext uri="{FF2B5EF4-FFF2-40B4-BE49-F238E27FC236}">
                    <a16:creationId xmlns:a16="http://schemas.microsoft.com/office/drawing/2014/main" id="{C577C2D9-F34C-41C5-A88B-56A65CC38187}"/>
                  </a:ext>
                </a:extLst>
              </p:cNvPr>
              <p:cNvSpPr/>
              <p:nvPr userDrawn="1"/>
            </p:nvSpPr>
            <p:spPr>
              <a:xfrm>
                <a:off x="12768263" y="4676983"/>
                <a:ext cx="1609231" cy="261256"/>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09" name="Tekstvak 108">
                <a:extLst>
                  <a:ext uri="{FF2B5EF4-FFF2-40B4-BE49-F238E27FC236}">
                    <a16:creationId xmlns:a16="http://schemas.microsoft.com/office/drawing/2014/main" id="{E1EEB95A-A0C6-4FFD-BA71-BB3ED11CCB08}"/>
                  </a:ext>
                </a:extLst>
              </p:cNvPr>
              <p:cNvSpPr txBox="1"/>
              <p:nvPr userDrawn="1"/>
            </p:nvSpPr>
            <p:spPr>
              <a:xfrm>
                <a:off x="12997648" y="4404704"/>
                <a:ext cx="1248154" cy="216982"/>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Arial" panose="020B0604020202020204" pitchFamily="34" charset="0"/>
                    <a:ea typeface="+mn-ea"/>
                    <a:cs typeface="Arial" panose="020B0604020202020204" pitchFamily="34" charset="0"/>
                  </a:rPr>
                  <a:t>Grafiektype wijzigen</a:t>
                </a:r>
              </a:p>
            </p:txBody>
          </p:sp>
          <p:sp>
            <p:nvSpPr>
              <p:cNvPr id="110" name="Tekstvak 109">
                <a:extLst>
                  <a:ext uri="{FF2B5EF4-FFF2-40B4-BE49-F238E27FC236}">
                    <a16:creationId xmlns:a16="http://schemas.microsoft.com/office/drawing/2014/main" id="{4DDD0F85-BA7A-4BEE-A3B3-970743F41683}"/>
                  </a:ext>
                </a:extLst>
              </p:cNvPr>
              <p:cNvSpPr txBox="1"/>
              <p:nvPr userDrawn="1"/>
            </p:nvSpPr>
            <p:spPr>
              <a:xfrm>
                <a:off x="12984219" y="4725830"/>
                <a:ext cx="1274711" cy="216982"/>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Arial" panose="020B0604020202020204" pitchFamily="34" charset="0"/>
                    <a:ea typeface="+mn-ea"/>
                    <a:cs typeface="Arial" panose="020B0604020202020204" pitchFamily="34" charset="0"/>
                  </a:rPr>
                  <a:t>Gegevens bewerken</a:t>
                </a:r>
              </a:p>
            </p:txBody>
          </p:sp>
          <p:pic>
            <p:nvPicPr>
              <p:cNvPr id="111" name="Picture 3">
                <a:extLst>
                  <a:ext uri="{FF2B5EF4-FFF2-40B4-BE49-F238E27FC236}">
                    <a16:creationId xmlns:a16="http://schemas.microsoft.com/office/drawing/2014/main" id="{0D7FE121-0BDF-43BA-BBBB-F86E7F31A7A7}"/>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4328727" y="4773688"/>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2" name="Groep 111">
                <a:extLst>
                  <a:ext uri="{FF2B5EF4-FFF2-40B4-BE49-F238E27FC236}">
                    <a16:creationId xmlns:a16="http://schemas.microsoft.com/office/drawing/2014/main" id="{212B7847-F5F6-4D59-AE9D-9EAABAE8D77C}"/>
                  </a:ext>
                </a:extLst>
              </p:cNvPr>
              <p:cNvGrpSpPr/>
              <p:nvPr userDrawn="1"/>
            </p:nvGrpSpPr>
            <p:grpSpPr>
              <a:xfrm>
                <a:off x="12831198" y="4432250"/>
                <a:ext cx="139861" cy="152244"/>
                <a:chOff x="12574450" y="6053892"/>
                <a:chExt cx="169232" cy="184215"/>
              </a:xfrm>
            </p:grpSpPr>
            <p:sp>
              <p:nvSpPr>
                <p:cNvPr id="135" name="Rechthoek 134">
                  <a:extLst>
                    <a:ext uri="{FF2B5EF4-FFF2-40B4-BE49-F238E27FC236}">
                      <a16:creationId xmlns:a16="http://schemas.microsoft.com/office/drawing/2014/main" id="{268D2472-27C1-49B2-8251-A0C6D175C1F1}"/>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sp>
              <p:nvSpPr>
                <p:cNvPr id="136" name="Rechthoek 135">
                  <a:extLst>
                    <a:ext uri="{FF2B5EF4-FFF2-40B4-BE49-F238E27FC236}">
                      <a16:creationId xmlns:a16="http://schemas.microsoft.com/office/drawing/2014/main" id="{887E6C83-00B9-4617-8913-29138F5061B7}"/>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sp>
              <p:nvSpPr>
                <p:cNvPr id="137" name="Rechthoek 136">
                  <a:extLst>
                    <a:ext uri="{FF2B5EF4-FFF2-40B4-BE49-F238E27FC236}">
                      <a16:creationId xmlns:a16="http://schemas.microsoft.com/office/drawing/2014/main" id="{3E774B55-7142-42FF-A6E7-5D943F99E96D}"/>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grpSp>
          <p:grpSp>
            <p:nvGrpSpPr>
              <p:cNvPr id="113" name="Groep 112">
                <a:extLst>
                  <a:ext uri="{FF2B5EF4-FFF2-40B4-BE49-F238E27FC236}">
                    <a16:creationId xmlns:a16="http://schemas.microsoft.com/office/drawing/2014/main" id="{5C9C1B5B-1E61-4BF2-8C72-C16A8E010740}"/>
                  </a:ext>
                </a:extLst>
              </p:cNvPr>
              <p:cNvGrpSpPr/>
              <p:nvPr userDrawn="1"/>
            </p:nvGrpSpPr>
            <p:grpSpPr>
              <a:xfrm>
                <a:off x="12831198" y="4748585"/>
                <a:ext cx="184916" cy="120210"/>
                <a:chOff x="8815516" y="1076284"/>
                <a:chExt cx="503174" cy="327105"/>
              </a:xfrm>
            </p:grpSpPr>
            <p:sp>
              <p:nvSpPr>
                <p:cNvPr id="114" name="Rechthoek 113">
                  <a:extLst>
                    <a:ext uri="{FF2B5EF4-FFF2-40B4-BE49-F238E27FC236}">
                      <a16:creationId xmlns:a16="http://schemas.microsoft.com/office/drawing/2014/main" id="{C9B84E01-38BB-46C1-B625-11E7EEC852CA}"/>
                    </a:ext>
                  </a:extLst>
                </p:cNvPr>
                <p:cNvSpPr/>
                <p:nvPr userDrawn="1"/>
              </p:nvSpPr>
              <p:spPr>
                <a:xfrm>
                  <a:off x="8815516" y="1133167"/>
                  <a:ext cx="372729" cy="235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grpSp>
              <p:nvGrpSpPr>
                <p:cNvPr id="115" name="Groep 114">
                  <a:extLst>
                    <a:ext uri="{FF2B5EF4-FFF2-40B4-BE49-F238E27FC236}">
                      <a16:creationId xmlns:a16="http://schemas.microsoft.com/office/drawing/2014/main" id="{8590933D-EB33-4894-AB7D-9C7CB738AB9B}"/>
                    </a:ext>
                  </a:extLst>
                </p:cNvPr>
                <p:cNvGrpSpPr/>
                <p:nvPr userDrawn="1"/>
              </p:nvGrpSpPr>
              <p:grpSpPr>
                <a:xfrm>
                  <a:off x="8815517" y="1076284"/>
                  <a:ext cx="503173" cy="327105"/>
                  <a:chOff x="1351248" y="-683635"/>
                  <a:chExt cx="503173" cy="327105"/>
                </a:xfrm>
              </p:grpSpPr>
              <p:grpSp>
                <p:nvGrpSpPr>
                  <p:cNvPr id="116" name="Groep 115">
                    <a:extLst>
                      <a:ext uri="{FF2B5EF4-FFF2-40B4-BE49-F238E27FC236}">
                        <a16:creationId xmlns:a16="http://schemas.microsoft.com/office/drawing/2014/main" id="{80670382-A1AA-4B46-9350-D25A4ACDB479}"/>
                      </a:ext>
                    </a:extLst>
                  </p:cNvPr>
                  <p:cNvGrpSpPr/>
                  <p:nvPr userDrawn="1"/>
                </p:nvGrpSpPr>
                <p:grpSpPr>
                  <a:xfrm>
                    <a:off x="1351248" y="-683635"/>
                    <a:ext cx="375186" cy="293652"/>
                    <a:chOff x="1094874" y="-884923"/>
                    <a:chExt cx="884668" cy="692417"/>
                  </a:xfrm>
                </p:grpSpPr>
                <p:sp>
                  <p:nvSpPr>
                    <p:cNvPr id="121" name="Rechthoek 120">
                      <a:extLst>
                        <a:ext uri="{FF2B5EF4-FFF2-40B4-BE49-F238E27FC236}">
                          <a16:creationId xmlns:a16="http://schemas.microsoft.com/office/drawing/2014/main" id="{3025728E-2CEA-4382-8347-5A36E93DD146}"/>
                        </a:ext>
                      </a:extLst>
                    </p:cNvPr>
                    <p:cNvSpPr/>
                    <p:nvPr userDrawn="1"/>
                  </p:nvSpPr>
                  <p:spPr>
                    <a:xfrm>
                      <a:off x="1094874" y="-884923"/>
                      <a:ext cx="878304" cy="145579"/>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grpSp>
                  <p:nvGrpSpPr>
                    <p:cNvPr id="122" name="Groep 121">
                      <a:extLst>
                        <a:ext uri="{FF2B5EF4-FFF2-40B4-BE49-F238E27FC236}">
                          <a16:creationId xmlns:a16="http://schemas.microsoft.com/office/drawing/2014/main" id="{646E0C40-3752-43B1-8E26-D36BBF4E56CA}"/>
                        </a:ext>
                      </a:extLst>
                    </p:cNvPr>
                    <p:cNvGrpSpPr/>
                    <p:nvPr userDrawn="1"/>
                  </p:nvGrpSpPr>
                  <p:grpSpPr>
                    <a:xfrm>
                      <a:off x="1094874" y="-878306"/>
                      <a:ext cx="867364" cy="685800"/>
                      <a:chOff x="1094874" y="-878306"/>
                      <a:chExt cx="867364" cy="613611"/>
                    </a:xfrm>
                  </p:grpSpPr>
                  <p:cxnSp>
                    <p:nvCxnSpPr>
                      <p:cNvPr id="128" name="Rechte verbindingslijn 127">
                        <a:extLst>
                          <a:ext uri="{FF2B5EF4-FFF2-40B4-BE49-F238E27FC236}">
                            <a16:creationId xmlns:a16="http://schemas.microsoft.com/office/drawing/2014/main" id="{F37616B4-7414-41E8-92FB-7BC57E05DB80}"/>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9" name="Rechte verbindingslijn 128">
                        <a:extLst>
                          <a:ext uri="{FF2B5EF4-FFF2-40B4-BE49-F238E27FC236}">
                            <a16:creationId xmlns:a16="http://schemas.microsoft.com/office/drawing/2014/main" id="{FDBB523A-157C-4881-AF8B-5746D6372C1D}"/>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30" name="Groep 129">
                        <a:extLst>
                          <a:ext uri="{FF2B5EF4-FFF2-40B4-BE49-F238E27FC236}">
                            <a16:creationId xmlns:a16="http://schemas.microsoft.com/office/drawing/2014/main" id="{34B6646E-FB21-417D-BE8C-C36E995E6FC5}"/>
                          </a:ext>
                        </a:extLst>
                      </p:cNvPr>
                      <p:cNvGrpSpPr/>
                      <p:nvPr userDrawn="1"/>
                    </p:nvGrpSpPr>
                    <p:grpSpPr>
                      <a:xfrm>
                        <a:off x="1270535" y="-878306"/>
                        <a:ext cx="526983" cy="613611"/>
                        <a:chOff x="1270535" y="-745959"/>
                        <a:chExt cx="526983" cy="481264"/>
                      </a:xfrm>
                    </p:grpSpPr>
                    <p:cxnSp>
                      <p:nvCxnSpPr>
                        <p:cNvPr id="131" name="Rechte verbindingslijn 130">
                          <a:extLst>
                            <a:ext uri="{FF2B5EF4-FFF2-40B4-BE49-F238E27FC236}">
                              <a16:creationId xmlns:a16="http://schemas.microsoft.com/office/drawing/2014/main" id="{983AF75F-1929-4F5A-99E0-BFABF6FBA658}"/>
                            </a:ext>
                          </a:extLst>
                        </p:cNvPr>
                        <p:cNvCxnSpPr>
                          <a:cxnSpLocks/>
                        </p:cNvCxnSpPr>
                        <p:nvPr userDrawn="1"/>
                      </p:nvCxnSpPr>
                      <p:spPr>
                        <a:xfrm>
                          <a:off x="1446196"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32" name="Rechte verbindingslijn 131">
                          <a:extLst>
                            <a:ext uri="{FF2B5EF4-FFF2-40B4-BE49-F238E27FC236}">
                              <a16:creationId xmlns:a16="http://schemas.microsoft.com/office/drawing/2014/main" id="{57D0A238-F249-4020-9BCF-BC8BFB035317}"/>
                            </a:ext>
                          </a:extLst>
                        </p:cNvPr>
                        <p:cNvCxnSpPr>
                          <a:cxnSpLocks/>
                        </p:cNvCxnSpPr>
                        <p:nvPr userDrawn="1"/>
                      </p:nvCxnSpPr>
                      <p:spPr>
                        <a:xfrm>
                          <a:off x="1270535"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33" name="Rechte verbindingslijn 132">
                          <a:extLst>
                            <a:ext uri="{FF2B5EF4-FFF2-40B4-BE49-F238E27FC236}">
                              <a16:creationId xmlns:a16="http://schemas.microsoft.com/office/drawing/2014/main" id="{CD15E116-4AE7-4D12-8892-CE468919BF33}"/>
                            </a:ext>
                          </a:extLst>
                        </p:cNvPr>
                        <p:cNvCxnSpPr>
                          <a:cxnSpLocks/>
                        </p:cNvCxnSpPr>
                        <p:nvPr userDrawn="1"/>
                      </p:nvCxnSpPr>
                      <p:spPr>
                        <a:xfrm>
                          <a:off x="1621857"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34" name="Rechte verbindingslijn 133">
                          <a:extLst>
                            <a:ext uri="{FF2B5EF4-FFF2-40B4-BE49-F238E27FC236}">
                              <a16:creationId xmlns:a16="http://schemas.microsoft.com/office/drawing/2014/main" id="{F01A9A8C-ADF4-4435-A6E6-34455903D86A}"/>
                            </a:ext>
                          </a:extLst>
                        </p:cNvPr>
                        <p:cNvCxnSpPr>
                          <a:cxnSpLocks/>
                        </p:cNvCxnSpPr>
                        <p:nvPr userDrawn="1"/>
                      </p:nvCxnSpPr>
                      <p:spPr>
                        <a:xfrm>
                          <a:off x="1797518"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123" name="Rechte verbindingslijn 122">
                      <a:extLst>
                        <a:ext uri="{FF2B5EF4-FFF2-40B4-BE49-F238E27FC236}">
                          <a16:creationId xmlns:a16="http://schemas.microsoft.com/office/drawing/2014/main" id="{FE0560BC-EA9F-418D-9ECF-BDF360242B6B}"/>
                        </a:ext>
                      </a:extLst>
                    </p:cNvPr>
                    <p:cNvCxnSpPr>
                      <a:cxnSpLocks/>
                    </p:cNvCxnSpPr>
                    <p:nvPr userDrawn="1"/>
                  </p:nvCxnSpPr>
                  <p:spPr>
                    <a:xfrm flipH="1">
                      <a:off x="1098555" y="-192506"/>
                      <a:ext cx="880987" cy="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24" name="Groep 123">
                      <a:extLst>
                        <a:ext uri="{FF2B5EF4-FFF2-40B4-BE49-F238E27FC236}">
                          <a16:creationId xmlns:a16="http://schemas.microsoft.com/office/drawing/2014/main" id="{9653F7C3-0A4F-4767-9091-88D852C23603}"/>
                        </a:ext>
                      </a:extLst>
                    </p:cNvPr>
                    <p:cNvGrpSpPr/>
                    <p:nvPr userDrawn="1"/>
                  </p:nvGrpSpPr>
                  <p:grpSpPr>
                    <a:xfrm>
                      <a:off x="1094874" y="-607596"/>
                      <a:ext cx="878306" cy="276726"/>
                      <a:chOff x="1106905" y="-607596"/>
                      <a:chExt cx="878307" cy="276726"/>
                    </a:xfrm>
                  </p:grpSpPr>
                  <p:cxnSp>
                    <p:nvCxnSpPr>
                      <p:cNvPr id="125" name="Rechte verbindingslijn 124">
                        <a:extLst>
                          <a:ext uri="{FF2B5EF4-FFF2-40B4-BE49-F238E27FC236}">
                            <a16:creationId xmlns:a16="http://schemas.microsoft.com/office/drawing/2014/main" id="{CE6ABAF4-E3DD-454A-8DF7-81EBEC1F875C}"/>
                          </a:ext>
                        </a:extLst>
                      </p:cNvPr>
                      <p:cNvCxnSpPr>
                        <a:cxnSpLocks/>
                      </p:cNvCxnSpPr>
                      <p:nvPr userDrawn="1"/>
                    </p:nvCxnSpPr>
                    <p:spPr>
                      <a:xfrm flipH="1">
                        <a:off x="1106905" y="-330870"/>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6" name="Rechte verbindingslijn 125">
                        <a:extLst>
                          <a:ext uri="{FF2B5EF4-FFF2-40B4-BE49-F238E27FC236}">
                            <a16:creationId xmlns:a16="http://schemas.microsoft.com/office/drawing/2014/main" id="{25B0FEB7-E215-42F7-9BD2-1E7870E3E5A1}"/>
                          </a:ext>
                        </a:extLst>
                      </p:cNvPr>
                      <p:cNvCxnSpPr>
                        <a:cxnSpLocks/>
                      </p:cNvCxnSpPr>
                      <p:nvPr userDrawn="1"/>
                    </p:nvCxnSpPr>
                    <p:spPr>
                      <a:xfrm flipH="1">
                        <a:off x="1106905" y="-469233"/>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7" name="Rechte verbindingslijn 126">
                        <a:extLst>
                          <a:ext uri="{FF2B5EF4-FFF2-40B4-BE49-F238E27FC236}">
                            <a16:creationId xmlns:a16="http://schemas.microsoft.com/office/drawing/2014/main" id="{78151A24-E5EF-490E-B4A9-66802AB200C1}"/>
                          </a:ext>
                        </a:extLst>
                      </p:cNvPr>
                      <p:cNvCxnSpPr>
                        <a:cxnSpLocks/>
                      </p:cNvCxnSpPr>
                      <p:nvPr userDrawn="1"/>
                    </p:nvCxnSpPr>
                    <p:spPr>
                      <a:xfrm flipH="1">
                        <a:off x="1106905" y="-607596"/>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grpSp>
              </p:grpSp>
              <p:grpSp>
                <p:nvGrpSpPr>
                  <p:cNvPr id="117" name="Groep 116">
                    <a:extLst>
                      <a:ext uri="{FF2B5EF4-FFF2-40B4-BE49-F238E27FC236}">
                        <a16:creationId xmlns:a16="http://schemas.microsoft.com/office/drawing/2014/main" id="{EF76349C-3F05-4659-AF54-8C8D216D1386}"/>
                      </a:ext>
                    </a:extLst>
                  </p:cNvPr>
                  <p:cNvGrpSpPr/>
                  <p:nvPr userDrawn="1"/>
                </p:nvGrpSpPr>
                <p:grpSpPr>
                  <a:xfrm rot="2700000">
                    <a:off x="1605871" y="-605080"/>
                    <a:ext cx="90079" cy="407021"/>
                    <a:chOff x="3130062" y="-817193"/>
                    <a:chExt cx="131884" cy="595920"/>
                  </a:xfrm>
                  <a:solidFill>
                    <a:srgbClr val="3399FF"/>
                  </a:solidFill>
                </p:grpSpPr>
                <p:sp>
                  <p:nvSpPr>
                    <p:cNvPr id="118" name="Rechthoek 117">
                      <a:extLst>
                        <a:ext uri="{FF2B5EF4-FFF2-40B4-BE49-F238E27FC236}">
                          <a16:creationId xmlns:a16="http://schemas.microsoft.com/office/drawing/2014/main" id="{995964A0-4C57-4D3B-9A70-E48D54293A7B}"/>
                        </a:ext>
                      </a:extLst>
                    </p:cNvPr>
                    <p:cNvSpPr/>
                    <p:nvPr userDrawn="1"/>
                  </p:nvSpPr>
                  <p:spPr>
                    <a:xfrm>
                      <a:off x="3130062" y="-705979"/>
                      <a:ext cx="131884" cy="281354"/>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sp>
                  <p:nvSpPr>
                    <p:cNvPr id="119" name="Rechthoek: afgeronde bovenhoeken 118">
                      <a:extLst>
                        <a:ext uri="{FF2B5EF4-FFF2-40B4-BE49-F238E27FC236}">
                          <a16:creationId xmlns:a16="http://schemas.microsoft.com/office/drawing/2014/main" id="{A77CDF6C-827E-4E68-AA74-261742354665}"/>
                        </a:ext>
                      </a:extLst>
                    </p:cNvPr>
                    <p:cNvSpPr/>
                    <p:nvPr userDrawn="1"/>
                  </p:nvSpPr>
                  <p:spPr>
                    <a:xfrm>
                      <a:off x="3130063" y="-817193"/>
                      <a:ext cx="131883" cy="87615"/>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sp>
                  <p:nvSpPr>
                    <p:cNvPr id="120" name="Gelijkbenige driehoek 119">
                      <a:extLst>
                        <a:ext uri="{FF2B5EF4-FFF2-40B4-BE49-F238E27FC236}">
                          <a16:creationId xmlns:a16="http://schemas.microsoft.com/office/drawing/2014/main" id="{68CD787E-A881-4439-A049-78274DAC56E5}"/>
                        </a:ext>
                      </a:extLst>
                    </p:cNvPr>
                    <p:cNvSpPr/>
                    <p:nvPr userDrawn="1"/>
                  </p:nvSpPr>
                  <p:spPr>
                    <a:xfrm rot="10800000">
                      <a:off x="3130062" y="-401026"/>
                      <a:ext cx="131884"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grpSp>
            </p:grpSp>
          </p:grpSp>
        </p:grpSp>
      </p:grpSp>
      <p:grpSp>
        <p:nvGrpSpPr>
          <p:cNvPr id="141" name="Instructie">
            <a:extLst>
              <a:ext uri="{FF2B5EF4-FFF2-40B4-BE49-F238E27FC236}">
                <a16:creationId xmlns:a16="http://schemas.microsoft.com/office/drawing/2014/main" id="{8956ACCE-1B94-4C4E-9621-35D9581BCE44}"/>
              </a:ext>
            </a:extLst>
          </p:cNvPr>
          <p:cNvGrpSpPr/>
          <p:nvPr userDrawn="1"/>
        </p:nvGrpSpPr>
        <p:grpSpPr>
          <a:xfrm>
            <a:off x="12391601" y="0"/>
            <a:ext cx="3183677" cy="2499789"/>
            <a:chOff x="12391601" y="0"/>
            <a:chExt cx="3183677" cy="2499789"/>
          </a:xfrm>
        </p:grpSpPr>
        <p:sp>
          <p:nvSpPr>
            <p:cNvPr id="142" name="Rechthoek 141">
              <a:extLst>
                <a:ext uri="{FF2B5EF4-FFF2-40B4-BE49-F238E27FC236}">
                  <a16:creationId xmlns:a16="http://schemas.microsoft.com/office/drawing/2014/main" id="{605E8FAB-9C56-4547-B1FD-19063089BC0E}"/>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bg1">
                      <a:lumMod val="50000"/>
                    </a:schemeClr>
                  </a:solidFill>
                  <a:effectLst/>
                  <a:uLnTx/>
                  <a:uFillTx/>
                  <a:latin typeface="+mj-lt"/>
                  <a:cs typeface="Segoe UI Light" panose="020B0502040204020203" pitchFamily="34" charset="0"/>
                </a:rPr>
                <a:t>Grafiek invoegen/veranderen</a:t>
              </a:r>
            </a:p>
          </p:txBody>
        </p:sp>
        <p:sp>
          <p:nvSpPr>
            <p:cNvPr id="143" name="Ovaal 142">
              <a:extLst>
                <a:ext uri="{FF2B5EF4-FFF2-40B4-BE49-F238E27FC236}">
                  <a16:creationId xmlns:a16="http://schemas.microsoft.com/office/drawing/2014/main" id="{D89E2BA8-0724-4099-A077-278A116A1009}"/>
                </a:ext>
              </a:extLst>
            </p:cNvPr>
            <p:cNvSpPr/>
            <p:nvPr userDrawn="1"/>
          </p:nvSpPr>
          <p:spPr>
            <a:xfrm>
              <a:off x="12391601" y="366490"/>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144" name="Rechte verbindingslijn 143">
              <a:extLst>
                <a:ext uri="{FF2B5EF4-FFF2-40B4-BE49-F238E27FC236}">
                  <a16:creationId xmlns:a16="http://schemas.microsoft.com/office/drawing/2014/main" id="{98FD3CFA-A053-4F41-BB82-F685B92C6EF4}"/>
                </a:ext>
              </a:extLst>
            </p:cNvPr>
            <p:cNvCxnSpPr>
              <a:cxnSpLocks/>
            </p:cNvCxnSpPr>
            <p:nvPr userDrawn="1"/>
          </p:nvCxnSpPr>
          <p:spPr>
            <a:xfrm>
              <a:off x="12397261" y="241635"/>
              <a:ext cx="3178017" cy="0"/>
            </a:xfrm>
            <a:prstGeom prst="line">
              <a:avLst/>
            </a:prstGeom>
            <a:noFill/>
            <a:ln w="3175" cap="flat" cmpd="sng" algn="ctr">
              <a:solidFill>
                <a:schemeClr val="bg1">
                  <a:lumMod val="50000"/>
                </a:schemeClr>
              </a:solidFill>
              <a:prstDash val="solid"/>
            </a:ln>
            <a:effectLst/>
          </p:spPr>
        </p:cxnSp>
        <p:cxnSp>
          <p:nvCxnSpPr>
            <p:cNvPr id="145" name="Rechte verbindingslijn 144">
              <a:extLst>
                <a:ext uri="{FF2B5EF4-FFF2-40B4-BE49-F238E27FC236}">
                  <a16:creationId xmlns:a16="http://schemas.microsoft.com/office/drawing/2014/main" id="{ED668D21-7594-4AFD-8412-D7A5872CC3C2}"/>
                </a:ext>
              </a:extLst>
            </p:cNvPr>
            <p:cNvCxnSpPr>
              <a:cxnSpLocks/>
            </p:cNvCxnSpPr>
            <p:nvPr userDrawn="1"/>
          </p:nvCxnSpPr>
          <p:spPr>
            <a:xfrm>
              <a:off x="12397261" y="1577933"/>
              <a:ext cx="3178017" cy="0"/>
            </a:xfrm>
            <a:prstGeom prst="line">
              <a:avLst/>
            </a:prstGeom>
            <a:noFill/>
            <a:ln w="3175" cap="flat" cmpd="sng" algn="ctr">
              <a:solidFill>
                <a:schemeClr val="bg1">
                  <a:lumMod val="50000"/>
                </a:schemeClr>
              </a:solidFill>
              <a:prstDash val="solid"/>
            </a:ln>
            <a:effectLst/>
          </p:spPr>
        </p:cxnSp>
        <p:sp>
          <p:nvSpPr>
            <p:cNvPr id="146" name="Rechthoek 145">
              <a:extLst>
                <a:ext uri="{FF2B5EF4-FFF2-40B4-BE49-F238E27FC236}">
                  <a16:creationId xmlns:a16="http://schemas.microsoft.com/office/drawing/2014/main" id="{EBFEC36A-063B-4FC3-8220-2A2BFE33D86F}"/>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grafiek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grafiek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sp>
          <p:nvSpPr>
            <p:cNvPr id="147" name="Ovaal 146">
              <a:extLst>
                <a:ext uri="{FF2B5EF4-FFF2-40B4-BE49-F238E27FC236}">
                  <a16:creationId xmlns:a16="http://schemas.microsoft.com/office/drawing/2014/main" id="{59752D84-20A7-4452-A01B-B98AE1AC6A19}"/>
                </a:ext>
              </a:extLst>
            </p:cNvPr>
            <p:cNvSpPr/>
            <p:nvPr userDrawn="1"/>
          </p:nvSpPr>
          <p:spPr>
            <a:xfrm>
              <a:off x="12391601" y="1706398"/>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148" name="Rechthoek 147">
              <a:extLst>
                <a:ext uri="{FF2B5EF4-FFF2-40B4-BE49-F238E27FC236}">
                  <a16:creationId xmlns:a16="http://schemas.microsoft.com/office/drawing/2014/main" id="{1377E063-3182-4D26-AEF2-D5B7EF22F1B8}"/>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grafiek</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149" name="Groep 148">
              <a:extLst>
                <a:ext uri="{FF2B5EF4-FFF2-40B4-BE49-F238E27FC236}">
                  <a16:creationId xmlns:a16="http://schemas.microsoft.com/office/drawing/2014/main" id="{BB89C1D8-CC05-4815-8409-B4B05BD21D3A}"/>
                </a:ext>
              </a:extLst>
            </p:cNvPr>
            <p:cNvGrpSpPr/>
            <p:nvPr userDrawn="1"/>
          </p:nvGrpSpPr>
          <p:grpSpPr>
            <a:xfrm>
              <a:off x="12757282" y="2184550"/>
              <a:ext cx="825500" cy="209550"/>
              <a:chOff x="13504624" y="2482850"/>
              <a:chExt cx="825500" cy="209550"/>
            </a:xfrm>
          </p:grpSpPr>
          <p:sp>
            <p:nvSpPr>
              <p:cNvPr id="155" name="Rechthoek 154">
                <a:extLst>
                  <a:ext uri="{FF2B5EF4-FFF2-40B4-BE49-F238E27FC236}">
                    <a16:creationId xmlns:a16="http://schemas.microsoft.com/office/drawing/2014/main" id="{E1BB336F-C4AC-41FB-8183-A4F1E150DF5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156" name="Rechte verbindingslijn 155">
                <a:extLst>
                  <a:ext uri="{FF2B5EF4-FFF2-40B4-BE49-F238E27FC236}">
                    <a16:creationId xmlns:a16="http://schemas.microsoft.com/office/drawing/2014/main" id="{9454AA9D-7433-4729-BE41-2E93DB73FFB7}"/>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57" name="Gelijkbenige driehoek 156">
                <a:extLst>
                  <a:ext uri="{FF2B5EF4-FFF2-40B4-BE49-F238E27FC236}">
                    <a16:creationId xmlns:a16="http://schemas.microsoft.com/office/drawing/2014/main" id="{BDF07484-B1ED-4966-955C-14977E470694}"/>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cxnSp>
          <p:nvCxnSpPr>
            <p:cNvPr id="150" name="Rechte verbindingslijn 149">
              <a:extLst>
                <a:ext uri="{FF2B5EF4-FFF2-40B4-BE49-F238E27FC236}">
                  <a16:creationId xmlns:a16="http://schemas.microsoft.com/office/drawing/2014/main" id="{97FA8868-A24F-4AAD-B0DC-C48FE650EFDB}"/>
                </a:ext>
              </a:extLst>
            </p:cNvPr>
            <p:cNvCxnSpPr>
              <a:cxnSpLocks/>
            </p:cNvCxnSpPr>
            <p:nvPr userDrawn="1"/>
          </p:nvCxnSpPr>
          <p:spPr>
            <a:xfrm>
              <a:off x="12397261" y="2499789"/>
              <a:ext cx="3178017" cy="0"/>
            </a:xfrm>
            <a:prstGeom prst="line">
              <a:avLst/>
            </a:prstGeom>
            <a:noFill/>
            <a:ln w="3175" cap="flat" cmpd="sng" algn="ctr">
              <a:solidFill>
                <a:schemeClr val="bg1">
                  <a:lumMod val="50000"/>
                </a:schemeClr>
              </a:solidFill>
              <a:prstDash val="solid"/>
            </a:ln>
            <a:effectLst/>
          </p:spPr>
        </p:cxnSp>
        <p:grpSp>
          <p:nvGrpSpPr>
            <p:cNvPr id="151" name="Groep 150">
              <a:extLst>
                <a:ext uri="{FF2B5EF4-FFF2-40B4-BE49-F238E27FC236}">
                  <a16:creationId xmlns:a16="http://schemas.microsoft.com/office/drawing/2014/main" id="{19DBE4BD-6A6B-473A-AF79-CBF857EE43C0}"/>
                </a:ext>
              </a:extLst>
            </p:cNvPr>
            <p:cNvGrpSpPr/>
            <p:nvPr userDrawn="1"/>
          </p:nvGrpSpPr>
          <p:grpSpPr>
            <a:xfrm>
              <a:off x="12751697" y="1147804"/>
              <a:ext cx="289372" cy="314992"/>
              <a:chOff x="7322769" y="-310267"/>
              <a:chExt cx="289372" cy="314992"/>
            </a:xfrm>
          </p:grpSpPr>
          <p:sp>
            <p:nvSpPr>
              <p:cNvPr id="152" name="Rechthoek 151">
                <a:extLst>
                  <a:ext uri="{FF2B5EF4-FFF2-40B4-BE49-F238E27FC236}">
                    <a16:creationId xmlns:a16="http://schemas.microsoft.com/office/drawing/2014/main" id="{21422EE9-9966-4204-9FBC-787109172B33}"/>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sp>
            <p:nvSpPr>
              <p:cNvPr id="153" name="Rechthoek 152">
                <a:extLst>
                  <a:ext uri="{FF2B5EF4-FFF2-40B4-BE49-F238E27FC236}">
                    <a16:creationId xmlns:a16="http://schemas.microsoft.com/office/drawing/2014/main" id="{7E93F936-57D3-480F-9F5B-1D1FD404E4F9}"/>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sp>
            <p:nvSpPr>
              <p:cNvPr id="154" name="Rechthoek 153">
                <a:extLst>
                  <a:ext uri="{FF2B5EF4-FFF2-40B4-BE49-F238E27FC236}">
                    <a16:creationId xmlns:a16="http://schemas.microsoft.com/office/drawing/2014/main" id="{20B4A955-E3DA-446D-9B63-E2A32B79D71D}"/>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grpSp>
      </p:grpSp>
    </p:spTree>
    <p:extLst>
      <p:ext uri="{BB962C8B-B14F-4D97-AF65-F5344CB8AC3E}">
        <p14:creationId xmlns:p14="http://schemas.microsoft.com/office/powerpoint/2010/main" val="2362253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KST / GRAFIEK 2X">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B23073-572C-4F04-B89A-B107AB932F47}"/>
              </a:ext>
            </a:extLst>
          </p:cNvPr>
          <p:cNvSpPr>
            <a:spLocks noGrp="1"/>
          </p:cNvSpPr>
          <p:nvPr>
            <p:ph type="title" hasCustomPrompt="1"/>
          </p:nvPr>
        </p:nvSpPr>
        <p:spPr/>
        <p:txBody>
          <a:bodyPr/>
          <a:lstStyle>
            <a:lvl1pPr>
              <a:defRPr/>
            </a:lvl1pPr>
          </a:lstStyle>
          <a:p>
            <a:r>
              <a:rPr lang="nl-NL" noProof="0"/>
              <a:t>Voeg hier een titel in</a:t>
            </a:r>
            <a:endParaRPr lang="nl-NL"/>
          </a:p>
        </p:txBody>
      </p:sp>
      <p:sp>
        <p:nvSpPr>
          <p:cNvPr id="3" name="Tijdelijke aanduiding voor verticale tekst 2">
            <a:extLst>
              <a:ext uri="{FF2B5EF4-FFF2-40B4-BE49-F238E27FC236}">
                <a16:creationId xmlns:a16="http://schemas.microsoft.com/office/drawing/2014/main" id="{7C849E55-A25C-4202-801C-0514342EA9C6}"/>
              </a:ext>
            </a:extLst>
          </p:cNvPr>
          <p:cNvSpPr>
            <a:spLocks noGrp="1"/>
          </p:cNvSpPr>
          <p:nvPr>
            <p:ph type="body" orient="vert" idx="1" hasCustomPrompt="1"/>
          </p:nvPr>
        </p:nvSpPr>
        <p:spPr>
          <a:xfrm>
            <a:off x="539999" y="1459112"/>
            <a:ext cx="5015239" cy="4119774"/>
          </a:xfrm>
        </p:spPr>
        <p:txBody>
          <a:bodyPr vert="horz"/>
          <a:lstStyle>
            <a:lvl1pPr marL="285750" indent="-285750">
              <a:buFont typeface="Wingdings" panose="05000000000000000000" pitchFamily="2" charset="2"/>
              <a:buChar char="§"/>
              <a:defRPr/>
            </a:lvl1pPr>
            <a:lvl2pPr>
              <a:defRPr/>
            </a:lvl2pPr>
            <a:lvl3pPr>
              <a:defRPr/>
            </a:lvl3pPr>
            <a:lvl4pPr>
              <a:defRPr/>
            </a:lvl4pPr>
            <a:lvl5pPr>
              <a:defRPr/>
            </a:lvl5pPr>
            <a:lvl6pPr>
              <a:defRPr/>
            </a:lvl6pPr>
            <a:lvl7pPr>
              <a:defRPr/>
            </a:lvl7pPr>
            <a:lvl8pPr>
              <a:defRPr/>
            </a:lvl8pPr>
            <a:lvl9pPr>
              <a:defRPr/>
            </a:lvl9pPr>
          </a:lstStyle>
          <a:p>
            <a:pPr lvl="0"/>
            <a:r>
              <a:rPr lang="nl-NL" noProof="0" err="1"/>
              <a:t>Bullet</a:t>
            </a:r>
            <a:endParaRPr lang="nl-NL" noProof="0"/>
          </a:p>
          <a:p>
            <a:pPr lvl="1"/>
            <a:r>
              <a:rPr lang="nl-NL" noProof="0"/>
              <a:t>Sub-</a:t>
            </a:r>
            <a:r>
              <a:rPr lang="nl-NL" noProof="0" err="1"/>
              <a:t>bullet</a:t>
            </a:r>
            <a:r>
              <a:rPr lang="nl-NL" noProof="0"/>
              <a:t> #1</a:t>
            </a:r>
          </a:p>
          <a:p>
            <a:pPr lvl="2"/>
            <a:r>
              <a:rPr lang="nl-NL" noProof="0"/>
              <a:t>Sub-</a:t>
            </a:r>
            <a:r>
              <a:rPr lang="nl-NL" noProof="0" err="1"/>
              <a:t>bullet</a:t>
            </a:r>
            <a:r>
              <a:rPr lang="nl-NL" noProof="0"/>
              <a:t> #2</a:t>
            </a:r>
          </a:p>
          <a:p>
            <a:pPr lvl="3"/>
            <a:r>
              <a:rPr lang="nl-NL" noProof="0"/>
              <a:t>Leestekst</a:t>
            </a:r>
          </a:p>
          <a:p>
            <a:pPr lvl="4"/>
            <a:r>
              <a:rPr lang="nl-NL" noProof="0"/>
              <a:t>Tussenkop</a:t>
            </a:r>
          </a:p>
          <a:p>
            <a:pPr lvl="5"/>
            <a:r>
              <a:rPr lang="nl-NL" noProof="0"/>
              <a:t>Numerieke </a:t>
            </a:r>
            <a:r>
              <a:rPr lang="nl-NL" noProof="0" err="1"/>
              <a:t>bullet</a:t>
            </a:r>
            <a:endParaRPr lang="nl-NL" noProof="0"/>
          </a:p>
          <a:p>
            <a:pPr lvl="6"/>
            <a:r>
              <a:rPr lang="nl-NL" noProof="0"/>
              <a:t>Alfabetische </a:t>
            </a:r>
            <a:r>
              <a:rPr lang="nl-NL" noProof="0" err="1"/>
              <a:t>bullet</a:t>
            </a:r>
            <a:endParaRPr lang="nl-NL" noProof="0"/>
          </a:p>
          <a:p>
            <a:pPr lvl="7"/>
            <a:r>
              <a:rPr lang="nl-NL" noProof="0"/>
              <a:t>Fotobeschrijving</a:t>
            </a:r>
          </a:p>
          <a:p>
            <a:pPr lvl="8"/>
            <a:r>
              <a:rPr lang="nl-NL" noProof="0"/>
              <a:t>Quote tekst</a:t>
            </a:r>
          </a:p>
          <a:p>
            <a:pPr lvl="4"/>
            <a:endParaRPr lang="nl-NL"/>
          </a:p>
        </p:txBody>
      </p:sp>
      <p:sp>
        <p:nvSpPr>
          <p:cNvPr id="4" name="Tijdelijke aanduiding voor datum 3">
            <a:extLst>
              <a:ext uri="{FF2B5EF4-FFF2-40B4-BE49-F238E27FC236}">
                <a16:creationId xmlns:a16="http://schemas.microsoft.com/office/drawing/2014/main" id="{DABA8B2F-5EFD-4A05-8481-248C853EA1DE}"/>
              </a:ext>
            </a:extLst>
          </p:cNvPr>
          <p:cNvSpPr>
            <a:spLocks noGrp="1"/>
          </p:cNvSpPr>
          <p:nvPr>
            <p:ph type="dt" sz="half" idx="10"/>
          </p:nvPr>
        </p:nvSpPr>
        <p:spPr/>
        <p:txBody>
          <a:bodyPr/>
          <a:lstStyle/>
          <a:p>
            <a:fld id="{964623F8-F9EC-4D88-B9F4-4C132AF8E0C9}" type="datetime4">
              <a:rPr lang="nl-NL" smtClean="0"/>
              <a:t>24 oktober 2024</a:t>
            </a:fld>
            <a:endParaRPr lang="nl-NL"/>
          </a:p>
        </p:txBody>
      </p:sp>
      <p:sp>
        <p:nvSpPr>
          <p:cNvPr id="6" name="Tijdelijke aanduiding voor dianummer 5">
            <a:extLst>
              <a:ext uri="{FF2B5EF4-FFF2-40B4-BE49-F238E27FC236}">
                <a16:creationId xmlns:a16="http://schemas.microsoft.com/office/drawing/2014/main" id="{A7656491-ADD5-4A7E-BAFA-5FCFF07D6EB0}"/>
              </a:ext>
            </a:extLst>
          </p:cNvPr>
          <p:cNvSpPr>
            <a:spLocks noGrp="1"/>
          </p:cNvSpPr>
          <p:nvPr>
            <p:ph type="sldNum" sz="quarter" idx="12"/>
          </p:nvPr>
        </p:nvSpPr>
        <p:spPr/>
        <p:txBody>
          <a:bodyPr/>
          <a:lstStyle/>
          <a:p>
            <a:fld id="{8D374ABD-355D-4B52-8A38-020B3DD5CC75}" type="slidenum">
              <a:rPr lang="nl-NL" smtClean="0"/>
              <a:t>‹#›</a:t>
            </a:fld>
            <a:endParaRPr lang="nl-NL"/>
          </a:p>
        </p:txBody>
      </p:sp>
      <p:sp>
        <p:nvSpPr>
          <p:cNvPr id="7" name="Tijdelijke aanduiding voor tekst 32">
            <a:extLst>
              <a:ext uri="{FF2B5EF4-FFF2-40B4-BE49-F238E27FC236}">
                <a16:creationId xmlns:a16="http://schemas.microsoft.com/office/drawing/2014/main" id="{7175F566-3665-4B0F-B70C-72779DF2FDD6}"/>
              </a:ext>
            </a:extLst>
          </p:cNvPr>
          <p:cNvSpPr>
            <a:spLocks noGrp="1"/>
          </p:cNvSpPr>
          <p:nvPr>
            <p:ph type="body" sz="quarter" idx="13" hasCustomPrompt="1"/>
          </p:nvPr>
        </p:nvSpPr>
        <p:spPr>
          <a:xfrm>
            <a:off x="539998" y="839972"/>
            <a:ext cx="11112000" cy="259612"/>
          </a:xfrm>
        </p:spPr>
        <p:txBody>
          <a:bodyPr anchor="ctr"/>
          <a:lstStyle>
            <a:lvl1pPr marL="0" indent="0">
              <a:buNone/>
              <a:defRPr sz="2000" b="0">
                <a:solidFill>
                  <a:schemeClr val="accent1"/>
                </a:solidFill>
              </a:defRPr>
            </a:lvl1pPr>
          </a:lstStyle>
          <a:p>
            <a:pPr lvl="0"/>
            <a:r>
              <a:rPr lang="nl-NL" noProof="0"/>
              <a:t>Voeg hier een subtitel in</a:t>
            </a:r>
          </a:p>
        </p:txBody>
      </p:sp>
      <p:sp>
        <p:nvSpPr>
          <p:cNvPr id="17" name="Tijdelijke aanduiding voor tekst 34">
            <a:extLst>
              <a:ext uri="{FF2B5EF4-FFF2-40B4-BE49-F238E27FC236}">
                <a16:creationId xmlns:a16="http://schemas.microsoft.com/office/drawing/2014/main" id="{9955CEC2-0160-42D3-9E2E-941A4A11119D}"/>
              </a:ext>
            </a:extLst>
          </p:cNvPr>
          <p:cNvSpPr>
            <a:spLocks noGrp="1"/>
          </p:cNvSpPr>
          <p:nvPr>
            <p:ph type="body" sz="quarter" idx="14" hasCustomPrompt="1"/>
          </p:nvPr>
        </p:nvSpPr>
        <p:spPr>
          <a:xfrm>
            <a:off x="539749" y="5758889"/>
            <a:ext cx="11112249" cy="147981"/>
          </a:xfrm>
        </p:spPr>
        <p:txBody>
          <a:bodyPr anchor="b"/>
          <a:lstStyle>
            <a:lvl1pPr marL="0" indent="0">
              <a:buNone/>
              <a:defRPr sz="1000" i="1"/>
            </a:lvl1pPr>
          </a:lstStyle>
          <a:p>
            <a:pPr lvl="0"/>
            <a:r>
              <a:rPr lang="nl-NL" noProof="0"/>
              <a:t>Bron…</a:t>
            </a:r>
          </a:p>
        </p:txBody>
      </p:sp>
      <p:sp>
        <p:nvSpPr>
          <p:cNvPr id="18" name="Rechthoek: afgeronde hoeken 17">
            <a:extLst>
              <a:ext uri="{FF2B5EF4-FFF2-40B4-BE49-F238E27FC236}">
                <a16:creationId xmlns:a16="http://schemas.microsoft.com/office/drawing/2014/main" id="{765A9402-96DA-4D08-A873-873C05E81C86}"/>
              </a:ext>
            </a:extLst>
          </p:cNvPr>
          <p:cNvSpPr/>
          <p:nvPr userDrawn="1"/>
        </p:nvSpPr>
        <p:spPr>
          <a:xfrm>
            <a:off x="3048000" y="-491319"/>
            <a:ext cx="6096000" cy="30025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lvl="0" algn="ctr"/>
            <a:r>
              <a:rPr lang="nl-NL" sz="2800" b="0" cap="all" baseline="0" noProof="0">
                <a:solidFill>
                  <a:schemeClr val="accent1"/>
                </a:solidFill>
                <a:latin typeface="+mn-lt"/>
              </a:rPr>
              <a:t>TEKST / GRAFIEK 2X</a:t>
            </a:r>
          </a:p>
        </p:txBody>
      </p:sp>
      <p:sp>
        <p:nvSpPr>
          <p:cNvPr id="21" name="Tijdelijke aanduiding voor grafiek 17">
            <a:extLst>
              <a:ext uri="{FF2B5EF4-FFF2-40B4-BE49-F238E27FC236}">
                <a16:creationId xmlns:a16="http://schemas.microsoft.com/office/drawing/2014/main" id="{92172253-6D4B-4AC5-AA1C-319C8E5A71AE}"/>
              </a:ext>
            </a:extLst>
          </p:cNvPr>
          <p:cNvSpPr>
            <a:spLocks noGrp="1"/>
          </p:cNvSpPr>
          <p:nvPr>
            <p:ph type="chart" sz="quarter" idx="15" hasCustomPrompt="1"/>
          </p:nvPr>
        </p:nvSpPr>
        <p:spPr>
          <a:xfrm>
            <a:off x="6636507" y="1459111"/>
            <a:ext cx="5015239" cy="1878840"/>
          </a:xfrm>
          <a:solidFill>
            <a:schemeClr val="bg1">
              <a:lumMod val="95000"/>
            </a:schemeClr>
          </a:solidFill>
        </p:spPr>
        <p:txBody>
          <a:bodyPr tIns="504000"/>
          <a:lstStyle>
            <a:lvl1pPr marL="0" indent="0" algn="ctr">
              <a:buNone/>
              <a:defRPr sz="1200" i="1">
                <a:solidFill>
                  <a:schemeClr val="bg1">
                    <a:lumMod val="50000"/>
                  </a:schemeClr>
                </a:solidFill>
              </a:defRPr>
            </a:lvl1pPr>
          </a:lstStyle>
          <a:p>
            <a:r>
              <a:rPr lang="nl-NL" noProof="0"/>
              <a:t>Klik op onderstaand pictogram om een grafiek in te voegen</a:t>
            </a:r>
          </a:p>
        </p:txBody>
      </p:sp>
      <p:cxnSp>
        <p:nvCxnSpPr>
          <p:cNvPr id="23" name="Rechte verbindingslijn 22">
            <a:extLst>
              <a:ext uri="{FF2B5EF4-FFF2-40B4-BE49-F238E27FC236}">
                <a16:creationId xmlns:a16="http://schemas.microsoft.com/office/drawing/2014/main" id="{F758FBF6-EBB0-4F05-96EB-8AEB1E4BB59E}"/>
              </a:ext>
            </a:extLst>
          </p:cNvPr>
          <p:cNvCxnSpPr>
            <a:cxnSpLocks/>
          </p:cNvCxnSpPr>
          <p:nvPr userDrawn="1"/>
        </p:nvCxnSpPr>
        <p:spPr>
          <a:xfrm>
            <a:off x="6096000" y="1446663"/>
            <a:ext cx="0" cy="4121624"/>
          </a:xfrm>
          <a:prstGeom prst="line">
            <a:avLst/>
          </a:prstGeom>
          <a:ln w="19050" cap="rnd">
            <a:solidFill>
              <a:schemeClr val="accent1"/>
            </a:solidFill>
            <a:prstDash val="solid"/>
            <a:round/>
          </a:ln>
        </p:spPr>
        <p:style>
          <a:lnRef idx="1">
            <a:schemeClr val="accent1"/>
          </a:lnRef>
          <a:fillRef idx="0">
            <a:schemeClr val="accent1"/>
          </a:fillRef>
          <a:effectRef idx="0">
            <a:schemeClr val="accent1"/>
          </a:effectRef>
          <a:fontRef idx="minor">
            <a:schemeClr val="tx1"/>
          </a:fontRef>
        </p:style>
      </p:cxnSp>
      <p:sp>
        <p:nvSpPr>
          <p:cNvPr id="24" name="Tijdelijke aanduiding voor tekst 43">
            <a:extLst>
              <a:ext uri="{FF2B5EF4-FFF2-40B4-BE49-F238E27FC236}">
                <a16:creationId xmlns:a16="http://schemas.microsoft.com/office/drawing/2014/main" id="{E054E093-0CA2-4AA3-9379-A9449CBE767D}"/>
              </a:ext>
            </a:extLst>
          </p:cNvPr>
          <p:cNvSpPr>
            <a:spLocks noGrp="1"/>
          </p:cNvSpPr>
          <p:nvPr>
            <p:ph type="body" sz="quarter" idx="16" hasCustomPrompt="1"/>
          </p:nvPr>
        </p:nvSpPr>
        <p:spPr>
          <a:xfrm>
            <a:off x="540000" y="0"/>
            <a:ext cx="1080000" cy="72000"/>
          </a:xfrm>
          <a:solidFill>
            <a:schemeClr val="accent1"/>
          </a:solidFill>
        </p:spPr>
        <p:txBody>
          <a:bodyPr/>
          <a:lstStyle>
            <a:lvl1pPr marL="0" indent="0">
              <a:buNone/>
              <a:defRPr sz="100">
                <a:solidFill>
                  <a:schemeClr val="bg2"/>
                </a:solidFill>
              </a:defRPr>
            </a:lvl1pPr>
            <a:lvl5pPr>
              <a:defRPr/>
            </a:lvl5pPr>
          </a:lstStyle>
          <a:p>
            <a:pPr lvl="0"/>
            <a:r>
              <a:rPr lang="en-GB"/>
              <a:t> </a:t>
            </a:r>
          </a:p>
        </p:txBody>
      </p:sp>
      <p:grpSp>
        <p:nvGrpSpPr>
          <p:cNvPr id="13" name="GRID" hidden="1">
            <a:extLst>
              <a:ext uri="{FF2B5EF4-FFF2-40B4-BE49-F238E27FC236}">
                <a16:creationId xmlns:a16="http://schemas.microsoft.com/office/drawing/2014/main" id="{2E339E7B-E5F0-4BB0-A7A8-08523662B92C}"/>
              </a:ext>
            </a:extLst>
          </p:cNvPr>
          <p:cNvGrpSpPr/>
          <p:nvPr userDrawn="1"/>
        </p:nvGrpSpPr>
        <p:grpSpPr>
          <a:xfrm>
            <a:off x="0" y="0"/>
            <a:ext cx="12192000" cy="6858000"/>
            <a:chOff x="0" y="0"/>
            <a:chExt cx="12192000" cy="6858000"/>
          </a:xfrm>
          <a:solidFill>
            <a:schemeClr val="tx1">
              <a:alpha val="30000"/>
            </a:schemeClr>
          </a:solidFill>
        </p:grpSpPr>
        <p:sp>
          <p:nvSpPr>
            <p:cNvPr id="14" name="Rechthoek 13">
              <a:extLst>
                <a:ext uri="{FF2B5EF4-FFF2-40B4-BE49-F238E27FC236}">
                  <a16:creationId xmlns:a16="http://schemas.microsoft.com/office/drawing/2014/main" id="{04FEBC71-862F-4C04-AFB8-6DB58D37BD7A}"/>
                </a:ext>
              </a:extLst>
            </p:cNvPr>
            <p:cNvSpPr/>
            <p:nvPr userDrawn="1"/>
          </p:nvSpPr>
          <p:spPr>
            <a:xfrm>
              <a:off x="0" y="0"/>
              <a:ext cx="12192000" cy="5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5" name="Rechthoek 14">
              <a:extLst>
                <a:ext uri="{FF2B5EF4-FFF2-40B4-BE49-F238E27FC236}">
                  <a16:creationId xmlns:a16="http://schemas.microsoft.com/office/drawing/2014/main" id="{0333C89B-97F8-441B-8124-3FCC1D1260BC}"/>
                </a:ext>
              </a:extLst>
            </p:cNvPr>
            <p:cNvSpPr/>
            <p:nvPr userDrawn="1"/>
          </p:nvSpPr>
          <p:spPr>
            <a:xfrm>
              <a:off x="0"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6" name="Rechthoek 15">
              <a:extLst>
                <a:ext uri="{FF2B5EF4-FFF2-40B4-BE49-F238E27FC236}">
                  <a16:creationId xmlns:a16="http://schemas.microsoft.com/office/drawing/2014/main" id="{59F01AF4-B6CB-4934-BDD9-96E56D3A7D49}"/>
                </a:ext>
              </a:extLst>
            </p:cNvPr>
            <p:cNvSpPr/>
            <p:nvPr userDrawn="1"/>
          </p:nvSpPr>
          <p:spPr>
            <a:xfrm>
              <a:off x="11652000"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9" name="Rechthoek 18">
              <a:extLst>
                <a:ext uri="{FF2B5EF4-FFF2-40B4-BE49-F238E27FC236}">
                  <a16:creationId xmlns:a16="http://schemas.microsoft.com/office/drawing/2014/main" id="{B6B9EB7F-0454-4FE8-8F4A-0FDE18AF83EB}"/>
                </a:ext>
              </a:extLst>
            </p:cNvPr>
            <p:cNvSpPr/>
            <p:nvPr userDrawn="1"/>
          </p:nvSpPr>
          <p:spPr>
            <a:xfrm>
              <a:off x="0" y="1099111"/>
              <a:ext cx="12192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0" name="Rechthoek 19">
              <a:extLst>
                <a:ext uri="{FF2B5EF4-FFF2-40B4-BE49-F238E27FC236}">
                  <a16:creationId xmlns:a16="http://schemas.microsoft.com/office/drawing/2014/main" id="{A0471D66-391B-4CA0-9CE3-3508EB3D7096}"/>
                </a:ext>
              </a:extLst>
            </p:cNvPr>
            <p:cNvSpPr/>
            <p:nvPr userDrawn="1"/>
          </p:nvSpPr>
          <p:spPr>
            <a:xfrm>
              <a:off x="0" y="6678000"/>
              <a:ext cx="12192000" cy="18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2" name="Rechthoek 21">
              <a:extLst>
                <a:ext uri="{FF2B5EF4-FFF2-40B4-BE49-F238E27FC236}">
                  <a16:creationId xmlns:a16="http://schemas.microsoft.com/office/drawing/2014/main" id="{F607FFD1-EE10-4EE4-974D-D68FF051167C}"/>
                </a:ext>
              </a:extLst>
            </p:cNvPr>
            <p:cNvSpPr/>
            <p:nvPr userDrawn="1"/>
          </p:nvSpPr>
          <p:spPr>
            <a:xfrm>
              <a:off x="0" y="5906871"/>
              <a:ext cx="12192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5" name="Rechthoek 24">
              <a:extLst>
                <a:ext uri="{FF2B5EF4-FFF2-40B4-BE49-F238E27FC236}">
                  <a16:creationId xmlns:a16="http://schemas.microsoft.com/office/drawing/2014/main" id="{267B1A24-E5B5-44EF-BB26-289EC0FC99CF}"/>
                </a:ext>
              </a:extLst>
            </p:cNvPr>
            <p:cNvSpPr/>
            <p:nvPr userDrawn="1"/>
          </p:nvSpPr>
          <p:spPr>
            <a:xfrm>
              <a:off x="0" y="6295673"/>
              <a:ext cx="12192000" cy="18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6" name="Rechthoek 25">
              <a:extLst>
                <a:ext uri="{FF2B5EF4-FFF2-40B4-BE49-F238E27FC236}">
                  <a16:creationId xmlns:a16="http://schemas.microsoft.com/office/drawing/2014/main" id="{05615BB2-213B-4BE9-9A19-7700EE534E20}"/>
                </a:ext>
              </a:extLst>
            </p:cNvPr>
            <p:cNvSpPr/>
            <p:nvPr userDrawn="1"/>
          </p:nvSpPr>
          <p:spPr>
            <a:xfrm>
              <a:off x="0" y="5578887"/>
              <a:ext cx="12192000" cy="18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7" name="Rechthoek 26">
              <a:extLst>
                <a:ext uri="{FF2B5EF4-FFF2-40B4-BE49-F238E27FC236}">
                  <a16:creationId xmlns:a16="http://schemas.microsoft.com/office/drawing/2014/main" id="{7B4D9E53-D3BA-46E2-B48B-1C4CE63D58E8}"/>
                </a:ext>
              </a:extLst>
            </p:cNvPr>
            <p:cNvSpPr/>
            <p:nvPr userDrawn="1"/>
          </p:nvSpPr>
          <p:spPr>
            <a:xfrm>
              <a:off x="12024980" y="0"/>
              <a:ext cx="16702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8" name="Rechthoek 27">
              <a:extLst>
                <a:ext uri="{FF2B5EF4-FFF2-40B4-BE49-F238E27FC236}">
                  <a16:creationId xmlns:a16="http://schemas.microsoft.com/office/drawing/2014/main" id="{ACE0CB45-9785-4BE8-B63D-A19B8F833E83}"/>
                </a:ext>
              </a:extLst>
            </p:cNvPr>
            <p:cNvSpPr/>
            <p:nvPr userDrawn="1"/>
          </p:nvSpPr>
          <p:spPr>
            <a:xfrm>
              <a:off x="0" y="0"/>
              <a:ext cx="16702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9" name="Rechthoek 28">
              <a:extLst>
                <a:ext uri="{FF2B5EF4-FFF2-40B4-BE49-F238E27FC236}">
                  <a16:creationId xmlns:a16="http://schemas.microsoft.com/office/drawing/2014/main" id="{95CDFAA9-BDB5-4D8F-938D-9F60774CE5B7}"/>
                </a:ext>
              </a:extLst>
            </p:cNvPr>
            <p:cNvSpPr/>
            <p:nvPr userDrawn="1"/>
          </p:nvSpPr>
          <p:spPr>
            <a:xfrm>
              <a:off x="6095744"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30" name="Rechthoek 29">
              <a:extLst>
                <a:ext uri="{FF2B5EF4-FFF2-40B4-BE49-F238E27FC236}">
                  <a16:creationId xmlns:a16="http://schemas.microsoft.com/office/drawing/2014/main" id="{D7E82FEE-89D5-4142-8839-67BDEF20414F}"/>
                </a:ext>
              </a:extLst>
            </p:cNvPr>
            <p:cNvSpPr/>
            <p:nvPr userDrawn="1"/>
          </p:nvSpPr>
          <p:spPr>
            <a:xfrm>
              <a:off x="5555744"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31" name="Rechthoek 30">
              <a:extLst>
                <a:ext uri="{FF2B5EF4-FFF2-40B4-BE49-F238E27FC236}">
                  <a16:creationId xmlns:a16="http://schemas.microsoft.com/office/drawing/2014/main" id="{E2FF30C8-090C-4BBB-B89D-01F3F22EDF02}"/>
                </a:ext>
              </a:extLst>
            </p:cNvPr>
            <p:cNvSpPr/>
            <p:nvPr userDrawn="1"/>
          </p:nvSpPr>
          <p:spPr>
            <a:xfrm>
              <a:off x="5555238" y="3338999"/>
              <a:ext cx="6636762"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sp>
        <p:nvSpPr>
          <p:cNvPr id="32" name="Tijdelijke aanduiding voor grafiek 17">
            <a:extLst>
              <a:ext uri="{FF2B5EF4-FFF2-40B4-BE49-F238E27FC236}">
                <a16:creationId xmlns:a16="http://schemas.microsoft.com/office/drawing/2014/main" id="{0E9B9AC0-03CF-4DAA-9E37-B0A637E3422E}"/>
              </a:ext>
            </a:extLst>
          </p:cNvPr>
          <p:cNvSpPr>
            <a:spLocks noGrp="1"/>
          </p:cNvSpPr>
          <p:nvPr>
            <p:ph type="chart" sz="quarter" idx="17" hasCustomPrompt="1"/>
          </p:nvPr>
        </p:nvSpPr>
        <p:spPr>
          <a:xfrm>
            <a:off x="6636507" y="3698999"/>
            <a:ext cx="5015239" cy="1878840"/>
          </a:xfrm>
          <a:solidFill>
            <a:schemeClr val="bg1">
              <a:lumMod val="95000"/>
            </a:schemeClr>
          </a:solidFill>
        </p:spPr>
        <p:txBody>
          <a:bodyPr tIns="504000"/>
          <a:lstStyle>
            <a:lvl1pPr marL="0" indent="0" algn="ctr">
              <a:buNone/>
              <a:defRPr sz="1200" i="1">
                <a:solidFill>
                  <a:schemeClr val="bg1">
                    <a:lumMod val="50000"/>
                  </a:schemeClr>
                </a:solidFill>
              </a:defRPr>
            </a:lvl1pPr>
          </a:lstStyle>
          <a:p>
            <a:r>
              <a:rPr lang="nl-NL" noProof="0"/>
              <a:t>Klik op onderstaand pictogram om een grafiek in te voegen</a:t>
            </a:r>
          </a:p>
        </p:txBody>
      </p:sp>
      <p:grpSp>
        <p:nvGrpSpPr>
          <p:cNvPr id="413" name="Instructie">
            <a:extLst>
              <a:ext uri="{FF2B5EF4-FFF2-40B4-BE49-F238E27FC236}">
                <a16:creationId xmlns:a16="http://schemas.microsoft.com/office/drawing/2014/main" id="{9B4D08FE-3B9F-4C54-96C9-209DD32C9829}"/>
              </a:ext>
            </a:extLst>
          </p:cNvPr>
          <p:cNvGrpSpPr/>
          <p:nvPr userDrawn="1"/>
        </p:nvGrpSpPr>
        <p:grpSpPr>
          <a:xfrm>
            <a:off x="12389714" y="5221435"/>
            <a:ext cx="3183677" cy="1636565"/>
            <a:chOff x="12389714" y="4327164"/>
            <a:chExt cx="3183677" cy="1636565"/>
          </a:xfrm>
        </p:grpSpPr>
        <p:cxnSp>
          <p:nvCxnSpPr>
            <p:cNvPr id="414" name="Rechte verbindingslijn 413">
              <a:extLst>
                <a:ext uri="{FF2B5EF4-FFF2-40B4-BE49-F238E27FC236}">
                  <a16:creationId xmlns:a16="http://schemas.microsoft.com/office/drawing/2014/main" id="{4B921F6F-0358-4DCA-91E0-E7FC99BE1911}"/>
                </a:ext>
              </a:extLst>
            </p:cNvPr>
            <p:cNvCxnSpPr>
              <a:cxnSpLocks/>
            </p:cNvCxnSpPr>
            <p:nvPr userDrawn="1"/>
          </p:nvCxnSpPr>
          <p:spPr>
            <a:xfrm>
              <a:off x="12395374" y="5963729"/>
              <a:ext cx="3178017" cy="0"/>
            </a:xfrm>
            <a:prstGeom prst="line">
              <a:avLst/>
            </a:prstGeom>
            <a:noFill/>
            <a:ln w="3175" cap="flat" cmpd="sng" algn="ctr">
              <a:solidFill>
                <a:schemeClr val="bg1">
                  <a:lumMod val="50000"/>
                </a:schemeClr>
              </a:solidFill>
              <a:prstDash val="solid"/>
            </a:ln>
            <a:effectLst/>
          </p:spPr>
        </p:cxnSp>
        <p:sp>
          <p:nvSpPr>
            <p:cNvPr id="415" name="Rechthoek 414">
              <a:extLst>
                <a:ext uri="{FF2B5EF4-FFF2-40B4-BE49-F238E27FC236}">
                  <a16:creationId xmlns:a16="http://schemas.microsoft.com/office/drawing/2014/main" id="{C366EED5-E9A5-4836-9C27-2BB486471B58}"/>
                </a:ext>
              </a:extLst>
            </p:cNvPr>
            <p:cNvSpPr/>
            <p:nvPr userDrawn="1"/>
          </p:nvSpPr>
          <p:spPr>
            <a:xfrm>
              <a:off x="12395375" y="4327164"/>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bg1">
                      <a:lumMod val="50000"/>
                    </a:schemeClr>
                  </a:solidFill>
                  <a:effectLst/>
                  <a:uLnTx/>
                  <a:uFillTx/>
                  <a:latin typeface="+mj-lt"/>
                  <a:cs typeface="Segoe UI Light" panose="020B0502040204020203" pitchFamily="34" charset="0"/>
                </a:rPr>
                <a:t>Data van de Grafiek Bewerken</a:t>
              </a:r>
            </a:p>
          </p:txBody>
        </p:sp>
        <p:sp>
          <p:nvSpPr>
            <p:cNvPr id="416" name="Ovaal 415">
              <a:extLst>
                <a:ext uri="{FF2B5EF4-FFF2-40B4-BE49-F238E27FC236}">
                  <a16:creationId xmlns:a16="http://schemas.microsoft.com/office/drawing/2014/main" id="{2972B8C8-846C-4BF6-835F-A3CD25E8D086}"/>
                </a:ext>
              </a:extLst>
            </p:cNvPr>
            <p:cNvSpPr/>
            <p:nvPr userDrawn="1"/>
          </p:nvSpPr>
          <p:spPr>
            <a:xfrm>
              <a:off x="12389714" y="4706254"/>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417" name="Rechte verbindingslijn 416">
              <a:extLst>
                <a:ext uri="{FF2B5EF4-FFF2-40B4-BE49-F238E27FC236}">
                  <a16:creationId xmlns:a16="http://schemas.microsoft.com/office/drawing/2014/main" id="{774CA5D0-74DF-4019-8720-B6E41473200B}"/>
                </a:ext>
              </a:extLst>
            </p:cNvPr>
            <p:cNvCxnSpPr>
              <a:cxnSpLocks/>
            </p:cNvCxnSpPr>
            <p:nvPr userDrawn="1"/>
          </p:nvCxnSpPr>
          <p:spPr>
            <a:xfrm>
              <a:off x="12395374" y="4584932"/>
              <a:ext cx="3178017" cy="0"/>
            </a:xfrm>
            <a:prstGeom prst="line">
              <a:avLst/>
            </a:prstGeom>
            <a:noFill/>
            <a:ln w="3175" cap="flat" cmpd="sng" algn="ctr">
              <a:solidFill>
                <a:schemeClr val="bg1">
                  <a:lumMod val="50000"/>
                </a:schemeClr>
              </a:solidFill>
              <a:prstDash val="solid"/>
            </a:ln>
            <a:effectLst/>
          </p:spPr>
        </p:cxnSp>
        <p:sp>
          <p:nvSpPr>
            <p:cNvPr id="418" name="Rechthoek 417">
              <a:extLst>
                <a:ext uri="{FF2B5EF4-FFF2-40B4-BE49-F238E27FC236}">
                  <a16:creationId xmlns:a16="http://schemas.microsoft.com/office/drawing/2014/main" id="{735A1CF7-89A2-476A-BC09-163E08C0262C}"/>
                </a:ext>
              </a:extLst>
            </p:cNvPr>
            <p:cNvSpPr/>
            <p:nvPr userDrawn="1"/>
          </p:nvSpPr>
          <p:spPr>
            <a:xfrm>
              <a:off x="12755395" y="4772316"/>
              <a:ext cx="2817995" cy="314439"/>
            </a:xfrm>
            <a:prstGeom prst="rect">
              <a:avLst/>
            </a:prstGeom>
            <a:noFill/>
            <a:ln w="25400" cap="flat" cmpd="sng" algn="ctr">
              <a:noFill/>
              <a:prstDash val="solid"/>
            </a:ln>
            <a:effectLst/>
          </p:spPr>
          <p:txBody>
            <a:bodyPr lIns="0" tIns="0" rIns="0" bIns="0" rtlCol="0" anchor="t"/>
            <a:lstStyle/>
            <a:p>
              <a:pPr lvl="0" fontAlgn="auto">
                <a:spcBef>
                  <a:spcPts val="0"/>
                </a:spcBef>
                <a:spcAft>
                  <a:spcPts val="0"/>
                </a:spcAft>
                <a:defRPr/>
              </a:pPr>
              <a:r>
                <a:rPr lang="nl-NL" sz="1100" kern="0" noProof="0">
                  <a:solidFill>
                    <a:schemeClr val="tx1"/>
                  </a:solidFill>
                  <a:latin typeface="+mn-lt"/>
                  <a:cs typeface="Segoe UI Light" panose="020B0502040204020203" pitchFamily="34" charset="0"/>
                </a:rPr>
                <a:t>Selecteer de grafiek, klik met de rechter muisknop en kies </a:t>
              </a:r>
              <a:r>
                <a:rPr lang="nl-NL" sz="1100" b="1" kern="0" noProof="0">
                  <a:solidFill>
                    <a:schemeClr val="tx1"/>
                  </a:solidFill>
                  <a:latin typeface="+mn-lt"/>
                  <a:cs typeface="Segoe UI Light" panose="020B0502040204020203" pitchFamily="34" charset="0"/>
                </a:rPr>
                <a:t>‘Gegevens bewerken’</a:t>
              </a:r>
            </a:p>
          </p:txBody>
        </p:sp>
        <p:grpSp>
          <p:nvGrpSpPr>
            <p:cNvPr id="419" name="Groep 418">
              <a:extLst>
                <a:ext uri="{FF2B5EF4-FFF2-40B4-BE49-F238E27FC236}">
                  <a16:creationId xmlns:a16="http://schemas.microsoft.com/office/drawing/2014/main" id="{B56ECA9B-E982-4D44-AC96-7C265F850E3A}"/>
                </a:ext>
              </a:extLst>
            </p:cNvPr>
            <p:cNvGrpSpPr/>
            <p:nvPr userDrawn="1"/>
          </p:nvGrpSpPr>
          <p:grpSpPr>
            <a:xfrm>
              <a:off x="12755394" y="5222855"/>
              <a:ext cx="1714530" cy="639425"/>
              <a:chOff x="12757283" y="4365594"/>
              <a:chExt cx="1714530" cy="639425"/>
            </a:xfrm>
          </p:grpSpPr>
          <p:sp>
            <p:nvSpPr>
              <p:cNvPr id="420" name="Rechthoek 419">
                <a:extLst>
                  <a:ext uri="{FF2B5EF4-FFF2-40B4-BE49-F238E27FC236}">
                    <a16:creationId xmlns:a16="http://schemas.microsoft.com/office/drawing/2014/main" id="{CB809EF6-9787-44BE-ADD0-AAC346E18A69}"/>
                  </a:ext>
                </a:extLst>
              </p:cNvPr>
              <p:cNvSpPr/>
              <p:nvPr userDrawn="1"/>
            </p:nvSpPr>
            <p:spPr>
              <a:xfrm>
                <a:off x="12757283" y="4365594"/>
                <a:ext cx="1626818"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421" name="Rechthoek 420">
                <a:extLst>
                  <a:ext uri="{FF2B5EF4-FFF2-40B4-BE49-F238E27FC236}">
                    <a16:creationId xmlns:a16="http://schemas.microsoft.com/office/drawing/2014/main" id="{B6393077-16EB-4782-9C77-3EE691B8044C}"/>
                  </a:ext>
                </a:extLst>
              </p:cNvPr>
              <p:cNvSpPr/>
              <p:nvPr userDrawn="1"/>
            </p:nvSpPr>
            <p:spPr>
              <a:xfrm>
                <a:off x="12768263" y="4676983"/>
                <a:ext cx="1609231" cy="261256"/>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422" name="Tekstvak 421">
                <a:extLst>
                  <a:ext uri="{FF2B5EF4-FFF2-40B4-BE49-F238E27FC236}">
                    <a16:creationId xmlns:a16="http://schemas.microsoft.com/office/drawing/2014/main" id="{9A999F29-BC59-441E-984E-221C496DF413}"/>
                  </a:ext>
                </a:extLst>
              </p:cNvPr>
              <p:cNvSpPr txBox="1"/>
              <p:nvPr userDrawn="1"/>
            </p:nvSpPr>
            <p:spPr>
              <a:xfrm>
                <a:off x="12997648" y="4404704"/>
                <a:ext cx="1248154" cy="216982"/>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Arial" panose="020B0604020202020204" pitchFamily="34" charset="0"/>
                    <a:ea typeface="+mn-ea"/>
                    <a:cs typeface="Arial" panose="020B0604020202020204" pitchFamily="34" charset="0"/>
                  </a:rPr>
                  <a:t>Grafiektype wijzigen</a:t>
                </a:r>
              </a:p>
            </p:txBody>
          </p:sp>
          <p:sp>
            <p:nvSpPr>
              <p:cNvPr id="423" name="Tekstvak 422">
                <a:extLst>
                  <a:ext uri="{FF2B5EF4-FFF2-40B4-BE49-F238E27FC236}">
                    <a16:creationId xmlns:a16="http://schemas.microsoft.com/office/drawing/2014/main" id="{EA26D55F-4BB1-40D6-AB23-FC9F53287C3F}"/>
                  </a:ext>
                </a:extLst>
              </p:cNvPr>
              <p:cNvSpPr txBox="1"/>
              <p:nvPr userDrawn="1"/>
            </p:nvSpPr>
            <p:spPr>
              <a:xfrm>
                <a:off x="12984219" y="4725830"/>
                <a:ext cx="1274711" cy="216982"/>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Arial" panose="020B0604020202020204" pitchFamily="34" charset="0"/>
                    <a:ea typeface="+mn-ea"/>
                    <a:cs typeface="Arial" panose="020B0604020202020204" pitchFamily="34" charset="0"/>
                  </a:rPr>
                  <a:t>Gegevens bewerken</a:t>
                </a:r>
              </a:p>
            </p:txBody>
          </p:sp>
          <p:pic>
            <p:nvPicPr>
              <p:cNvPr id="424" name="Picture 3">
                <a:extLst>
                  <a:ext uri="{FF2B5EF4-FFF2-40B4-BE49-F238E27FC236}">
                    <a16:creationId xmlns:a16="http://schemas.microsoft.com/office/drawing/2014/main" id="{0C2AE933-31D8-46F1-886A-47D3D14699F1}"/>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4328727" y="4773688"/>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25" name="Groep 424">
                <a:extLst>
                  <a:ext uri="{FF2B5EF4-FFF2-40B4-BE49-F238E27FC236}">
                    <a16:creationId xmlns:a16="http://schemas.microsoft.com/office/drawing/2014/main" id="{1EE2066A-8F45-4F01-AA61-2EBBA8A7DC41}"/>
                  </a:ext>
                </a:extLst>
              </p:cNvPr>
              <p:cNvGrpSpPr/>
              <p:nvPr userDrawn="1"/>
            </p:nvGrpSpPr>
            <p:grpSpPr>
              <a:xfrm>
                <a:off x="12831198" y="4432250"/>
                <a:ext cx="139861" cy="152244"/>
                <a:chOff x="12574450" y="6053892"/>
                <a:chExt cx="169232" cy="184215"/>
              </a:xfrm>
            </p:grpSpPr>
            <p:sp>
              <p:nvSpPr>
                <p:cNvPr id="448" name="Rechthoek 447">
                  <a:extLst>
                    <a:ext uri="{FF2B5EF4-FFF2-40B4-BE49-F238E27FC236}">
                      <a16:creationId xmlns:a16="http://schemas.microsoft.com/office/drawing/2014/main" id="{EA8BA761-85BA-436C-A059-311526144219}"/>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sp>
              <p:nvSpPr>
                <p:cNvPr id="449" name="Rechthoek 448">
                  <a:extLst>
                    <a:ext uri="{FF2B5EF4-FFF2-40B4-BE49-F238E27FC236}">
                      <a16:creationId xmlns:a16="http://schemas.microsoft.com/office/drawing/2014/main" id="{BD4DAAD5-6760-404D-AAFF-798B35A98849}"/>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sp>
              <p:nvSpPr>
                <p:cNvPr id="450" name="Rechthoek 449">
                  <a:extLst>
                    <a:ext uri="{FF2B5EF4-FFF2-40B4-BE49-F238E27FC236}">
                      <a16:creationId xmlns:a16="http://schemas.microsoft.com/office/drawing/2014/main" id="{E2F9CBF8-C926-4B40-A968-A9D2111544EB}"/>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grpSp>
          <p:grpSp>
            <p:nvGrpSpPr>
              <p:cNvPr id="426" name="Groep 425">
                <a:extLst>
                  <a:ext uri="{FF2B5EF4-FFF2-40B4-BE49-F238E27FC236}">
                    <a16:creationId xmlns:a16="http://schemas.microsoft.com/office/drawing/2014/main" id="{CAC672DC-93C6-42AC-913B-1D7F7D3B043F}"/>
                  </a:ext>
                </a:extLst>
              </p:cNvPr>
              <p:cNvGrpSpPr/>
              <p:nvPr userDrawn="1"/>
            </p:nvGrpSpPr>
            <p:grpSpPr>
              <a:xfrm>
                <a:off x="12831198" y="4748585"/>
                <a:ext cx="184916" cy="120210"/>
                <a:chOff x="8815516" y="1076284"/>
                <a:chExt cx="503174" cy="327105"/>
              </a:xfrm>
            </p:grpSpPr>
            <p:sp>
              <p:nvSpPr>
                <p:cNvPr id="427" name="Rechthoek 426">
                  <a:extLst>
                    <a:ext uri="{FF2B5EF4-FFF2-40B4-BE49-F238E27FC236}">
                      <a16:creationId xmlns:a16="http://schemas.microsoft.com/office/drawing/2014/main" id="{4CEED166-EC7D-463D-A510-577AA161DF3B}"/>
                    </a:ext>
                  </a:extLst>
                </p:cNvPr>
                <p:cNvSpPr/>
                <p:nvPr userDrawn="1"/>
              </p:nvSpPr>
              <p:spPr>
                <a:xfrm>
                  <a:off x="8815516" y="1133167"/>
                  <a:ext cx="372729" cy="235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grpSp>
              <p:nvGrpSpPr>
                <p:cNvPr id="428" name="Groep 427">
                  <a:extLst>
                    <a:ext uri="{FF2B5EF4-FFF2-40B4-BE49-F238E27FC236}">
                      <a16:creationId xmlns:a16="http://schemas.microsoft.com/office/drawing/2014/main" id="{38641603-4295-4417-BD35-F2DB26F24122}"/>
                    </a:ext>
                  </a:extLst>
                </p:cNvPr>
                <p:cNvGrpSpPr/>
                <p:nvPr userDrawn="1"/>
              </p:nvGrpSpPr>
              <p:grpSpPr>
                <a:xfrm>
                  <a:off x="8815517" y="1076284"/>
                  <a:ext cx="503173" cy="327105"/>
                  <a:chOff x="1351248" y="-683635"/>
                  <a:chExt cx="503173" cy="327105"/>
                </a:xfrm>
              </p:grpSpPr>
              <p:grpSp>
                <p:nvGrpSpPr>
                  <p:cNvPr id="429" name="Groep 428">
                    <a:extLst>
                      <a:ext uri="{FF2B5EF4-FFF2-40B4-BE49-F238E27FC236}">
                        <a16:creationId xmlns:a16="http://schemas.microsoft.com/office/drawing/2014/main" id="{F7A85E49-C1D0-4E0C-9F04-353441206484}"/>
                      </a:ext>
                    </a:extLst>
                  </p:cNvPr>
                  <p:cNvGrpSpPr/>
                  <p:nvPr userDrawn="1"/>
                </p:nvGrpSpPr>
                <p:grpSpPr>
                  <a:xfrm>
                    <a:off x="1351248" y="-683635"/>
                    <a:ext cx="375186" cy="293652"/>
                    <a:chOff x="1094874" y="-884923"/>
                    <a:chExt cx="884668" cy="692417"/>
                  </a:xfrm>
                </p:grpSpPr>
                <p:sp>
                  <p:nvSpPr>
                    <p:cNvPr id="434" name="Rechthoek 433">
                      <a:extLst>
                        <a:ext uri="{FF2B5EF4-FFF2-40B4-BE49-F238E27FC236}">
                          <a16:creationId xmlns:a16="http://schemas.microsoft.com/office/drawing/2014/main" id="{7130CC2E-7A9A-4602-91A5-2AB217E4D04C}"/>
                        </a:ext>
                      </a:extLst>
                    </p:cNvPr>
                    <p:cNvSpPr/>
                    <p:nvPr userDrawn="1"/>
                  </p:nvSpPr>
                  <p:spPr>
                    <a:xfrm>
                      <a:off x="1094874" y="-884923"/>
                      <a:ext cx="878304" cy="145579"/>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grpSp>
                  <p:nvGrpSpPr>
                    <p:cNvPr id="435" name="Groep 434">
                      <a:extLst>
                        <a:ext uri="{FF2B5EF4-FFF2-40B4-BE49-F238E27FC236}">
                          <a16:creationId xmlns:a16="http://schemas.microsoft.com/office/drawing/2014/main" id="{985962D7-B463-4F68-8BD1-FC80BA855DEE}"/>
                        </a:ext>
                      </a:extLst>
                    </p:cNvPr>
                    <p:cNvGrpSpPr/>
                    <p:nvPr userDrawn="1"/>
                  </p:nvGrpSpPr>
                  <p:grpSpPr>
                    <a:xfrm>
                      <a:off x="1094874" y="-878306"/>
                      <a:ext cx="867364" cy="685800"/>
                      <a:chOff x="1094874" y="-878306"/>
                      <a:chExt cx="867364" cy="613611"/>
                    </a:xfrm>
                  </p:grpSpPr>
                  <p:cxnSp>
                    <p:nvCxnSpPr>
                      <p:cNvPr id="441" name="Rechte verbindingslijn 440">
                        <a:extLst>
                          <a:ext uri="{FF2B5EF4-FFF2-40B4-BE49-F238E27FC236}">
                            <a16:creationId xmlns:a16="http://schemas.microsoft.com/office/drawing/2014/main" id="{1564854A-018B-4AE9-9E12-67AC8A9ADAF7}"/>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42" name="Rechte verbindingslijn 441">
                        <a:extLst>
                          <a:ext uri="{FF2B5EF4-FFF2-40B4-BE49-F238E27FC236}">
                            <a16:creationId xmlns:a16="http://schemas.microsoft.com/office/drawing/2014/main" id="{CBF4BBCD-DF4F-4CA2-BF9B-FC24B69CF1F8}"/>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443" name="Groep 442">
                        <a:extLst>
                          <a:ext uri="{FF2B5EF4-FFF2-40B4-BE49-F238E27FC236}">
                            <a16:creationId xmlns:a16="http://schemas.microsoft.com/office/drawing/2014/main" id="{3F37742E-B114-4E60-9F40-407545347395}"/>
                          </a:ext>
                        </a:extLst>
                      </p:cNvPr>
                      <p:cNvGrpSpPr/>
                      <p:nvPr userDrawn="1"/>
                    </p:nvGrpSpPr>
                    <p:grpSpPr>
                      <a:xfrm>
                        <a:off x="1270535" y="-878306"/>
                        <a:ext cx="526983" cy="613611"/>
                        <a:chOff x="1270535" y="-745959"/>
                        <a:chExt cx="526983" cy="481264"/>
                      </a:xfrm>
                    </p:grpSpPr>
                    <p:cxnSp>
                      <p:nvCxnSpPr>
                        <p:cNvPr id="444" name="Rechte verbindingslijn 443">
                          <a:extLst>
                            <a:ext uri="{FF2B5EF4-FFF2-40B4-BE49-F238E27FC236}">
                              <a16:creationId xmlns:a16="http://schemas.microsoft.com/office/drawing/2014/main" id="{D0C0EB10-A86C-4EE2-B317-66A93552DCE6}"/>
                            </a:ext>
                          </a:extLst>
                        </p:cNvPr>
                        <p:cNvCxnSpPr>
                          <a:cxnSpLocks/>
                        </p:cNvCxnSpPr>
                        <p:nvPr userDrawn="1"/>
                      </p:nvCxnSpPr>
                      <p:spPr>
                        <a:xfrm>
                          <a:off x="1446196"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45" name="Rechte verbindingslijn 444">
                          <a:extLst>
                            <a:ext uri="{FF2B5EF4-FFF2-40B4-BE49-F238E27FC236}">
                              <a16:creationId xmlns:a16="http://schemas.microsoft.com/office/drawing/2014/main" id="{7ABD2918-2533-47CA-8231-4850611F30DD}"/>
                            </a:ext>
                          </a:extLst>
                        </p:cNvPr>
                        <p:cNvCxnSpPr>
                          <a:cxnSpLocks/>
                        </p:cNvCxnSpPr>
                        <p:nvPr userDrawn="1"/>
                      </p:nvCxnSpPr>
                      <p:spPr>
                        <a:xfrm>
                          <a:off x="1270535"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46" name="Rechte verbindingslijn 445">
                          <a:extLst>
                            <a:ext uri="{FF2B5EF4-FFF2-40B4-BE49-F238E27FC236}">
                              <a16:creationId xmlns:a16="http://schemas.microsoft.com/office/drawing/2014/main" id="{E19760F4-2802-44D5-87A1-7131593D069E}"/>
                            </a:ext>
                          </a:extLst>
                        </p:cNvPr>
                        <p:cNvCxnSpPr>
                          <a:cxnSpLocks/>
                        </p:cNvCxnSpPr>
                        <p:nvPr userDrawn="1"/>
                      </p:nvCxnSpPr>
                      <p:spPr>
                        <a:xfrm>
                          <a:off x="1621857"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47" name="Rechte verbindingslijn 446">
                          <a:extLst>
                            <a:ext uri="{FF2B5EF4-FFF2-40B4-BE49-F238E27FC236}">
                              <a16:creationId xmlns:a16="http://schemas.microsoft.com/office/drawing/2014/main" id="{8F88EA5B-7A8A-47F6-A09F-D50AB33CA16F}"/>
                            </a:ext>
                          </a:extLst>
                        </p:cNvPr>
                        <p:cNvCxnSpPr>
                          <a:cxnSpLocks/>
                        </p:cNvCxnSpPr>
                        <p:nvPr userDrawn="1"/>
                      </p:nvCxnSpPr>
                      <p:spPr>
                        <a:xfrm>
                          <a:off x="1797518"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436" name="Rechte verbindingslijn 435">
                      <a:extLst>
                        <a:ext uri="{FF2B5EF4-FFF2-40B4-BE49-F238E27FC236}">
                          <a16:creationId xmlns:a16="http://schemas.microsoft.com/office/drawing/2014/main" id="{B4254931-C035-4023-9155-3F0D34E8A87A}"/>
                        </a:ext>
                      </a:extLst>
                    </p:cNvPr>
                    <p:cNvCxnSpPr>
                      <a:cxnSpLocks/>
                    </p:cNvCxnSpPr>
                    <p:nvPr userDrawn="1"/>
                  </p:nvCxnSpPr>
                  <p:spPr>
                    <a:xfrm flipH="1">
                      <a:off x="1098555" y="-192506"/>
                      <a:ext cx="880987" cy="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437" name="Groep 436">
                      <a:extLst>
                        <a:ext uri="{FF2B5EF4-FFF2-40B4-BE49-F238E27FC236}">
                          <a16:creationId xmlns:a16="http://schemas.microsoft.com/office/drawing/2014/main" id="{C2C6F39E-9DAD-49CA-AB4D-904D46EB2CA2}"/>
                        </a:ext>
                      </a:extLst>
                    </p:cNvPr>
                    <p:cNvGrpSpPr/>
                    <p:nvPr userDrawn="1"/>
                  </p:nvGrpSpPr>
                  <p:grpSpPr>
                    <a:xfrm>
                      <a:off x="1094874" y="-607596"/>
                      <a:ext cx="878306" cy="276726"/>
                      <a:chOff x="1106905" y="-607596"/>
                      <a:chExt cx="878307" cy="276726"/>
                    </a:xfrm>
                  </p:grpSpPr>
                  <p:cxnSp>
                    <p:nvCxnSpPr>
                      <p:cNvPr id="438" name="Rechte verbindingslijn 437">
                        <a:extLst>
                          <a:ext uri="{FF2B5EF4-FFF2-40B4-BE49-F238E27FC236}">
                            <a16:creationId xmlns:a16="http://schemas.microsoft.com/office/drawing/2014/main" id="{597988A4-698D-48B4-9B35-D811D0995B42}"/>
                          </a:ext>
                        </a:extLst>
                      </p:cNvPr>
                      <p:cNvCxnSpPr>
                        <a:cxnSpLocks/>
                      </p:cNvCxnSpPr>
                      <p:nvPr userDrawn="1"/>
                    </p:nvCxnSpPr>
                    <p:spPr>
                      <a:xfrm flipH="1">
                        <a:off x="1106905" y="-330870"/>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39" name="Rechte verbindingslijn 438">
                        <a:extLst>
                          <a:ext uri="{FF2B5EF4-FFF2-40B4-BE49-F238E27FC236}">
                            <a16:creationId xmlns:a16="http://schemas.microsoft.com/office/drawing/2014/main" id="{1257D7DA-D52D-42AB-AD3C-E815373ECD87}"/>
                          </a:ext>
                        </a:extLst>
                      </p:cNvPr>
                      <p:cNvCxnSpPr>
                        <a:cxnSpLocks/>
                      </p:cNvCxnSpPr>
                      <p:nvPr userDrawn="1"/>
                    </p:nvCxnSpPr>
                    <p:spPr>
                      <a:xfrm flipH="1">
                        <a:off x="1106905" y="-469233"/>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40" name="Rechte verbindingslijn 439">
                        <a:extLst>
                          <a:ext uri="{FF2B5EF4-FFF2-40B4-BE49-F238E27FC236}">
                            <a16:creationId xmlns:a16="http://schemas.microsoft.com/office/drawing/2014/main" id="{6127D13F-5741-4431-9709-86BAC0CD1DA8}"/>
                          </a:ext>
                        </a:extLst>
                      </p:cNvPr>
                      <p:cNvCxnSpPr>
                        <a:cxnSpLocks/>
                      </p:cNvCxnSpPr>
                      <p:nvPr userDrawn="1"/>
                    </p:nvCxnSpPr>
                    <p:spPr>
                      <a:xfrm flipH="1">
                        <a:off x="1106905" y="-607596"/>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grpSp>
              </p:grpSp>
              <p:grpSp>
                <p:nvGrpSpPr>
                  <p:cNvPr id="430" name="Groep 429">
                    <a:extLst>
                      <a:ext uri="{FF2B5EF4-FFF2-40B4-BE49-F238E27FC236}">
                        <a16:creationId xmlns:a16="http://schemas.microsoft.com/office/drawing/2014/main" id="{876B69FB-0CDA-4086-8C45-CB19F5286262}"/>
                      </a:ext>
                    </a:extLst>
                  </p:cNvPr>
                  <p:cNvGrpSpPr/>
                  <p:nvPr userDrawn="1"/>
                </p:nvGrpSpPr>
                <p:grpSpPr>
                  <a:xfrm rot="2700000">
                    <a:off x="1605871" y="-605080"/>
                    <a:ext cx="90079" cy="407021"/>
                    <a:chOff x="3130062" y="-817193"/>
                    <a:chExt cx="131884" cy="595920"/>
                  </a:xfrm>
                  <a:solidFill>
                    <a:srgbClr val="3399FF"/>
                  </a:solidFill>
                </p:grpSpPr>
                <p:sp>
                  <p:nvSpPr>
                    <p:cNvPr id="431" name="Rechthoek 430">
                      <a:extLst>
                        <a:ext uri="{FF2B5EF4-FFF2-40B4-BE49-F238E27FC236}">
                          <a16:creationId xmlns:a16="http://schemas.microsoft.com/office/drawing/2014/main" id="{F9E8C5B3-1D8C-48F7-B42B-02B479558124}"/>
                        </a:ext>
                      </a:extLst>
                    </p:cNvPr>
                    <p:cNvSpPr/>
                    <p:nvPr userDrawn="1"/>
                  </p:nvSpPr>
                  <p:spPr>
                    <a:xfrm>
                      <a:off x="3130062" y="-705979"/>
                      <a:ext cx="131884" cy="281354"/>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sp>
                  <p:nvSpPr>
                    <p:cNvPr id="432" name="Rechthoek: afgeronde bovenhoeken 431">
                      <a:extLst>
                        <a:ext uri="{FF2B5EF4-FFF2-40B4-BE49-F238E27FC236}">
                          <a16:creationId xmlns:a16="http://schemas.microsoft.com/office/drawing/2014/main" id="{B4C2AD3F-AED4-488F-A248-1C8D646F8BE0}"/>
                        </a:ext>
                      </a:extLst>
                    </p:cNvPr>
                    <p:cNvSpPr/>
                    <p:nvPr userDrawn="1"/>
                  </p:nvSpPr>
                  <p:spPr>
                    <a:xfrm>
                      <a:off x="3130063" y="-817193"/>
                      <a:ext cx="131883" cy="87615"/>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sp>
                  <p:nvSpPr>
                    <p:cNvPr id="433" name="Gelijkbenige driehoek 432">
                      <a:extLst>
                        <a:ext uri="{FF2B5EF4-FFF2-40B4-BE49-F238E27FC236}">
                          <a16:creationId xmlns:a16="http://schemas.microsoft.com/office/drawing/2014/main" id="{E77F4152-4F2E-40E6-AD49-D1C169ABE1F6}"/>
                        </a:ext>
                      </a:extLst>
                    </p:cNvPr>
                    <p:cNvSpPr/>
                    <p:nvPr userDrawn="1"/>
                  </p:nvSpPr>
                  <p:spPr>
                    <a:xfrm rot="10800000">
                      <a:off x="3130062" y="-401026"/>
                      <a:ext cx="131884"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grpSp>
            </p:grpSp>
          </p:grpSp>
        </p:grpSp>
      </p:grpSp>
      <p:grpSp>
        <p:nvGrpSpPr>
          <p:cNvPr id="451" name="Instructie">
            <a:extLst>
              <a:ext uri="{FF2B5EF4-FFF2-40B4-BE49-F238E27FC236}">
                <a16:creationId xmlns:a16="http://schemas.microsoft.com/office/drawing/2014/main" id="{BC046C7C-31B8-4FEE-A41E-023753FA2270}"/>
              </a:ext>
            </a:extLst>
          </p:cNvPr>
          <p:cNvGrpSpPr/>
          <p:nvPr userDrawn="1"/>
        </p:nvGrpSpPr>
        <p:grpSpPr>
          <a:xfrm>
            <a:off x="12391601" y="0"/>
            <a:ext cx="3183677" cy="2499789"/>
            <a:chOff x="12391601" y="0"/>
            <a:chExt cx="3183677" cy="2499789"/>
          </a:xfrm>
        </p:grpSpPr>
        <p:sp>
          <p:nvSpPr>
            <p:cNvPr id="452" name="Rechthoek 451">
              <a:extLst>
                <a:ext uri="{FF2B5EF4-FFF2-40B4-BE49-F238E27FC236}">
                  <a16:creationId xmlns:a16="http://schemas.microsoft.com/office/drawing/2014/main" id="{88A8DADE-A810-4550-93AF-36D79BC56B29}"/>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bg1">
                      <a:lumMod val="50000"/>
                    </a:schemeClr>
                  </a:solidFill>
                  <a:effectLst/>
                  <a:uLnTx/>
                  <a:uFillTx/>
                  <a:latin typeface="+mj-lt"/>
                  <a:cs typeface="Segoe UI Light" panose="020B0502040204020203" pitchFamily="34" charset="0"/>
                </a:rPr>
                <a:t>Grafiek invoegen/veranderen</a:t>
              </a:r>
            </a:p>
          </p:txBody>
        </p:sp>
        <p:sp>
          <p:nvSpPr>
            <p:cNvPr id="453" name="Ovaal 452">
              <a:extLst>
                <a:ext uri="{FF2B5EF4-FFF2-40B4-BE49-F238E27FC236}">
                  <a16:creationId xmlns:a16="http://schemas.microsoft.com/office/drawing/2014/main" id="{B27BE511-1FB7-4C24-8DE6-4914260A3427}"/>
                </a:ext>
              </a:extLst>
            </p:cNvPr>
            <p:cNvSpPr/>
            <p:nvPr userDrawn="1"/>
          </p:nvSpPr>
          <p:spPr>
            <a:xfrm>
              <a:off x="12391601" y="366490"/>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454" name="Rechte verbindingslijn 453">
              <a:extLst>
                <a:ext uri="{FF2B5EF4-FFF2-40B4-BE49-F238E27FC236}">
                  <a16:creationId xmlns:a16="http://schemas.microsoft.com/office/drawing/2014/main" id="{3F0F176E-B8B4-4D57-89EE-A3AB7AFC41C9}"/>
                </a:ext>
              </a:extLst>
            </p:cNvPr>
            <p:cNvCxnSpPr>
              <a:cxnSpLocks/>
            </p:cNvCxnSpPr>
            <p:nvPr userDrawn="1"/>
          </p:nvCxnSpPr>
          <p:spPr>
            <a:xfrm>
              <a:off x="12397261" y="241635"/>
              <a:ext cx="3178017" cy="0"/>
            </a:xfrm>
            <a:prstGeom prst="line">
              <a:avLst/>
            </a:prstGeom>
            <a:noFill/>
            <a:ln w="3175" cap="flat" cmpd="sng" algn="ctr">
              <a:solidFill>
                <a:schemeClr val="bg1">
                  <a:lumMod val="50000"/>
                </a:schemeClr>
              </a:solidFill>
              <a:prstDash val="solid"/>
            </a:ln>
            <a:effectLst/>
          </p:spPr>
        </p:cxnSp>
        <p:cxnSp>
          <p:nvCxnSpPr>
            <p:cNvPr id="455" name="Rechte verbindingslijn 454">
              <a:extLst>
                <a:ext uri="{FF2B5EF4-FFF2-40B4-BE49-F238E27FC236}">
                  <a16:creationId xmlns:a16="http://schemas.microsoft.com/office/drawing/2014/main" id="{191079B8-F2A5-4A42-ACF1-A58D43A9F95E}"/>
                </a:ext>
              </a:extLst>
            </p:cNvPr>
            <p:cNvCxnSpPr>
              <a:cxnSpLocks/>
            </p:cNvCxnSpPr>
            <p:nvPr userDrawn="1"/>
          </p:nvCxnSpPr>
          <p:spPr>
            <a:xfrm>
              <a:off x="12397261" y="1577933"/>
              <a:ext cx="3178017" cy="0"/>
            </a:xfrm>
            <a:prstGeom prst="line">
              <a:avLst/>
            </a:prstGeom>
            <a:noFill/>
            <a:ln w="3175" cap="flat" cmpd="sng" algn="ctr">
              <a:solidFill>
                <a:schemeClr val="bg1">
                  <a:lumMod val="50000"/>
                </a:schemeClr>
              </a:solidFill>
              <a:prstDash val="solid"/>
            </a:ln>
            <a:effectLst/>
          </p:spPr>
        </p:cxnSp>
        <p:sp>
          <p:nvSpPr>
            <p:cNvPr id="456" name="Rechthoek 455">
              <a:extLst>
                <a:ext uri="{FF2B5EF4-FFF2-40B4-BE49-F238E27FC236}">
                  <a16:creationId xmlns:a16="http://schemas.microsoft.com/office/drawing/2014/main" id="{81EF7655-386B-4303-BB38-B453138B714F}"/>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grafiek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grafiek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sp>
          <p:nvSpPr>
            <p:cNvPr id="457" name="Ovaal 456">
              <a:extLst>
                <a:ext uri="{FF2B5EF4-FFF2-40B4-BE49-F238E27FC236}">
                  <a16:creationId xmlns:a16="http://schemas.microsoft.com/office/drawing/2014/main" id="{ABCBA678-FEA7-4A43-A4AF-065E86B90E3F}"/>
                </a:ext>
              </a:extLst>
            </p:cNvPr>
            <p:cNvSpPr/>
            <p:nvPr userDrawn="1"/>
          </p:nvSpPr>
          <p:spPr>
            <a:xfrm>
              <a:off x="12391601" y="1706398"/>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458" name="Rechthoek 457">
              <a:extLst>
                <a:ext uri="{FF2B5EF4-FFF2-40B4-BE49-F238E27FC236}">
                  <a16:creationId xmlns:a16="http://schemas.microsoft.com/office/drawing/2014/main" id="{D32C15D3-3993-45E3-B75E-6250AB0CFC48}"/>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grafiek</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459" name="Groep 458">
              <a:extLst>
                <a:ext uri="{FF2B5EF4-FFF2-40B4-BE49-F238E27FC236}">
                  <a16:creationId xmlns:a16="http://schemas.microsoft.com/office/drawing/2014/main" id="{314A65FB-B8B4-451D-BDF6-0C96844627AF}"/>
                </a:ext>
              </a:extLst>
            </p:cNvPr>
            <p:cNvGrpSpPr/>
            <p:nvPr userDrawn="1"/>
          </p:nvGrpSpPr>
          <p:grpSpPr>
            <a:xfrm>
              <a:off x="12757282" y="2184550"/>
              <a:ext cx="825500" cy="209550"/>
              <a:chOff x="13504624" y="2482850"/>
              <a:chExt cx="825500" cy="209550"/>
            </a:xfrm>
          </p:grpSpPr>
          <p:sp>
            <p:nvSpPr>
              <p:cNvPr id="465" name="Rechthoek 464">
                <a:extLst>
                  <a:ext uri="{FF2B5EF4-FFF2-40B4-BE49-F238E27FC236}">
                    <a16:creationId xmlns:a16="http://schemas.microsoft.com/office/drawing/2014/main" id="{15FEBF33-08AB-46E8-A8D0-DB42B9B9D65C}"/>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466" name="Rechte verbindingslijn 465">
                <a:extLst>
                  <a:ext uri="{FF2B5EF4-FFF2-40B4-BE49-F238E27FC236}">
                    <a16:creationId xmlns:a16="http://schemas.microsoft.com/office/drawing/2014/main" id="{46989E4A-34C5-4761-8A15-C29103EA52C1}"/>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467" name="Gelijkbenige driehoek 466">
                <a:extLst>
                  <a:ext uri="{FF2B5EF4-FFF2-40B4-BE49-F238E27FC236}">
                    <a16:creationId xmlns:a16="http://schemas.microsoft.com/office/drawing/2014/main" id="{29FA1127-EED4-4CBE-AB6D-7D480680ADE5}"/>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cxnSp>
          <p:nvCxnSpPr>
            <p:cNvPr id="460" name="Rechte verbindingslijn 459">
              <a:extLst>
                <a:ext uri="{FF2B5EF4-FFF2-40B4-BE49-F238E27FC236}">
                  <a16:creationId xmlns:a16="http://schemas.microsoft.com/office/drawing/2014/main" id="{173879B3-3666-4C72-B73F-020661EAC019}"/>
                </a:ext>
              </a:extLst>
            </p:cNvPr>
            <p:cNvCxnSpPr>
              <a:cxnSpLocks/>
            </p:cNvCxnSpPr>
            <p:nvPr userDrawn="1"/>
          </p:nvCxnSpPr>
          <p:spPr>
            <a:xfrm>
              <a:off x="12397261" y="2499789"/>
              <a:ext cx="3178017" cy="0"/>
            </a:xfrm>
            <a:prstGeom prst="line">
              <a:avLst/>
            </a:prstGeom>
            <a:noFill/>
            <a:ln w="3175" cap="flat" cmpd="sng" algn="ctr">
              <a:solidFill>
                <a:schemeClr val="bg1">
                  <a:lumMod val="50000"/>
                </a:schemeClr>
              </a:solidFill>
              <a:prstDash val="solid"/>
            </a:ln>
            <a:effectLst/>
          </p:spPr>
        </p:cxnSp>
        <p:grpSp>
          <p:nvGrpSpPr>
            <p:cNvPr id="461" name="Groep 460">
              <a:extLst>
                <a:ext uri="{FF2B5EF4-FFF2-40B4-BE49-F238E27FC236}">
                  <a16:creationId xmlns:a16="http://schemas.microsoft.com/office/drawing/2014/main" id="{8A7A1436-7957-402D-ACAE-0604B5DBE950}"/>
                </a:ext>
              </a:extLst>
            </p:cNvPr>
            <p:cNvGrpSpPr/>
            <p:nvPr userDrawn="1"/>
          </p:nvGrpSpPr>
          <p:grpSpPr>
            <a:xfrm>
              <a:off x="12751697" y="1147804"/>
              <a:ext cx="289372" cy="314992"/>
              <a:chOff x="7322769" y="-310267"/>
              <a:chExt cx="289372" cy="314992"/>
            </a:xfrm>
          </p:grpSpPr>
          <p:sp>
            <p:nvSpPr>
              <p:cNvPr id="462" name="Rechthoek 461">
                <a:extLst>
                  <a:ext uri="{FF2B5EF4-FFF2-40B4-BE49-F238E27FC236}">
                    <a16:creationId xmlns:a16="http://schemas.microsoft.com/office/drawing/2014/main" id="{774F00CE-9B97-4939-BBDC-BAEDEED5ED74}"/>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sp>
            <p:nvSpPr>
              <p:cNvPr id="463" name="Rechthoek 462">
                <a:extLst>
                  <a:ext uri="{FF2B5EF4-FFF2-40B4-BE49-F238E27FC236}">
                    <a16:creationId xmlns:a16="http://schemas.microsoft.com/office/drawing/2014/main" id="{BA671A83-F98F-4E30-B11C-E763BC6BD9DD}"/>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sp>
            <p:nvSpPr>
              <p:cNvPr id="464" name="Rechthoek 463">
                <a:extLst>
                  <a:ext uri="{FF2B5EF4-FFF2-40B4-BE49-F238E27FC236}">
                    <a16:creationId xmlns:a16="http://schemas.microsoft.com/office/drawing/2014/main" id="{0AB2CF06-AA30-459B-A75A-39CDFC167E78}"/>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grpSp>
      </p:grpSp>
    </p:spTree>
    <p:extLst>
      <p:ext uri="{BB962C8B-B14F-4D97-AF65-F5344CB8AC3E}">
        <p14:creationId xmlns:p14="http://schemas.microsoft.com/office/powerpoint/2010/main" val="1447123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KST / GRAFIEK 4X">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B23073-572C-4F04-B89A-B107AB932F47}"/>
              </a:ext>
            </a:extLst>
          </p:cNvPr>
          <p:cNvSpPr>
            <a:spLocks noGrp="1"/>
          </p:cNvSpPr>
          <p:nvPr>
            <p:ph type="title" hasCustomPrompt="1"/>
          </p:nvPr>
        </p:nvSpPr>
        <p:spPr/>
        <p:txBody>
          <a:bodyPr/>
          <a:lstStyle>
            <a:lvl1pPr>
              <a:defRPr/>
            </a:lvl1pPr>
          </a:lstStyle>
          <a:p>
            <a:r>
              <a:rPr lang="nl-NL" noProof="0"/>
              <a:t>Voeg hier een titel in</a:t>
            </a:r>
            <a:endParaRPr lang="nl-NL"/>
          </a:p>
        </p:txBody>
      </p:sp>
      <p:sp>
        <p:nvSpPr>
          <p:cNvPr id="3" name="Tijdelijke aanduiding voor verticale tekst 2">
            <a:extLst>
              <a:ext uri="{FF2B5EF4-FFF2-40B4-BE49-F238E27FC236}">
                <a16:creationId xmlns:a16="http://schemas.microsoft.com/office/drawing/2014/main" id="{7C849E55-A25C-4202-801C-0514342EA9C6}"/>
              </a:ext>
            </a:extLst>
          </p:cNvPr>
          <p:cNvSpPr>
            <a:spLocks noGrp="1"/>
          </p:cNvSpPr>
          <p:nvPr>
            <p:ph type="body" orient="vert" idx="1" hasCustomPrompt="1"/>
          </p:nvPr>
        </p:nvSpPr>
        <p:spPr>
          <a:xfrm>
            <a:off x="540000" y="1459112"/>
            <a:ext cx="3934476" cy="4119774"/>
          </a:xfrm>
        </p:spPr>
        <p:txBody>
          <a:bodyPr vert="horz"/>
          <a:lstStyle>
            <a:lvl1pPr marL="285750" indent="-285750">
              <a:buFont typeface="Wingdings" panose="05000000000000000000" pitchFamily="2" charset="2"/>
              <a:buChar char="§"/>
              <a:defRPr/>
            </a:lvl1pPr>
            <a:lvl2pPr>
              <a:defRPr/>
            </a:lvl2pPr>
            <a:lvl3pPr>
              <a:defRPr/>
            </a:lvl3pPr>
            <a:lvl4pPr>
              <a:defRPr/>
            </a:lvl4pPr>
            <a:lvl5pPr>
              <a:defRPr/>
            </a:lvl5pPr>
            <a:lvl6pPr>
              <a:defRPr/>
            </a:lvl6pPr>
            <a:lvl7pPr>
              <a:defRPr/>
            </a:lvl7pPr>
            <a:lvl8pPr>
              <a:defRPr/>
            </a:lvl8pPr>
            <a:lvl9pPr>
              <a:defRPr/>
            </a:lvl9pPr>
          </a:lstStyle>
          <a:p>
            <a:pPr lvl="0"/>
            <a:r>
              <a:rPr lang="nl-NL" noProof="0" err="1"/>
              <a:t>Bullet</a:t>
            </a:r>
            <a:endParaRPr lang="nl-NL" noProof="0"/>
          </a:p>
          <a:p>
            <a:pPr lvl="1"/>
            <a:r>
              <a:rPr lang="nl-NL" noProof="0"/>
              <a:t>Sub-</a:t>
            </a:r>
            <a:r>
              <a:rPr lang="nl-NL" noProof="0" err="1"/>
              <a:t>bullet</a:t>
            </a:r>
            <a:r>
              <a:rPr lang="nl-NL" noProof="0"/>
              <a:t> #1</a:t>
            </a:r>
          </a:p>
          <a:p>
            <a:pPr lvl="2"/>
            <a:r>
              <a:rPr lang="nl-NL" noProof="0"/>
              <a:t>Sub-</a:t>
            </a:r>
            <a:r>
              <a:rPr lang="nl-NL" noProof="0" err="1"/>
              <a:t>bullet</a:t>
            </a:r>
            <a:r>
              <a:rPr lang="nl-NL" noProof="0"/>
              <a:t> #2</a:t>
            </a:r>
          </a:p>
          <a:p>
            <a:pPr lvl="3"/>
            <a:r>
              <a:rPr lang="nl-NL" noProof="0"/>
              <a:t>Leestekst</a:t>
            </a:r>
          </a:p>
          <a:p>
            <a:pPr lvl="4"/>
            <a:r>
              <a:rPr lang="nl-NL" noProof="0"/>
              <a:t>Tussenkop</a:t>
            </a:r>
          </a:p>
          <a:p>
            <a:pPr lvl="5"/>
            <a:r>
              <a:rPr lang="nl-NL" noProof="0"/>
              <a:t>Numerieke </a:t>
            </a:r>
            <a:r>
              <a:rPr lang="nl-NL" noProof="0" err="1"/>
              <a:t>bullet</a:t>
            </a:r>
            <a:endParaRPr lang="nl-NL" noProof="0"/>
          </a:p>
          <a:p>
            <a:pPr lvl="6"/>
            <a:r>
              <a:rPr lang="nl-NL" noProof="0"/>
              <a:t>Alfabetische </a:t>
            </a:r>
            <a:r>
              <a:rPr lang="nl-NL" noProof="0" err="1"/>
              <a:t>bullet</a:t>
            </a:r>
            <a:endParaRPr lang="nl-NL" noProof="0"/>
          </a:p>
          <a:p>
            <a:pPr lvl="7"/>
            <a:r>
              <a:rPr lang="nl-NL" noProof="0"/>
              <a:t>Fotobeschrijving</a:t>
            </a:r>
          </a:p>
          <a:p>
            <a:pPr lvl="8"/>
            <a:r>
              <a:rPr lang="nl-NL" noProof="0"/>
              <a:t>Quote tekst</a:t>
            </a:r>
          </a:p>
          <a:p>
            <a:pPr lvl="4"/>
            <a:endParaRPr lang="nl-NL"/>
          </a:p>
        </p:txBody>
      </p:sp>
      <p:sp>
        <p:nvSpPr>
          <p:cNvPr id="4" name="Tijdelijke aanduiding voor datum 3">
            <a:extLst>
              <a:ext uri="{FF2B5EF4-FFF2-40B4-BE49-F238E27FC236}">
                <a16:creationId xmlns:a16="http://schemas.microsoft.com/office/drawing/2014/main" id="{DABA8B2F-5EFD-4A05-8481-248C853EA1DE}"/>
              </a:ext>
            </a:extLst>
          </p:cNvPr>
          <p:cNvSpPr>
            <a:spLocks noGrp="1"/>
          </p:cNvSpPr>
          <p:nvPr>
            <p:ph type="dt" sz="half" idx="10"/>
          </p:nvPr>
        </p:nvSpPr>
        <p:spPr/>
        <p:txBody>
          <a:bodyPr/>
          <a:lstStyle/>
          <a:p>
            <a:fld id="{15DAE990-A629-4F0C-9334-31808A746E77}" type="datetime4">
              <a:rPr lang="nl-NL" smtClean="0"/>
              <a:t>24 oktober 2024</a:t>
            </a:fld>
            <a:endParaRPr lang="nl-NL"/>
          </a:p>
        </p:txBody>
      </p:sp>
      <p:sp>
        <p:nvSpPr>
          <p:cNvPr id="6" name="Tijdelijke aanduiding voor dianummer 5">
            <a:extLst>
              <a:ext uri="{FF2B5EF4-FFF2-40B4-BE49-F238E27FC236}">
                <a16:creationId xmlns:a16="http://schemas.microsoft.com/office/drawing/2014/main" id="{A7656491-ADD5-4A7E-BAFA-5FCFF07D6EB0}"/>
              </a:ext>
            </a:extLst>
          </p:cNvPr>
          <p:cNvSpPr>
            <a:spLocks noGrp="1"/>
          </p:cNvSpPr>
          <p:nvPr>
            <p:ph type="sldNum" sz="quarter" idx="12"/>
          </p:nvPr>
        </p:nvSpPr>
        <p:spPr/>
        <p:txBody>
          <a:bodyPr/>
          <a:lstStyle/>
          <a:p>
            <a:fld id="{8D374ABD-355D-4B52-8A38-020B3DD5CC75}" type="slidenum">
              <a:rPr lang="nl-NL" smtClean="0"/>
              <a:t>‹#›</a:t>
            </a:fld>
            <a:endParaRPr lang="nl-NL"/>
          </a:p>
        </p:txBody>
      </p:sp>
      <p:sp>
        <p:nvSpPr>
          <p:cNvPr id="7" name="Tijdelijke aanduiding voor tekst 32">
            <a:extLst>
              <a:ext uri="{FF2B5EF4-FFF2-40B4-BE49-F238E27FC236}">
                <a16:creationId xmlns:a16="http://schemas.microsoft.com/office/drawing/2014/main" id="{7175F566-3665-4B0F-B70C-72779DF2FDD6}"/>
              </a:ext>
            </a:extLst>
          </p:cNvPr>
          <p:cNvSpPr>
            <a:spLocks noGrp="1"/>
          </p:cNvSpPr>
          <p:nvPr>
            <p:ph type="body" sz="quarter" idx="13" hasCustomPrompt="1"/>
          </p:nvPr>
        </p:nvSpPr>
        <p:spPr>
          <a:xfrm>
            <a:off x="539998" y="839972"/>
            <a:ext cx="11112000" cy="259612"/>
          </a:xfrm>
        </p:spPr>
        <p:txBody>
          <a:bodyPr anchor="ctr"/>
          <a:lstStyle>
            <a:lvl1pPr marL="0" indent="0">
              <a:buNone/>
              <a:defRPr sz="2000" b="0">
                <a:solidFill>
                  <a:schemeClr val="accent1"/>
                </a:solidFill>
              </a:defRPr>
            </a:lvl1pPr>
          </a:lstStyle>
          <a:p>
            <a:pPr lvl="0"/>
            <a:r>
              <a:rPr lang="nl-NL" noProof="0"/>
              <a:t>Voeg hier een subtitel in</a:t>
            </a:r>
          </a:p>
        </p:txBody>
      </p:sp>
      <p:sp>
        <p:nvSpPr>
          <p:cNvPr id="17" name="Tijdelijke aanduiding voor tekst 34">
            <a:extLst>
              <a:ext uri="{FF2B5EF4-FFF2-40B4-BE49-F238E27FC236}">
                <a16:creationId xmlns:a16="http://schemas.microsoft.com/office/drawing/2014/main" id="{9955CEC2-0160-42D3-9E2E-941A4A11119D}"/>
              </a:ext>
            </a:extLst>
          </p:cNvPr>
          <p:cNvSpPr>
            <a:spLocks noGrp="1"/>
          </p:cNvSpPr>
          <p:nvPr>
            <p:ph type="body" sz="quarter" idx="14" hasCustomPrompt="1"/>
          </p:nvPr>
        </p:nvSpPr>
        <p:spPr>
          <a:xfrm>
            <a:off x="539749" y="5758889"/>
            <a:ext cx="11112249" cy="147981"/>
          </a:xfrm>
        </p:spPr>
        <p:txBody>
          <a:bodyPr anchor="b"/>
          <a:lstStyle>
            <a:lvl1pPr marL="0" indent="0">
              <a:buNone/>
              <a:defRPr sz="1000" i="1"/>
            </a:lvl1pPr>
          </a:lstStyle>
          <a:p>
            <a:pPr lvl="0"/>
            <a:r>
              <a:rPr lang="nl-NL" noProof="0"/>
              <a:t>Bron…</a:t>
            </a:r>
          </a:p>
        </p:txBody>
      </p:sp>
      <p:sp>
        <p:nvSpPr>
          <p:cNvPr id="18" name="Rechthoek: afgeronde hoeken 17">
            <a:extLst>
              <a:ext uri="{FF2B5EF4-FFF2-40B4-BE49-F238E27FC236}">
                <a16:creationId xmlns:a16="http://schemas.microsoft.com/office/drawing/2014/main" id="{765A9402-96DA-4D08-A873-873C05E81C86}"/>
              </a:ext>
            </a:extLst>
          </p:cNvPr>
          <p:cNvSpPr/>
          <p:nvPr userDrawn="1"/>
        </p:nvSpPr>
        <p:spPr>
          <a:xfrm>
            <a:off x="3048000" y="-491319"/>
            <a:ext cx="6096000" cy="30025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lvl="0" algn="ctr"/>
            <a:r>
              <a:rPr lang="nl-NL" sz="2800" b="0" cap="all" baseline="0" noProof="0">
                <a:solidFill>
                  <a:schemeClr val="accent1"/>
                </a:solidFill>
                <a:latin typeface="+mn-lt"/>
              </a:rPr>
              <a:t>TEKST / GRAFIEK 4X</a:t>
            </a:r>
          </a:p>
        </p:txBody>
      </p:sp>
      <p:sp>
        <p:nvSpPr>
          <p:cNvPr id="21" name="Tijdelijke aanduiding voor grafiek 17">
            <a:extLst>
              <a:ext uri="{FF2B5EF4-FFF2-40B4-BE49-F238E27FC236}">
                <a16:creationId xmlns:a16="http://schemas.microsoft.com/office/drawing/2014/main" id="{92172253-6D4B-4AC5-AA1C-319C8E5A71AE}"/>
              </a:ext>
            </a:extLst>
          </p:cNvPr>
          <p:cNvSpPr>
            <a:spLocks noGrp="1"/>
          </p:cNvSpPr>
          <p:nvPr>
            <p:ph type="chart" sz="quarter" idx="15" hasCustomPrompt="1"/>
          </p:nvPr>
        </p:nvSpPr>
        <p:spPr>
          <a:xfrm>
            <a:off x="8783618" y="1459111"/>
            <a:ext cx="2868127" cy="1878840"/>
          </a:xfrm>
          <a:solidFill>
            <a:schemeClr val="bg1">
              <a:lumMod val="95000"/>
            </a:schemeClr>
          </a:solidFill>
        </p:spPr>
        <p:txBody>
          <a:bodyPr lIns="432000" tIns="360000" rIns="432000"/>
          <a:lstStyle>
            <a:lvl1pPr marL="0" indent="0" algn="ctr">
              <a:buNone/>
              <a:defRPr sz="1200" i="1">
                <a:solidFill>
                  <a:schemeClr val="bg1">
                    <a:lumMod val="50000"/>
                  </a:schemeClr>
                </a:solidFill>
              </a:defRPr>
            </a:lvl1pPr>
          </a:lstStyle>
          <a:p>
            <a:r>
              <a:rPr lang="nl-NL" noProof="0"/>
              <a:t>Klik op onderstaand pictogram om een grafiek in te voegen</a:t>
            </a:r>
          </a:p>
        </p:txBody>
      </p:sp>
      <p:cxnSp>
        <p:nvCxnSpPr>
          <p:cNvPr id="23" name="Rechte verbindingslijn 22">
            <a:extLst>
              <a:ext uri="{FF2B5EF4-FFF2-40B4-BE49-F238E27FC236}">
                <a16:creationId xmlns:a16="http://schemas.microsoft.com/office/drawing/2014/main" id="{F758FBF6-EBB0-4F05-96EB-8AEB1E4BB59E}"/>
              </a:ext>
            </a:extLst>
          </p:cNvPr>
          <p:cNvCxnSpPr>
            <a:cxnSpLocks/>
          </p:cNvCxnSpPr>
          <p:nvPr userDrawn="1"/>
        </p:nvCxnSpPr>
        <p:spPr>
          <a:xfrm>
            <a:off x="5015238" y="1446663"/>
            <a:ext cx="0" cy="4121624"/>
          </a:xfrm>
          <a:prstGeom prst="line">
            <a:avLst/>
          </a:prstGeom>
          <a:ln w="19050" cap="rnd">
            <a:solidFill>
              <a:schemeClr val="accent1"/>
            </a:solidFill>
            <a:prstDash val="solid"/>
            <a:round/>
          </a:ln>
        </p:spPr>
        <p:style>
          <a:lnRef idx="1">
            <a:schemeClr val="accent1"/>
          </a:lnRef>
          <a:fillRef idx="0">
            <a:schemeClr val="accent1"/>
          </a:fillRef>
          <a:effectRef idx="0">
            <a:schemeClr val="accent1"/>
          </a:effectRef>
          <a:fontRef idx="minor">
            <a:schemeClr val="tx1"/>
          </a:fontRef>
        </p:style>
      </p:cxnSp>
      <p:sp>
        <p:nvSpPr>
          <p:cNvPr id="24" name="Tijdelijke aanduiding voor tekst 43">
            <a:extLst>
              <a:ext uri="{FF2B5EF4-FFF2-40B4-BE49-F238E27FC236}">
                <a16:creationId xmlns:a16="http://schemas.microsoft.com/office/drawing/2014/main" id="{E054E093-0CA2-4AA3-9379-A9449CBE767D}"/>
              </a:ext>
            </a:extLst>
          </p:cNvPr>
          <p:cNvSpPr>
            <a:spLocks noGrp="1"/>
          </p:cNvSpPr>
          <p:nvPr>
            <p:ph type="body" sz="quarter" idx="16" hasCustomPrompt="1"/>
          </p:nvPr>
        </p:nvSpPr>
        <p:spPr>
          <a:xfrm>
            <a:off x="540000" y="0"/>
            <a:ext cx="1080000" cy="72000"/>
          </a:xfrm>
          <a:solidFill>
            <a:schemeClr val="accent1"/>
          </a:solidFill>
        </p:spPr>
        <p:txBody>
          <a:bodyPr/>
          <a:lstStyle>
            <a:lvl1pPr marL="0" indent="0">
              <a:buNone/>
              <a:defRPr sz="100">
                <a:solidFill>
                  <a:schemeClr val="bg2"/>
                </a:solidFill>
              </a:defRPr>
            </a:lvl1pPr>
            <a:lvl5pPr>
              <a:defRPr/>
            </a:lvl5pPr>
          </a:lstStyle>
          <a:p>
            <a:pPr lvl="0"/>
            <a:r>
              <a:rPr lang="en-GB"/>
              <a:t> </a:t>
            </a:r>
          </a:p>
        </p:txBody>
      </p:sp>
      <p:grpSp>
        <p:nvGrpSpPr>
          <p:cNvPr id="13" name="GRID" hidden="1">
            <a:extLst>
              <a:ext uri="{FF2B5EF4-FFF2-40B4-BE49-F238E27FC236}">
                <a16:creationId xmlns:a16="http://schemas.microsoft.com/office/drawing/2014/main" id="{2E339E7B-E5F0-4BB0-A7A8-08523662B92C}"/>
              </a:ext>
            </a:extLst>
          </p:cNvPr>
          <p:cNvGrpSpPr/>
          <p:nvPr userDrawn="1"/>
        </p:nvGrpSpPr>
        <p:grpSpPr>
          <a:xfrm>
            <a:off x="0" y="0"/>
            <a:ext cx="12192000" cy="6858000"/>
            <a:chOff x="0" y="0"/>
            <a:chExt cx="12192000" cy="6858000"/>
          </a:xfrm>
          <a:solidFill>
            <a:schemeClr val="tx1">
              <a:alpha val="30000"/>
            </a:schemeClr>
          </a:solidFill>
        </p:grpSpPr>
        <p:sp>
          <p:nvSpPr>
            <p:cNvPr id="14" name="Rechthoek 13">
              <a:extLst>
                <a:ext uri="{FF2B5EF4-FFF2-40B4-BE49-F238E27FC236}">
                  <a16:creationId xmlns:a16="http://schemas.microsoft.com/office/drawing/2014/main" id="{04FEBC71-862F-4C04-AFB8-6DB58D37BD7A}"/>
                </a:ext>
              </a:extLst>
            </p:cNvPr>
            <p:cNvSpPr/>
            <p:nvPr userDrawn="1"/>
          </p:nvSpPr>
          <p:spPr>
            <a:xfrm>
              <a:off x="0" y="0"/>
              <a:ext cx="12192000" cy="5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5" name="Rechthoek 14">
              <a:extLst>
                <a:ext uri="{FF2B5EF4-FFF2-40B4-BE49-F238E27FC236}">
                  <a16:creationId xmlns:a16="http://schemas.microsoft.com/office/drawing/2014/main" id="{0333C89B-97F8-441B-8124-3FCC1D1260BC}"/>
                </a:ext>
              </a:extLst>
            </p:cNvPr>
            <p:cNvSpPr/>
            <p:nvPr userDrawn="1"/>
          </p:nvSpPr>
          <p:spPr>
            <a:xfrm>
              <a:off x="0"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6" name="Rechthoek 15">
              <a:extLst>
                <a:ext uri="{FF2B5EF4-FFF2-40B4-BE49-F238E27FC236}">
                  <a16:creationId xmlns:a16="http://schemas.microsoft.com/office/drawing/2014/main" id="{59F01AF4-B6CB-4934-BDD9-96E56D3A7D49}"/>
                </a:ext>
              </a:extLst>
            </p:cNvPr>
            <p:cNvSpPr/>
            <p:nvPr userDrawn="1"/>
          </p:nvSpPr>
          <p:spPr>
            <a:xfrm>
              <a:off x="11652000"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9" name="Rechthoek 18">
              <a:extLst>
                <a:ext uri="{FF2B5EF4-FFF2-40B4-BE49-F238E27FC236}">
                  <a16:creationId xmlns:a16="http://schemas.microsoft.com/office/drawing/2014/main" id="{B6B9EB7F-0454-4FE8-8F4A-0FDE18AF83EB}"/>
                </a:ext>
              </a:extLst>
            </p:cNvPr>
            <p:cNvSpPr/>
            <p:nvPr userDrawn="1"/>
          </p:nvSpPr>
          <p:spPr>
            <a:xfrm>
              <a:off x="0" y="1099111"/>
              <a:ext cx="12192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0" name="Rechthoek 19">
              <a:extLst>
                <a:ext uri="{FF2B5EF4-FFF2-40B4-BE49-F238E27FC236}">
                  <a16:creationId xmlns:a16="http://schemas.microsoft.com/office/drawing/2014/main" id="{A0471D66-391B-4CA0-9CE3-3508EB3D7096}"/>
                </a:ext>
              </a:extLst>
            </p:cNvPr>
            <p:cNvSpPr/>
            <p:nvPr userDrawn="1"/>
          </p:nvSpPr>
          <p:spPr>
            <a:xfrm>
              <a:off x="0" y="6678000"/>
              <a:ext cx="12192000" cy="18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2" name="Rechthoek 21">
              <a:extLst>
                <a:ext uri="{FF2B5EF4-FFF2-40B4-BE49-F238E27FC236}">
                  <a16:creationId xmlns:a16="http://schemas.microsoft.com/office/drawing/2014/main" id="{F607FFD1-EE10-4EE4-974D-D68FF051167C}"/>
                </a:ext>
              </a:extLst>
            </p:cNvPr>
            <p:cNvSpPr/>
            <p:nvPr userDrawn="1"/>
          </p:nvSpPr>
          <p:spPr>
            <a:xfrm>
              <a:off x="0" y="5906871"/>
              <a:ext cx="12192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5" name="Rechthoek 24">
              <a:extLst>
                <a:ext uri="{FF2B5EF4-FFF2-40B4-BE49-F238E27FC236}">
                  <a16:creationId xmlns:a16="http://schemas.microsoft.com/office/drawing/2014/main" id="{267B1A24-E5B5-44EF-BB26-289EC0FC99CF}"/>
                </a:ext>
              </a:extLst>
            </p:cNvPr>
            <p:cNvSpPr/>
            <p:nvPr userDrawn="1"/>
          </p:nvSpPr>
          <p:spPr>
            <a:xfrm>
              <a:off x="0" y="6295673"/>
              <a:ext cx="12192000" cy="18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6" name="Rechthoek 25">
              <a:extLst>
                <a:ext uri="{FF2B5EF4-FFF2-40B4-BE49-F238E27FC236}">
                  <a16:creationId xmlns:a16="http://schemas.microsoft.com/office/drawing/2014/main" id="{05615BB2-213B-4BE9-9A19-7700EE534E20}"/>
                </a:ext>
              </a:extLst>
            </p:cNvPr>
            <p:cNvSpPr/>
            <p:nvPr userDrawn="1"/>
          </p:nvSpPr>
          <p:spPr>
            <a:xfrm>
              <a:off x="0" y="5578887"/>
              <a:ext cx="12192000" cy="18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7" name="Rechthoek 26">
              <a:extLst>
                <a:ext uri="{FF2B5EF4-FFF2-40B4-BE49-F238E27FC236}">
                  <a16:creationId xmlns:a16="http://schemas.microsoft.com/office/drawing/2014/main" id="{7B4D9E53-D3BA-46E2-B48B-1C4CE63D58E8}"/>
                </a:ext>
              </a:extLst>
            </p:cNvPr>
            <p:cNvSpPr/>
            <p:nvPr userDrawn="1"/>
          </p:nvSpPr>
          <p:spPr>
            <a:xfrm>
              <a:off x="12024980" y="0"/>
              <a:ext cx="16702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8" name="Rechthoek 27">
              <a:extLst>
                <a:ext uri="{FF2B5EF4-FFF2-40B4-BE49-F238E27FC236}">
                  <a16:creationId xmlns:a16="http://schemas.microsoft.com/office/drawing/2014/main" id="{ACE0CB45-9785-4BE8-B63D-A19B8F833E83}"/>
                </a:ext>
              </a:extLst>
            </p:cNvPr>
            <p:cNvSpPr/>
            <p:nvPr userDrawn="1"/>
          </p:nvSpPr>
          <p:spPr>
            <a:xfrm>
              <a:off x="0" y="0"/>
              <a:ext cx="16702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31" name="Rechthoek 30">
              <a:extLst>
                <a:ext uri="{FF2B5EF4-FFF2-40B4-BE49-F238E27FC236}">
                  <a16:creationId xmlns:a16="http://schemas.microsoft.com/office/drawing/2014/main" id="{E2FF30C8-090C-4BBB-B89D-01F3F22EDF02}"/>
                </a:ext>
              </a:extLst>
            </p:cNvPr>
            <p:cNvSpPr/>
            <p:nvPr userDrawn="1"/>
          </p:nvSpPr>
          <p:spPr>
            <a:xfrm>
              <a:off x="5555238" y="3338999"/>
              <a:ext cx="6636762"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33" name="Rechthoek 32">
              <a:extLst>
                <a:ext uri="{FF2B5EF4-FFF2-40B4-BE49-F238E27FC236}">
                  <a16:creationId xmlns:a16="http://schemas.microsoft.com/office/drawing/2014/main" id="{1C1AAD92-DAF5-42DC-B208-3E7B81FCA52A}"/>
                </a:ext>
              </a:extLst>
            </p:cNvPr>
            <p:cNvSpPr/>
            <p:nvPr userDrawn="1"/>
          </p:nvSpPr>
          <p:spPr>
            <a:xfrm>
              <a:off x="5015238"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34" name="Rechthoek 33">
              <a:extLst>
                <a:ext uri="{FF2B5EF4-FFF2-40B4-BE49-F238E27FC236}">
                  <a16:creationId xmlns:a16="http://schemas.microsoft.com/office/drawing/2014/main" id="{0461148A-D9B1-4FF0-B385-8C21A76C3054}"/>
                </a:ext>
              </a:extLst>
            </p:cNvPr>
            <p:cNvSpPr/>
            <p:nvPr userDrawn="1"/>
          </p:nvSpPr>
          <p:spPr>
            <a:xfrm>
              <a:off x="4475238"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35" name="Rechthoek 34">
              <a:extLst>
                <a:ext uri="{FF2B5EF4-FFF2-40B4-BE49-F238E27FC236}">
                  <a16:creationId xmlns:a16="http://schemas.microsoft.com/office/drawing/2014/main" id="{073B0056-68B2-4760-9151-D257D1A5794C}"/>
                </a:ext>
              </a:extLst>
            </p:cNvPr>
            <p:cNvSpPr/>
            <p:nvPr userDrawn="1"/>
          </p:nvSpPr>
          <p:spPr>
            <a:xfrm>
              <a:off x="8423619" y="1099111"/>
              <a:ext cx="360000" cy="51677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sp>
        <p:nvSpPr>
          <p:cNvPr id="32" name="Tijdelijke aanduiding voor grafiek 17">
            <a:extLst>
              <a:ext uri="{FF2B5EF4-FFF2-40B4-BE49-F238E27FC236}">
                <a16:creationId xmlns:a16="http://schemas.microsoft.com/office/drawing/2014/main" id="{0E9B9AC0-03CF-4DAA-9E37-B0A637E3422E}"/>
              </a:ext>
            </a:extLst>
          </p:cNvPr>
          <p:cNvSpPr>
            <a:spLocks noGrp="1"/>
          </p:cNvSpPr>
          <p:nvPr>
            <p:ph type="chart" sz="quarter" idx="17" hasCustomPrompt="1"/>
          </p:nvPr>
        </p:nvSpPr>
        <p:spPr>
          <a:xfrm>
            <a:off x="8783618" y="3698999"/>
            <a:ext cx="2868128" cy="1878840"/>
          </a:xfrm>
          <a:solidFill>
            <a:schemeClr val="bg1">
              <a:lumMod val="95000"/>
            </a:schemeClr>
          </a:solidFill>
        </p:spPr>
        <p:txBody>
          <a:bodyPr lIns="432000" tIns="360000" rIns="432000"/>
          <a:lstStyle>
            <a:lvl1pPr marL="0" indent="0" algn="ctr">
              <a:buNone/>
              <a:defRPr sz="1200" i="1">
                <a:solidFill>
                  <a:schemeClr val="bg1">
                    <a:lumMod val="50000"/>
                  </a:schemeClr>
                </a:solidFill>
              </a:defRPr>
            </a:lvl1pPr>
          </a:lstStyle>
          <a:p>
            <a:r>
              <a:rPr lang="nl-NL" noProof="0"/>
              <a:t>Klik op onderstaand pictogram om een grafiek in te voegen</a:t>
            </a:r>
          </a:p>
        </p:txBody>
      </p:sp>
      <p:sp>
        <p:nvSpPr>
          <p:cNvPr id="36" name="Tijdelijke aanduiding voor grafiek 17">
            <a:extLst>
              <a:ext uri="{FF2B5EF4-FFF2-40B4-BE49-F238E27FC236}">
                <a16:creationId xmlns:a16="http://schemas.microsoft.com/office/drawing/2014/main" id="{6424E38A-BE64-4611-8EA6-56DEDA6F1288}"/>
              </a:ext>
            </a:extLst>
          </p:cNvPr>
          <p:cNvSpPr>
            <a:spLocks noGrp="1"/>
          </p:cNvSpPr>
          <p:nvPr>
            <p:ph type="chart" sz="quarter" idx="18" hasCustomPrompt="1"/>
          </p:nvPr>
        </p:nvSpPr>
        <p:spPr>
          <a:xfrm>
            <a:off x="5555364" y="1459111"/>
            <a:ext cx="2868127" cy="1878840"/>
          </a:xfrm>
          <a:solidFill>
            <a:schemeClr val="bg1">
              <a:lumMod val="95000"/>
            </a:schemeClr>
          </a:solidFill>
        </p:spPr>
        <p:txBody>
          <a:bodyPr lIns="432000" tIns="360000" rIns="432000"/>
          <a:lstStyle>
            <a:lvl1pPr marL="0" indent="0" algn="ctr">
              <a:buNone/>
              <a:defRPr sz="1200" i="1">
                <a:solidFill>
                  <a:schemeClr val="bg1">
                    <a:lumMod val="50000"/>
                  </a:schemeClr>
                </a:solidFill>
              </a:defRPr>
            </a:lvl1pPr>
          </a:lstStyle>
          <a:p>
            <a:r>
              <a:rPr lang="nl-NL" noProof="0"/>
              <a:t>Klik op onderstaand pictogram om een grafiek in te voegen</a:t>
            </a:r>
          </a:p>
        </p:txBody>
      </p:sp>
      <p:sp>
        <p:nvSpPr>
          <p:cNvPr id="37" name="Tijdelijke aanduiding voor grafiek 17">
            <a:extLst>
              <a:ext uri="{FF2B5EF4-FFF2-40B4-BE49-F238E27FC236}">
                <a16:creationId xmlns:a16="http://schemas.microsoft.com/office/drawing/2014/main" id="{B1695F49-FFC5-4D3F-8068-C37855441895}"/>
              </a:ext>
            </a:extLst>
          </p:cNvPr>
          <p:cNvSpPr>
            <a:spLocks noGrp="1"/>
          </p:cNvSpPr>
          <p:nvPr>
            <p:ph type="chart" sz="quarter" idx="19" hasCustomPrompt="1"/>
          </p:nvPr>
        </p:nvSpPr>
        <p:spPr>
          <a:xfrm>
            <a:off x="5555364" y="3698999"/>
            <a:ext cx="2868128" cy="1878840"/>
          </a:xfrm>
          <a:solidFill>
            <a:schemeClr val="bg1">
              <a:lumMod val="95000"/>
            </a:schemeClr>
          </a:solidFill>
        </p:spPr>
        <p:txBody>
          <a:bodyPr lIns="432000" tIns="360000" rIns="432000"/>
          <a:lstStyle>
            <a:lvl1pPr marL="0" indent="0" algn="ctr">
              <a:buNone/>
              <a:defRPr sz="1200" i="1">
                <a:solidFill>
                  <a:schemeClr val="bg1">
                    <a:lumMod val="50000"/>
                  </a:schemeClr>
                </a:solidFill>
              </a:defRPr>
            </a:lvl1pPr>
          </a:lstStyle>
          <a:p>
            <a:r>
              <a:rPr lang="nl-NL" noProof="0"/>
              <a:t>Klik op onderstaand pictogram om een grafiek in te voegen</a:t>
            </a:r>
          </a:p>
        </p:txBody>
      </p:sp>
      <p:grpSp>
        <p:nvGrpSpPr>
          <p:cNvPr id="418" name="Instructie">
            <a:extLst>
              <a:ext uri="{FF2B5EF4-FFF2-40B4-BE49-F238E27FC236}">
                <a16:creationId xmlns:a16="http://schemas.microsoft.com/office/drawing/2014/main" id="{A8B8F7EF-3A13-48A2-95FA-AA9A10F3EB22}"/>
              </a:ext>
            </a:extLst>
          </p:cNvPr>
          <p:cNvGrpSpPr/>
          <p:nvPr userDrawn="1"/>
        </p:nvGrpSpPr>
        <p:grpSpPr>
          <a:xfrm>
            <a:off x="12389714" y="5221435"/>
            <a:ext cx="3183677" cy="1636565"/>
            <a:chOff x="12389714" y="4327164"/>
            <a:chExt cx="3183677" cy="1636565"/>
          </a:xfrm>
        </p:grpSpPr>
        <p:cxnSp>
          <p:nvCxnSpPr>
            <p:cNvPr id="419" name="Rechte verbindingslijn 418">
              <a:extLst>
                <a:ext uri="{FF2B5EF4-FFF2-40B4-BE49-F238E27FC236}">
                  <a16:creationId xmlns:a16="http://schemas.microsoft.com/office/drawing/2014/main" id="{998D5AE6-00E6-422E-A152-7A648EA4B8A5}"/>
                </a:ext>
              </a:extLst>
            </p:cNvPr>
            <p:cNvCxnSpPr>
              <a:cxnSpLocks/>
            </p:cNvCxnSpPr>
            <p:nvPr userDrawn="1"/>
          </p:nvCxnSpPr>
          <p:spPr>
            <a:xfrm>
              <a:off x="12395374" y="5963729"/>
              <a:ext cx="3178017" cy="0"/>
            </a:xfrm>
            <a:prstGeom prst="line">
              <a:avLst/>
            </a:prstGeom>
            <a:noFill/>
            <a:ln w="3175" cap="flat" cmpd="sng" algn="ctr">
              <a:solidFill>
                <a:schemeClr val="bg1">
                  <a:lumMod val="50000"/>
                </a:schemeClr>
              </a:solidFill>
              <a:prstDash val="solid"/>
            </a:ln>
            <a:effectLst/>
          </p:spPr>
        </p:cxnSp>
        <p:sp>
          <p:nvSpPr>
            <p:cNvPr id="420" name="Rechthoek 419">
              <a:extLst>
                <a:ext uri="{FF2B5EF4-FFF2-40B4-BE49-F238E27FC236}">
                  <a16:creationId xmlns:a16="http://schemas.microsoft.com/office/drawing/2014/main" id="{87339964-7A76-4979-8B96-386DB6812516}"/>
                </a:ext>
              </a:extLst>
            </p:cNvPr>
            <p:cNvSpPr/>
            <p:nvPr userDrawn="1"/>
          </p:nvSpPr>
          <p:spPr>
            <a:xfrm>
              <a:off x="12395375" y="4327164"/>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bg1">
                      <a:lumMod val="50000"/>
                    </a:schemeClr>
                  </a:solidFill>
                  <a:effectLst/>
                  <a:uLnTx/>
                  <a:uFillTx/>
                  <a:latin typeface="+mj-lt"/>
                  <a:cs typeface="Segoe UI Light" panose="020B0502040204020203" pitchFamily="34" charset="0"/>
                </a:rPr>
                <a:t>Data van de Grafiek Bewerken</a:t>
              </a:r>
            </a:p>
          </p:txBody>
        </p:sp>
        <p:sp>
          <p:nvSpPr>
            <p:cNvPr id="421" name="Ovaal 420">
              <a:extLst>
                <a:ext uri="{FF2B5EF4-FFF2-40B4-BE49-F238E27FC236}">
                  <a16:creationId xmlns:a16="http://schemas.microsoft.com/office/drawing/2014/main" id="{1F065359-48A9-493C-BD7C-79FFC4490732}"/>
                </a:ext>
              </a:extLst>
            </p:cNvPr>
            <p:cNvSpPr/>
            <p:nvPr userDrawn="1"/>
          </p:nvSpPr>
          <p:spPr>
            <a:xfrm>
              <a:off x="12389714" y="4706254"/>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422" name="Rechte verbindingslijn 421">
              <a:extLst>
                <a:ext uri="{FF2B5EF4-FFF2-40B4-BE49-F238E27FC236}">
                  <a16:creationId xmlns:a16="http://schemas.microsoft.com/office/drawing/2014/main" id="{6036E041-104F-46E6-997B-2DF47F1F2ED8}"/>
                </a:ext>
              </a:extLst>
            </p:cNvPr>
            <p:cNvCxnSpPr>
              <a:cxnSpLocks/>
            </p:cNvCxnSpPr>
            <p:nvPr userDrawn="1"/>
          </p:nvCxnSpPr>
          <p:spPr>
            <a:xfrm>
              <a:off x="12395374" y="4584932"/>
              <a:ext cx="3178017" cy="0"/>
            </a:xfrm>
            <a:prstGeom prst="line">
              <a:avLst/>
            </a:prstGeom>
            <a:noFill/>
            <a:ln w="3175" cap="flat" cmpd="sng" algn="ctr">
              <a:solidFill>
                <a:schemeClr val="bg1">
                  <a:lumMod val="50000"/>
                </a:schemeClr>
              </a:solidFill>
              <a:prstDash val="solid"/>
            </a:ln>
            <a:effectLst/>
          </p:spPr>
        </p:cxnSp>
        <p:sp>
          <p:nvSpPr>
            <p:cNvPr id="423" name="Rechthoek 422">
              <a:extLst>
                <a:ext uri="{FF2B5EF4-FFF2-40B4-BE49-F238E27FC236}">
                  <a16:creationId xmlns:a16="http://schemas.microsoft.com/office/drawing/2014/main" id="{6D396B29-18EF-41AE-86F4-94591D967DEF}"/>
                </a:ext>
              </a:extLst>
            </p:cNvPr>
            <p:cNvSpPr/>
            <p:nvPr userDrawn="1"/>
          </p:nvSpPr>
          <p:spPr>
            <a:xfrm>
              <a:off x="12755395" y="4772316"/>
              <a:ext cx="2817995" cy="314439"/>
            </a:xfrm>
            <a:prstGeom prst="rect">
              <a:avLst/>
            </a:prstGeom>
            <a:noFill/>
            <a:ln w="25400" cap="flat" cmpd="sng" algn="ctr">
              <a:noFill/>
              <a:prstDash val="solid"/>
            </a:ln>
            <a:effectLst/>
          </p:spPr>
          <p:txBody>
            <a:bodyPr lIns="0" tIns="0" rIns="0" bIns="0" rtlCol="0" anchor="t"/>
            <a:lstStyle/>
            <a:p>
              <a:pPr lvl="0" fontAlgn="auto">
                <a:spcBef>
                  <a:spcPts val="0"/>
                </a:spcBef>
                <a:spcAft>
                  <a:spcPts val="0"/>
                </a:spcAft>
                <a:defRPr/>
              </a:pPr>
              <a:r>
                <a:rPr lang="nl-NL" sz="1100" kern="0" noProof="0">
                  <a:solidFill>
                    <a:schemeClr val="tx1"/>
                  </a:solidFill>
                  <a:latin typeface="+mn-lt"/>
                  <a:cs typeface="Segoe UI Light" panose="020B0502040204020203" pitchFamily="34" charset="0"/>
                </a:rPr>
                <a:t>Selecteer de grafiek, klik met de rechter muisknop en kies </a:t>
              </a:r>
              <a:r>
                <a:rPr lang="nl-NL" sz="1100" b="1" kern="0" noProof="0">
                  <a:solidFill>
                    <a:schemeClr val="tx1"/>
                  </a:solidFill>
                  <a:latin typeface="+mn-lt"/>
                  <a:cs typeface="Segoe UI Light" panose="020B0502040204020203" pitchFamily="34" charset="0"/>
                </a:rPr>
                <a:t>‘Gegevens bewerken’</a:t>
              </a:r>
            </a:p>
          </p:txBody>
        </p:sp>
        <p:grpSp>
          <p:nvGrpSpPr>
            <p:cNvPr id="424" name="Groep 423">
              <a:extLst>
                <a:ext uri="{FF2B5EF4-FFF2-40B4-BE49-F238E27FC236}">
                  <a16:creationId xmlns:a16="http://schemas.microsoft.com/office/drawing/2014/main" id="{6B324597-DA5C-4C55-BD3D-4EF780D1865D}"/>
                </a:ext>
              </a:extLst>
            </p:cNvPr>
            <p:cNvGrpSpPr/>
            <p:nvPr userDrawn="1"/>
          </p:nvGrpSpPr>
          <p:grpSpPr>
            <a:xfrm>
              <a:off x="12755394" y="5222855"/>
              <a:ext cx="1714530" cy="639425"/>
              <a:chOff x="12757283" y="4365594"/>
              <a:chExt cx="1714530" cy="639425"/>
            </a:xfrm>
          </p:grpSpPr>
          <p:sp>
            <p:nvSpPr>
              <p:cNvPr id="425" name="Rechthoek 424">
                <a:extLst>
                  <a:ext uri="{FF2B5EF4-FFF2-40B4-BE49-F238E27FC236}">
                    <a16:creationId xmlns:a16="http://schemas.microsoft.com/office/drawing/2014/main" id="{6980CF4C-67A1-414E-B37E-2499F4A711E3}"/>
                  </a:ext>
                </a:extLst>
              </p:cNvPr>
              <p:cNvSpPr/>
              <p:nvPr userDrawn="1"/>
            </p:nvSpPr>
            <p:spPr>
              <a:xfrm>
                <a:off x="12757283" y="4365594"/>
                <a:ext cx="1626818"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426" name="Rechthoek 425">
                <a:extLst>
                  <a:ext uri="{FF2B5EF4-FFF2-40B4-BE49-F238E27FC236}">
                    <a16:creationId xmlns:a16="http://schemas.microsoft.com/office/drawing/2014/main" id="{22A7E34C-3A28-4878-9B2D-95B7DA5D526F}"/>
                  </a:ext>
                </a:extLst>
              </p:cNvPr>
              <p:cNvSpPr/>
              <p:nvPr userDrawn="1"/>
            </p:nvSpPr>
            <p:spPr>
              <a:xfrm>
                <a:off x="12768263" y="4676983"/>
                <a:ext cx="1609231" cy="261256"/>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427" name="Tekstvak 426">
                <a:extLst>
                  <a:ext uri="{FF2B5EF4-FFF2-40B4-BE49-F238E27FC236}">
                    <a16:creationId xmlns:a16="http://schemas.microsoft.com/office/drawing/2014/main" id="{6E3CFEC3-CABC-404E-BAA3-389B3892DE68}"/>
                  </a:ext>
                </a:extLst>
              </p:cNvPr>
              <p:cNvSpPr txBox="1"/>
              <p:nvPr userDrawn="1"/>
            </p:nvSpPr>
            <p:spPr>
              <a:xfrm>
                <a:off x="12997648" y="4404704"/>
                <a:ext cx="1248154" cy="216982"/>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Arial" panose="020B0604020202020204" pitchFamily="34" charset="0"/>
                    <a:ea typeface="+mn-ea"/>
                    <a:cs typeface="Arial" panose="020B0604020202020204" pitchFamily="34" charset="0"/>
                  </a:rPr>
                  <a:t>Grafiektype wijzigen</a:t>
                </a:r>
              </a:p>
            </p:txBody>
          </p:sp>
          <p:sp>
            <p:nvSpPr>
              <p:cNvPr id="428" name="Tekstvak 427">
                <a:extLst>
                  <a:ext uri="{FF2B5EF4-FFF2-40B4-BE49-F238E27FC236}">
                    <a16:creationId xmlns:a16="http://schemas.microsoft.com/office/drawing/2014/main" id="{78C9B979-4DBC-45E0-9F32-8F6DD473DC03}"/>
                  </a:ext>
                </a:extLst>
              </p:cNvPr>
              <p:cNvSpPr txBox="1"/>
              <p:nvPr userDrawn="1"/>
            </p:nvSpPr>
            <p:spPr>
              <a:xfrm>
                <a:off x="12984219" y="4725830"/>
                <a:ext cx="1274711" cy="216982"/>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Arial" panose="020B0604020202020204" pitchFamily="34" charset="0"/>
                    <a:ea typeface="+mn-ea"/>
                    <a:cs typeface="Arial" panose="020B0604020202020204" pitchFamily="34" charset="0"/>
                  </a:rPr>
                  <a:t>Gegevens bewerken</a:t>
                </a:r>
              </a:p>
            </p:txBody>
          </p:sp>
          <p:pic>
            <p:nvPicPr>
              <p:cNvPr id="429" name="Picture 3">
                <a:extLst>
                  <a:ext uri="{FF2B5EF4-FFF2-40B4-BE49-F238E27FC236}">
                    <a16:creationId xmlns:a16="http://schemas.microsoft.com/office/drawing/2014/main" id="{9CB52205-8507-430A-A801-AEA31C0E7815}"/>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4328727" y="4773688"/>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30" name="Groep 429">
                <a:extLst>
                  <a:ext uri="{FF2B5EF4-FFF2-40B4-BE49-F238E27FC236}">
                    <a16:creationId xmlns:a16="http://schemas.microsoft.com/office/drawing/2014/main" id="{0A16ECF3-609F-4BBD-8A3E-A8D6B8A37936}"/>
                  </a:ext>
                </a:extLst>
              </p:cNvPr>
              <p:cNvGrpSpPr/>
              <p:nvPr userDrawn="1"/>
            </p:nvGrpSpPr>
            <p:grpSpPr>
              <a:xfrm>
                <a:off x="12831198" y="4432250"/>
                <a:ext cx="139861" cy="152244"/>
                <a:chOff x="12574450" y="6053892"/>
                <a:chExt cx="169232" cy="184215"/>
              </a:xfrm>
            </p:grpSpPr>
            <p:sp>
              <p:nvSpPr>
                <p:cNvPr id="453" name="Rechthoek 452">
                  <a:extLst>
                    <a:ext uri="{FF2B5EF4-FFF2-40B4-BE49-F238E27FC236}">
                      <a16:creationId xmlns:a16="http://schemas.microsoft.com/office/drawing/2014/main" id="{5B5FEE48-1258-49D5-A854-30CD06F7A6CE}"/>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sp>
              <p:nvSpPr>
                <p:cNvPr id="454" name="Rechthoek 453">
                  <a:extLst>
                    <a:ext uri="{FF2B5EF4-FFF2-40B4-BE49-F238E27FC236}">
                      <a16:creationId xmlns:a16="http://schemas.microsoft.com/office/drawing/2014/main" id="{8AE17A5C-B8FD-4A4F-AD02-DC572E182CA7}"/>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sp>
              <p:nvSpPr>
                <p:cNvPr id="455" name="Rechthoek 454">
                  <a:extLst>
                    <a:ext uri="{FF2B5EF4-FFF2-40B4-BE49-F238E27FC236}">
                      <a16:creationId xmlns:a16="http://schemas.microsoft.com/office/drawing/2014/main" id="{83D84286-E9E9-4F59-BDFD-AD4646D64DFC}"/>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grpSp>
          <p:grpSp>
            <p:nvGrpSpPr>
              <p:cNvPr id="431" name="Groep 430">
                <a:extLst>
                  <a:ext uri="{FF2B5EF4-FFF2-40B4-BE49-F238E27FC236}">
                    <a16:creationId xmlns:a16="http://schemas.microsoft.com/office/drawing/2014/main" id="{E1C2B487-6CE0-484C-B95E-029BB5AE4517}"/>
                  </a:ext>
                </a:extLst>
              </p:cNvPr>
              <p:cNvGrpSpPr/>
              <p:nvPr userDrawn="1"/>
            </p:nvGrpSpPr>
            <p:grpSpPr>
              <a:xfrm>
                <a:off x="12831198" y="4748585"/>
                <a:ext cx="184916" cy="120210"/>
                <a:chOff x="8815516" y="1076284"/>
                <a:chExt cx="503174" cy="327105"/>
              </a:xfrm>
            </p:grpSpPr>
            <p:sp>
              <p:nvSpPr>
                <p:cNvPr id="432" name="Rechthoek 431">
                  <a:extLst>
                    <a:ext uri="{FF2B5EF4-FFF2-40B4-BE49-F238E27FC236}">
                      <a16:creationId xmlns:a16="http://schemas.microsoft.com/office/drawing/2014/main" id="{6592CF00-E248-47C9-80AF-33868D82572E}"/>
                    </a:ext>
                  </a:extLst>
                </p:cNvPr>
                <p:cNvSpPr/>
                <p:nvPr userDrawn="1"/>
              </p:nvSpPr>
              <p:spPr>
                <a:xfrm>
                  <a:off x="8815516" y="1133167"/>
                  <a:ext cx="372729" cy="235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grpSp>
              <p:nvGrpSpPr>
                <p:cNvPr id="433" name="Groep 432">
                  <a:extLst>
                    <a:ext uri="{FF2B5EF4-FFF2-40B4-BE49-F238E27FC236}">
                      <a16:creationId xmlns:a16="http://schemas.microsoft.com/office/drawing/2014/main" id="{CADD19E5-32B8-4157-B5C9-C26C4C346FAC}"/>
                    </a:ext>
                  </a:extLst>
                </p:cNvPr>
                <p:cNvGrpSpPr/>
                <p:nvPr userDrawn="1"/>
              </p:nvGrpSpPr>
              <p:grpSpPr>
                <a:xfrm>
                  <a:off x="8815517" y="1076284"/>
                  <a:ext cx="503173" cy="327105"/>
                  <a:chOff x="1351248" y="-683635"/>
                  <a:chExt cx="503173" cy="327105"/>
                </a:xfrm>
              </p:grpSpPr>
              <p:grpSp>
                <p:nvGrpSpPr>
                  <p:cNvPr id="434" name="Groep 433">
                    <a:extLst>
                      <a:ext uri="{FF2B5EF4-FFF2-40B4-BE49-F238E27FC236}">
                        <a16:creationId xmlns:a16="http://schemas.microsoft.com/office/drawing/2014/main" id="{5E284D45-2D6C-403E-B11A-E93FC40E44EB}"/>
                      </a:ext>
                    </a:extLst>
                  </p:cNvPr>
                  <p:cNvGrpSpPr/>
                  <p:nvPr userDrawn="1"/>
                </p:nvGrpSpPr>
                <p:grpSpPr>
                  <a:xfrm>
                    <a:off x="1351248" y="-683635"/>
                    <a:ext cx="375186" cy="293652"/>
                    <a:chOff x="1094874" y="-884923"/>
                    <a:chExt cx="884668" cy="692417"/>
                  </a:xfrm>
                </p:grpSpPr>
                <p:sp>
                  <p:nvSpPr>
                    <p:cNvPr id="439" name="Rechthoek 438">
                      <a:extLst>
                        <a:ext uri="{FF2B5EF4-FFF2-40B4-BE49-F238E27FC236}">
                          <a16:creationId xmlns:a16="http://schemas.microsoft.com/office/drawing/2014/main" id="{6FE17986-A80C-4F86-8C7A-F5385729E1A4}"/>
                        </a:ext>
                      </a:extLst>
                    </p:cNvPr>
                    <p:cNvSpPr/>
                    <p:nvPr userDrawn="1"/>
                  </p:nvSpPr>
                  <p:spPr>
                    <a:xfrm>
                      <a:off x="1094874" y="-884923"/>
                      <a:ext cx="878304" cy="145579"/>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grpSp>
                  <p:nvGrpSpPr>
                    <p:cNvPr id="440" name="Groep 439">
                      <a:extLst>
                        <a:ext uri="{FF2B5EF4-FFF2-40B4-BE49-F238E27FC236}">
                          <a16:creationId xmlns:a16="http://schemas.microsoft.com/office/drawing/2014/main" id="{A8DA3BEE-250E-4CB2-8750-343DC724539E}"/>
                        </a:ext>
                      </a:extLst>
                    </p:cNvPr>
                    <p:cNvGrpSpPr/>
                    <p:nvPr userDrawn="1"/>
                  </p:nvGrpSpPr>
                  <p:grpSpPr>
                    <a:xfrm>
                      <a:off x="1094874" y="-878306"/>
                      <a:ext cx="867364" cy="685800"/>
                      <a:chOff x="1094874" y="-878306"/>
                      <a:chExt cx="867364" cy="613611"/>
                    </a:xfrm>
                  </p:grpSpPr>
                  <p:cxnSp>
                    <p:nvCxnSpPr>
                      <p:cNvPr id="446" name="Rechte verbindingslijn 445">
                        <a:extLst>
                          <a:ext uri="{FF2B5EF4-FFF2-40B4-BE49-F238E27FC236}">
                            <a16:creationId xmlns:a16="http://schemas.microsoft.com/office/drawing/2014/main" id="{5C2D2CF5-3DD4-41F4-ADB0-5EFDBC4CD12A}"/>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47" name="Rechte verbindingslijn 446">
                        <a:extLst>
                          <a:ext uri="{FF2B5EF4-FFF2-40B4-BE49-F238E27FC236}">
                            <a16:creationId xmlns:a16="http://schemas.microsoft.com/office/drawing/2014/main" id="{804B345D-0B52-46CB-A2A2-B4ACE9DAA760}"/>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448" name="Groep 447">
                        <a:extLst>
                          <a:ext uri="{FF2B5EF4-FFF2-40B4-BE49-F238E27FC236}">
                            <a16:creationId xmlns:a16="http://schemas.microsoft.com/office/drawing/2014/main" id="{95127E70-86E8-40FD-A3F3-D565D1E080A4}"/>
                          </a:ext>
                        </a:extLst>
                      </p:cNvPr>
                      <p:cNvGrpSpPr/>
                      <p:nvPr userDrawn="1"/>
                    </p:nvGrpSpPr>
                    <p:grpSpPr>
                      <a:xfrm>
                        <a:off x="1270535" y="-878306"/>
                        <a:ext cx="526983" cy="613611"/>
                        <a:chOff x="1270535" y="-745959"/>
                        <a:chExt cx="526983" cy="481264"/>
                      </a:xfrm>
                    </p:grpSpPr>
                    <p:cxnSp>
                      <p:nvCxnSpPr>
                        <p:cNvPr id="449" name="Rechte verbindingslijn 448">
                          <a:extLst>
                            <a:ext uri="{FF2B5EF4-FFF2-40B4-BE49-F238E27FC236}">
                              <a16:creationId xmlns:a16="http://schemas.microsoft.com/office/drawing/2014/main" id="{93D799BB-F258-406A-B51C-5B5EAD98C02C}"/>
                            </a:ext>
                          </a:extLst>
                        </p:cNvPr>
                        <p:cNvCxnSpPr>
                          <a:cxnSpLocks/>
                        </p:cNvCxnSpPr>
                        <p:nvPr userDrawn="1"/>
                      </p:nvCxnSpPr>
                      <p:spPr>
                        <a:xfrm>
                          <a:off x="1446196"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50" name="Rechte verbindingslijn 449">
                          <a:extLst>
                            <a:ext uri="{FF2B5EF4-FFF2-40B4-BE49-F238E27FC236}">
                              <a16:creationId xmlns:a16="http://schemas.microsoft.com/office/drawing/2014/main" id="{C3A29D67-3920-4A1C-B8D7-11FF932C7A86}"/>
                            </a:ext>
                          </a:extLst>
                        </p:cNvPr>
                        <p:cNvCxnSpPr>
                          <a:cxnSpLocks/>
                        </p:cNvCxnSpPr>
                        <p:nvPr userDrawn="1"/>
                      </p:nvCxnSpPr>
                      <p:spPr>
                        <a:xfrm>
                          <a:off x="1270535"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51" name="Rechte verbindingslijn 450">
                          <a:extLst>
                            <a:ext uri="{FF2B5EF4-FFF2-40B4-BE49-F238E27FC236}">
                              <a16:creationId xmlns:a16="http://schemas.microsoft.com/office/drawing/2014/main" id="{603DB51F-36E6-4F6A-B82F-BC07976CCB80}"/>
                            </a:ext>
                          </a:extLst>
                        </p:cNvPr>
                        <p:cNvCxnSpPr>
                          <a:cxnSpLocks/>
                        </p:cNvCxnSpPr>
                        <p:nvPr userDrawn="1"/>
                      </p:nvCxnSpPr>
                      <p:spPr>
                        <a:xfrm>
                          <a:off x="1621857"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52" name="Rechte verbindingslijn 451">
                          <a:extLst>
                            <a:ext uri="{FF2B5EF4-FFF2-40B4-BE49-F238E27FC236}">
                              <a16:creationId xmlns:a16="http://schemas.microsoft.com/office/drawing/2014/main" id="{BBFE95C4-F734-4644-B24D-12CFBE3EC8D4}"/>
                            </a:ext>
                          </a:extLst>
                        </p:cNvPr>
                        <p:cNvCxnSpPr>
                          <a:cxnSpLocks/>
                        </p:cNvCxnSpPr>
                        <p:nvPr userDrawn="1"/>
                      </p:nvCxnSpPr>
                      <p:spPr>
                        <a:xfrm>
                          <a:off x="1797518"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441" name="Rechte verbindingslijn 440">
                      <a:extLst>
                        <a:ext uri="{FF2B5EF4-FFF2-40B4-BE49-F238E27FC236}">
                          <a16:creationId xmlns:a16="http://schemas.microsoft.com/office/drawing/2014/main" id="{83A9B342-479F-47EA-810A-AC7A7C29CC24}"/>
                        </a:ext>
                      </a:extLst>
                    </p:cNvPr>
                    <p:cNvCxnSpPr>
                      <a:cxnSpLocks/>
                    </p:cNvCxnSpPr>
                    <p:nvPr userDrawn="1"/>
                  </p:nvCxnSpPr>
                  <p:spPr>
                    <a:xfrm flipH="1">
                      <a:off x="1098555" y="-192506"/>
                      <a:ext cx="880987" cy="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442" name="Groep 441">
                      <a:extLst>
                        <a:ext uri="{FF2B5EF4-FFF2-40B4-BE49-F238E27FC236}">
                          <a16:creationId xmlns:a16="http://schemas.microsoft.com/office/drawing/2014/main" id="{213FFAD0-E8E9-4FD3-AAAF-2B9F01577A5E}"/>
                        </a:ext>
                      </a:extLst>
                    </p:cNvPr>
                    <p:cNvGrpSpPr/>
                    <p:nvPr userDrawn="1"/>
                  </p:nvGrpSpPr>
                  <p:grpSpPr>
                    <a:xfrm>
                      <a:off x="1094874" y="-607596"/>
                      <a:ext cx="878306" cy="276726"/>
                      <a:chOff x="1106905" y="-607596"/>
                      <a:chExt cx="878307" cy="276726"/>
                    </a:xfrm>
                  </p:grpSpPr>
                  <p:cxnSp>
                    <p:nvCxnSpPr>
                      <p:cNvPr id="443" name="Rechte verbindingslijn 442">
                        <a:extLst>
                          <a:ext uri="{FF2B5EF4-FFF2-40B4-BE49-F238E27FC236}">
                            <a16:creationId xmlns:a16="http://schemas.microsoft.com/office/drawing/2014/main" id="{3AC0A952-0D4A-4E53-87FD-05AD621F662F}"/>
                          </a:ext>
                        </a:extLst>
                      </p:cNvPr>
                      <p:cNvCxnSpPr>
                        <a:cxnSpLocks/>
                      </p:cNvCxnSpPr>
                      <p:nvPr userDrawn="1"/>
                    </p:nvCxnSpPr>
                    <p:spPr>
                      <a:xfrm flipH="1">
                        <a:off x="1106905" y="-330870"/>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44" name="Rechte verbindingslijn 443">
                        <a:extLst>
                          <a:ext uri="{FF2B5EF4-FFF2-40B4-BE49-F238E27FC236}">
                            <a16:creationId xmlns:a16="http://schemas.microsoft.com/office/drawing/2014/main" id="{EACB3642-4915-4896-82E3-CC2F2819772E}"/>
                          </a:ext>
                        </a:extLst>
                      </p:cNvPr>
                      <p:cNvCxnSpPr>
                        <a:cxnSpLocks/>
                      </p:cNvCxnSpPr>
                      <p:nvPr userDrawn="1"/>
                    </p:nvCxnSpPr>
                    <p:spPr>
                      <a:xfrm flipH="1">
                        <a:off x="1106905" y="-469233"/>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45" name="Rechte verbindingslijn 444">
                        <a:extLst>
                          <a:ext uri="{FF2B5EF4-FFF2-40B4-BE49-F238E27FC236}">
                            <a16:creationId xmlns:a16="http://schemas.microsoft.com/office/drawing/2014/main" id="{1B65515D-9070-4B74-8C7F-0254218B1561}"/>
                          </a:ext>
                        </a:extLst>
                      </p:cNvPr>
                      <p:cNvCxnSpPr>
                        <a:cxnSpLocks/>
                      </p:cNvCxnSpPr>
                      <p:nvPr userDrawn="1"/>
                    </p:nvCxnSpPr>
                    <p:spPr>
                      <a:xfrm flipH="1">
                        <a:off x="1106905" y="-607596"/>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grpSp>
              </p:grpSp>
              <p:grpSp>
                <p:nvGrpSpPr>
                  <p:cNvPr id="435" name="Groep 434">
                    <a:extLst>
                      <a:ext uri="{FF2B5EF4-FFF2-40B4-BE49-F238E27FC236}">
                        <a16:creationId xmlns:a16="http://schemas.microsoft.com/office/drawing/2014/main" id="{BAAB26B8-8259-438C-A6A9-C33DC5B7AD0E}"/>
                      </a:ext>
                    </a:extLst>
                  </p:cNvPr>
                  <p:cNvGrpSpPr/>
                  <p:nvPr userDrawn="1"/>
                </p:nvGrpSpPr>
                <p:grpSpPr>
                  <a:xfrm rot="2700000">
                    <a:off x="1605871" y="-605080"/>
                    <a:ext cx="90079" cy="407021"/>
                    <a:chOff x="3130062" y="-817193"/>
                    <a:chExt cx="131884" cy="595920"/>
                  </a:xfrm>
                  <a:solidFill>
                    <a:srgbClr val="3399FF"/>
                  </a:solidFill>
                </p:grpSpPr>
                <p:sp>
                  <p:nvSpPr>
                    <p:cNvPr id="436" name="Rechthoek 435">
                      <a:extLst>
                        <a:ext uri="{FF2B5EF4-FFF2-40B4-BE49-F238E27FC236}">
                          <a16:creationId xmlns:a16="http://schemas.microsoft.com/office/drawing/2014/main" id="{476ECDFF-482D-442D-ACDD-F4FA36DC31BB}"/>
                        </a:ext>
                      </a:extLst>
                    </p:cNvPr>
                    <p:cNvSpPr/>
                    <p:nvPr userDrawn="1"/>
                  </p:nvSpPr>
                  <p:spPr>
                    <a:xfrm>
                      <a:off x="3130062" y="-705979"/>
                      <a:ext cx="131884" cy="281354"/>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sp>
                  <p:nvSpPr>
                    <p:cNvPr id="437" name="Rechthoek: afgeronde bovenhoeken 436">
                      <a:extLst>
                        <a:ext uri="{FF2B5EF4-FFF2-40B4-BE49-F238E27FC236}">
                          <a16:creationId xmlns:a16="http://schemas.microsoft.com/office/drawing/2014/main" id="{F4888F59-2B86-42C3-B5E4-1CD46EF51BD7}"/>
                        </a:ext>
                      </a:extLst>
                    </p:cNvPr>
                    <p:cNvSpPr/>
                    <p:nvPr userDrawn="1"/>
                  </p:nvSpPr>
                  <p:spPr>
                    <a:xfrm>
                      <a:off x="3130063" y="-817193"/>
                      <a:ext cx="131883" cy="87615"/>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sp>
                  <p:nvSpPr>
                    <p:cNvPr id="438" name="Gelijkbenige driehoek 437">
                      <a:extLst>
                        <a:ext uri="{FF2B5EF4-FFF2-40B4-BE49-F238E27FC236}">
                          <a16:creationId xmlns:a16="http://schemas.microsoft.com/office/drawing/2014/main" id="{7417D659-B10F-4819-B2B7-1B56F8D2E8C9}"/>
                        </a:ext>
                      </a:extLst>
                    </p:cNvPr>
                    <p:cNvSpPr/>
                    <p:nvPr userDrawn="1"/>
                  </p:nvSpPr>
                  <p:spPr>
                    <a:xfrm rot="10800000">
                      <a:off x="3130062" y="-401026"/>
                      <a:ext cx="131884"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grpSp>
            </p:grpSp>
          </p:grpSp>
        </p:grpSp>
      </p:grpSp>
      <p:grpSp>
        <p:nvGrpSpPr>
          <p:cNvPr id="456" name="Instructie">
            <a:extLst>
              <a:ext uri="{FF2B5EF4-FFF2-40B4-BE49-F238E27FC236}">
                <a16:creationId xmlns:a16="http://schemas.microsoft.com/office/drawing/2014/main" id="{968350DB-B9DC-4E66-B3AA-7EAC93762340}"/>
              </a:ext>
            </a:extLst>
          </p:cNvPr>
          <p:cNvGrpSpPr/>
          <p:nvPr userDrawn="1"/>
        </p:nvGrpSpPr>
        <p:grpSpPr>
          <a:xfrm>
            <a:off x="12391601" y="0"/>
            <a:ext cx="3183677" cy="2499789"/>
            <a:chOff x="12391601" y="0"/>
            <a:chExt cx="3183677" cy="2499789"/>
          </a:xfrm>
        </p:grpSpPr>
        <p:sp>
          <p:nvSpPr>
            <p:cNvPr id="457" name="Rechthoek 456">
              <a:extLst>
                <a:ext uri="{FF2B5EF4-FFF2-40B4-BE49-F238E27FC236}">
                  <a16:creationId xmlns:a16="http://schemas.microsoft.com/office/drawing/2014/main" id="{26559C5E-546C-4A70-A0EF-53EA3E2DE60A}"/>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bg1">
                      <a:lumMod val="50000"/>
                    </a:schemeClr>
                  </a:solidFill>
                  <a:effectLst/>
                  <a:uLnTx/>
                  <a:uFillTx/>
                  <a:latin typeface="+mj-lt"/>
                  <a:cs typeface="Segoe UI Light" panose="020B0502040204020203" pitchFamily="34" charset="0"/>
                </a:rPr>
                <a:t>Grafiek invoegen/veranderen</a:t>
              </a:r>
            </a:p>
          </p:txBody>
        </p:sp>
        <p:sp>
          <p:nvSpPr>
            <p:cNvPr id="458" name="Ovaal 457">
              <a:extLst>
                <a:ext uri="{FF2B5EF4-FFF2-40B4-BE49-F238E27FC236}">
                  <a16:creationId xmlns:a16="http://schemas.microsoft.com/office/drawing/2014/main" id="{CA50E38A-FAF8-4A0B-B892-BDA9F843CB63}"/>
                </a:ext>
              </a:extLst>
            </p:cNvPr>
            <p:cNvSpPr/>
            <p:nvPr userDrawn="1"/>
          </p:nvSpPr>
          <p:spPr>
            <a:xfrm>
              <a:off x="12391601" y="366490"/>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459" name="Rechte verbindingslijn 458">
              <a:extLst>
                <a:ext uri="{FF2B5EF4-FFF2-40B4-BE49-F238E27FC236}">
                  <a16:creationId xmlns:a16="http://schemas.microsoft.com/office/drawing/2014/main" id="{8820A337-456D-49FD-BE24-31BA4D25A128}"/>
                </a:ext>
              </a:extLst>
            </p:cNvPr>
            <p:cNvCxnSpPr>
              <a:cxnSpLocks/>
            </p:cNvCxnSpPr>
            <p:nvPr userDrawn="1"/>
          </p:nvCxnSpPr>
          <p:spPr>
            <a:xfrm>
              <a:off x="12397261" y="241635"/>
              <a:ext cx="3178017" cy="0"/>
            </a:xfrm>
            <a:prstGeom prst="line">
              <a:avLst/>
            </a:prstGeom>
            <a:noFill/>
            <a:ln w="3175" cap="flat" cmpd="sng" algn="ctr">
              <a:solidFill>
                <a:schemeClr val="bg1">
                  <a:lumMod val="50000"/>
                </a:schemeClr>
              </a:solidFill>
              <a:prstDash val="solid"/>
            </a:ln>
            <a:effectLst/>
          </p:spPr>
        </p:cxnSp>
        <p:cxnSp>
          <p:nvCxnSpPr>
            <p:cNvPr id="460" name="Rechte verbindingslijn 459">
              <a:extLst>
                <a:ext uri="{FF2B5EF4-FFF2-40B4-BE49-F238E27FC236}">
                  <a16:creationId xmlns:a16="http://schemas.microsoft.com/office/drawing/2014/main" id="{BA949DC0-146E-4049-9480-FAE51A94D667}"/>
                </a:ext>
              </a:extLst>
            </p:cNvPr>
            <p:cNvCxnSpPr>
              <a:cxnSpLocks/>
            </p:cNvCxnSpPr>
            <p:nvPr userDrawn="1"/>
          </p:nvCxnSpPr>
          <p:spPr>
            <a:xfrm>
              <a:off x="12397261" y="1577933"/>
              <a:ext cx="3178017" cy="0"/>
            </a:xfrm>
            <a:prstGeom prst="line">
              <a:avLst/>
            </a:prstGeom>
            <a:noFill/>
            <a:ln w="3175" cap="flat" cmpd="sng" algn="ctr">
              <a:solidFill>
                <a:schemeClr val="bg1">
                  <a:lumMod val="50000"/>
                </a:schemeClr>
              </a:solidFill>
              <a:prstDash val="solid"/>
            </a:ln>
            <a:effectLst/>
          </p:spPr>
        </p:cxnSp>
        <p:sp>
          <p:nvSpPr>
            <p:cNvPr id="461" name="Rechthoek 460">
              <a:extLst>
                <a:ext uri="{FF2B5EF4-FFF2-40B4-BE49-F238E27FC236}">
                  <a16:creationId xmlns:a16="http://schemas.microsoft.com/office/drawing/2014/main" id="{921C6BE8-3C08-4E13-A550-268A5BD1C6D6}"/>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grafiek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grafiek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sp>
          <p:nvSpPr>
            <p:cNvPr id="462" name="Ovaal 461">
              <a:extLst>
                <a:ext uri="{FF2B5EF4-FFF2-40B4-BE49-F238E27FC236}">
                  <a16:creationId xmlns:a16="http://schemas.microsoft.com/office/drawing/2014/main" id="{D821E7F7-E3E9-4A5D-9ABE-5AC8879B3E10}"/>
                </a:ext>
              </a:extLst>
            </p:cNvPr>
            <p:cNvSpPr/>
            <p:nvPr userDrawn="1"/>
          </p:nvSpPr>
          <p:spPr>
            <a:xfrm>
              <a:off x="12391601" y="1706398"/>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463" name="Rechthoek 462">
              <a:extLst>
                <a:ext uri="{FF2B5EF4-FFF2-40B4-BE49-F238E27FC236}">
                  <a16:creationId xmlns:a16="http://schemas.microsoft.com/office/drawing/2014/main" id="{E83EDA2E-B8ED-46C5-9D3B-C099AE2F6ACE}"/>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grafiek</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464" name="Groep 463">
              <a:extLst>
                <a:ext uri="{FF2B5EF4-FFF2-40B4-BE49-F238E27FC236}">
                  <a16:creationId xmlns:a16="http://schemas.microsoft.com/office/drawing/2014/main" id="{0EB3197A-73D2-419D-A0D7-7264C585922D}"/>
                </a:ext>
              </a:extLst>
            </p:cNvPr>
            <p:cNvGrpSpPr/>
            <p:nvPr userDrawn="1"/>
          </p:nvGrpSpPr>
          <p:grpSpPr>
            <a:xfrm>
              <a:off x="12757282" y="2184550"/>
              <a:ext cx="825500" cy="209550"/>
              <a:chOff x="13504624" y="2482850"/>
              <a:chExt cx="825500" cy="209550"/>
            </a:xfrm>
          </p:grpSpPr>
          <p:sp>
            <p:nvSpPr>
              <p:cNvPr id="470" name="Rechthoek 469">
                <a:extLst>
                  <a:ext uri="{FF2B5EF4-FFF2-40B4-BE49-F238E27FC236}">
                    <a16:creationId xmlns:a16="http://schemas.microsoft.com/office/drawing/2014/main" id="{FDF5FBF6-34D9-4ED1-A544-9490EA133BD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471" name="Rechte verbindingslijn 470">
                <a:extLst>
                  <a:ext uri="{FF2B5EF4-FFF2-40B4-BE49-F238E27FC236}">
                    <a16:creationId xmlns:a16="http://schemas.microsoft.com/office/drawing/2014/main" id="{4CD4DE8C-9E07-458B-9F4B-F627D226B061}"/>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472" name="Gelijkbenige driehoek 471">
                <a:extLst>
                  <a:ext uri="{FF2B5EF4-FFF2-40B4-BE49-F238E27FC236}">
                    <a16:creationId xmlns:a16="http://schemas.microsoft.com/office/drawing/2014/main" id="{1D420B5D-59C1-4D25-96C0-7484780E9E1C}"/>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cxnSp>
          <p:nvCxnSpPr>
            <p:cNvPr id="465" name="Rechte verbindingslijn 464">
              <a:extLst>
                <a:ext uri="{FF2B5EF4-FFF2-40B4-BE49-F238E27FC236}">
                  <a16:creationId xmlns:a16="http://schemas.microsoft.com/office/drawing/2014/main" id="{15D12A78-A17D-460A-AB35-1C85A51E6996}"/>
                </a:ext>
              </a:extLst>
            </p:cNvPr>
            <p:cNvCxnSpPr>
              <a:cxnSpLocks/>
            </p:cNvCxnSpPr>
            <p:nvPr userDrawn="1"/>
          </p:nvCxnSpPr>
          <p:spPr>
            <a:xfrm>
              <a:off x="12397261" y="2499789"/>
              <a:ext cx="3178017" cy="0"/>
            </a:xfrm>
            <a:prstGeom prst="line">
              <a:avLst/>
            </a:prstGeom>
            <a:noFill/>
            <a:ln w="3175" cap="flat" cmpd="sng" algn="ctr">
              <a:solidFill>
                <a:schemeClr val="bg1">
                  <a:lumMod val="50000"/>
                </a:schemeClr>
              </a:solidFill>
              <a:prstDash val="solid"/>
            </a:ln>
            <a:effectLst/>
          </p:spPr>
        </p:cxnSp>
        <p:grpSp>
          <p:nvGrpSpPr>
            <p:cNvPr id="466" name="Groep 465">
              <a:extLst>
                <a:ext uri="{FF2B5EF4-FFF2-40B4-BE49-F238E27FC236}">
                  <a16:creationId xmlns:a16="http://schemas.microsoft.com/office/drawing/2014/main" id="{E63DD2D8-B2A9-4AB9-B09A-B697C6C754C3}"/>
                </a:ext>
              </a:extLst>
            </p:cNvPr>
            <p:cNvGrpSpPr/>
            <p:nvPr userDrawn="1"/>
          </p:nvGrpSpPr>
          <p:grpSpPr>
            <a:xfrm>
              <a:off x="12751697" y="1147804"/>
              <a:ext cx="289372" cy="314992"/>
              <a:chOff x="7322769" y="-310267"/>
              <a:chExt cx="289372" cy="314992"/>
            </a:xfrm>
          </p:grpSpPr>
          <p:sp>
            <p:nvSpPr>
              <p:cNvPr id="467" name="Rechthoek 466">
                <a:extLst>
                  <a:ext uri="{FF2B5EF4-FFF2-40B4-BE49-F238E27FC236}">
                    <a16:creationId xmlns:a16="http://schemas.microsoft.com/office/drawing/2014/main" id="{9C0F72A6-9B01-4799-AECD-D7F742AB41E3}"/>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sp>
            <p:nvSpPr>
              <p:cNvPr id="468" name="Rechthoek 467">
                <a:extLst>
                  <a:ext uri="{FF2B5EF4-FFF2-40B4-BE49-F238E27FC236}">
                    <a16:creationId xmlns:a16="http://schemas.microsoft.com/office/drawing/2014/main" id="{D6C7C30A-F674-458A-8DD6-A266138E6DB6}"/>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sp>
            <p:nvSpPr>
              <p:cNvPr id="469" name="Rechthoek 468">
                <a:extLst>
                  <a:ext uri="{FF2B5EF4-FFF2-40B4-BE49-F238E27FC236}">
                    <a16:creationId xmlns:a16="http://schemas.microsoft.com/office/drawing/2014/main" id="{05AD1692-59A4-4A18-95DE-485351CE77A8}"/>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grpSp>
      </p:grpSp>
    </p:spTree>
    <p:extLst>
      <p:ext uri="{BB962C8B-B14F-4D97-AF65-F5344CB8AC3E}">
        <p14:creationId xmlns:p14="http://schemas.microsoft.com/office/powerpoint/2010/main" val="613678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GRAFIEK">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B23073-572C-4F04-B89A-B107AB932F47}"/>
              </a:ext>
            </a:extLst>
          </p:cNvPr>
          <p:cNvSpPr>
            <a:spLocks noGrp="1"/>
          </p:cNvSpPr>
          <p:nvPr>
            <p:ph type="title" hasCustomPrompt="1"/>
          </p:nvPr>
        </p:nvSpPr>
        <p:spPr/>
        <p:txBody>
          <a:bodyPr/>
          <a:lstStyle>
            <a:lvl1pPr>
              <a:defRPr/>
            </a:lvl1pPr>
          </a:lstStyle>
          <a:p>
            <a:r>
              <a:rPr lang="nl-NL" noProof="0"/>
              <a:t>Voeg hier een titel in</a:t>
            </a:r>
            <a:endParaRPr lang="nl-NL"/>
          </a:p>
        </p:txBody>
      </p:sp>
      <p:sp>
        <p:nvSpPr>
          <p:cNvPr id="4" name="Tijdelijke aanduiding voor datum 3">
            <a:extLst>
              <a:ext uri="{FF2B5EF4-FFF2-40B4-BE49-F238E27FC236}">
                <a16:creationId xmlns:a16="http://schemas.microsoft.com/office/drawing/2014/main" id="{DABA8B2F-5EFD-4A05-8481-248C853EA1DE}"/>
              </a:ext>
            </a:extLst>
          </p:cNvPr>
          <p:cNvSpPr>
            <a:spLocks noGrp="1"/>
          </p:cNvSpPr>
          <p:nvPr>
            <p:ph type="dt" sz="half" idx="10"/>
          </p:nvPr>
        </p:nvSpPr>
        <p:spPr/>
        <p:txBody>
          <a:bodyPr/>
          <a:lstStyle/>
          <a:p>
            <a:fld id="{67F2C458-A173-47F9-96AA-C2FA7C9F553F}" type="datetime4">
              <a:rPr lang="nl-NL" smtClean="0"/>
              <a:t>24 oktober 2024</a:t>
            </a:fld>
            <a:endParaRPr lang="nl-NL"/>
          </a:p>
        </p:txBody>
      </p:sp>
      <p:sp>
        <p:nvSpPr>
          <p:cNvPr id="6" name="Tijdelijke aanduiding voor dianummer 5">
            <a:extLst>
              <a:ext uri="{FF2B5EF4-FFF2-40B4-BE49-F238E27FC236}">
                <a16:creationId xmlns:a16="http://schemas.microsoft.com/office/drawing/2014/main" id="{A7656491-ADD5-4A7E-BAFA-5FCFF07D6EB0}"/>
              </a:ext>
            </a:extLst>
          </p:cNvPr>
          <p:cNvSpPr>
            <a:spLocks noGrp="1"/>
          </p:cNvSpPr>
          <p:nvPr>
            <p:ph type="sldNum" sz="quarter" idx="12"/>
          </p:nvPr>
        </p:nvSpPr>
        <p:spPr/>
        <p:txBody>
          <a:bodyPr/>
          <a:lstStyle/>
          <a:p>
            <a:fld id="{8D374ABD-355D-4B52-8A38-020B3DD5CC75}" type="slidenum">
              <a:rPr lang="nl-NL" smtClean="0"/>
              <a:t>‹#›</a:t>
            </a:fld>
            <a:endParaRPr lang="nl-NL"/>
          </a:p>
        </p:txBody>
      </p:sp>
      <p:sp>
        <p:nvSpPr>
          <p:cNvPr id="7" name="Tijdelijke aanduiding voor tekst 32">
            <a:extLst>
              <a:ext uri="{FF2B5EF4-FFF2-40B4-BE49-F238E27FC236}">
                <a16:creationId xmlns:a16="http://schemas.microsoft.com/office/drawing/2014/main" id="{7175F566-3665-4B0F-B70C-72779DF2FDD6}"/>
              </a:ext>
            </a:extLst>
          </p:cNvPr>
          <p:cNvSpPr>
            <a:spLocks noGrp="1"/>
          </p:cNvSpPr>
          <p:nvPr>
            <p:ph type="body" sz="quarter" idx="13" hasCustomPrompt="1"/>
          </p:nvPr>
        </p:nvSpPr>
        <p:spPr>
          <a:xfrm>
            <a:off x="539998" y="839972"/>
            <a:ext cx="11112000" cy="259612"/>
          </a:xfrm>
        </p:spPr>
        <p:txBody>
          <a:bodyPr anchor="ctr"/>
          <a:lstStyle>
            <a:lvl1pPr marL="0" indent="0">
              <a:buNone/>
              <a:defRPr sz="2000" b="0">
                <a:solidFill>
                  <a:schemeClr val="accent1"/>
                </a:solidFill>
              </a:defRPr>
            </a:lvl1pPr>
          </a:lstStyle>
          <a:p>
            <a:pPr lvl="0"/>
            <a:r>
              <a:rPr lang="nl-NL" noProof="0"/>
              <a:t>Voeg hier een subtitel in</a:t>
            </a:r>
          </a:p>
        </p:txBody>
      </p:sp>
      <p:sp>
        <p:nvSpPr>
          <p:cNvPr id="17" name="Tijdelijke aanduiding voor tekst 34">
            <a:extLst>
              <a:ext uri="{FF2B5EF4-FFF2-40B4-BE49-F238E27FC236}">
                <a16:creationId xmlns:a16="http://schemas.microsoft.com/office/drawing/2014/main" id="{9955CEC2-0160-42D3-9E2E-941A4A11119D}"/>
              </a:ext>
            </a:extLst>
          </p:cNvPr>
          <p:cNvSpPr>
            <a:spLocks noGrp="1"/>
          </p:cNvSpPr>
          <p:nvPr>
            <p:ph type="body" sz="quarter" idx="14" hasCustomPrompt="1"/>
          </p:nvPr>
        </p:nvSpPr>
        <p:spPr>
          <a:xfrm>
            <a:off x="539749" y="5758889"/>
            <a:ext cx="11112249" cy="147981"/>
          </a:xfrm>
        </p:spPr>
        <p:txBody>
          <a:bodyPr anchor="b"/>
          <a:lstStyle>
            <a:lvl1pPr marL="0" indent="0">
              <a:buNone/>
              <a:defRPr sz="1000" i="1"/>
            </a:lvl1pPr>
          </a:lstStyle>
          <a:p>
            <a:pPr lvl="0"/>
            <a:r>
              <a:rPr lang="nl-NL" noProof="0"/>
              <a:t>Bron…</a:t>
            </a:r>
          </a:p>
        </p:txBody>
      </p:sp>
      <p:sp>
        <p:nvSpPr>
          <p:cNvPr id="18" name="Rechthoek: afgeronde hoeken 17">
            <a:extLst>
              <a:ext uri="{FF2B5EF4-FFF2-40B4-BE49-F238E27FC236}">
                <a16:creationId xmlns:a16="http://schemas.microsoft.com/office/drawing/2014/main" id="{765A9402-96DA-4D08-A873-873C05E81C86}"/>
              </a:ext>
            </a:extLst>
          </p:cNvPr>
          <p:cNvSpPr/>
          <p:nvPr userDrawn="1"/>
        </p:nvSpPr>
        <p:spPr>
          <a:xfrm>
            <a:off x="3048000" y="-491319"/>
            <a:ext cx="6096000" cy="30025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lvl="0" algn="ctr"/>
            <a:r>
              <a:rPr lang="nl-NL" sz="2800" b="0" cap="all" baseline="0" noProof="0">
                <a:solidFill>
                  <a:schemeClr val="accent1"/>
                </a:solidFill>
                <a:latin typeface="+mn-lt"/>
              </a:rPr>
              <a:t>GRAFIEK</a:t>
            </a:r>
          </a:p>
        </p:txBody>
      </p:sp>
      <p:sp>
        <p:nvSpPr>
          <p:cNvPr id="21" name="Tijdelijke aanduiding voor grafiek 17">
            <a:extLst>
              <a:ext uri="{FF2B5EF4-FFF2-40B4-BE49-F238E27FC236}">
                <a16:creationId xmlns:a16="http://schemas.microsoft.com/office/drawing/2014/main" id="{92172253-6D4B-4AC5-AA1C-319C8E5A71AE}"/>
              </a:ext>
            </a:extLst>
          </p:cNvPr>
          <p:cNvSpPr>
            <a:spLocks noGrp="1"/>
          </p:cNvSpPr>
          <p:nvPr>
            <p:ph type="chart" sz="quarter" idx="15" hasCustomPrompt="1"/>
          </p:nvPr>
        </p:nvSpPr>
        <p:spPr>
          <a:xfrm>
            <a:off x="539497" y="1459111"/>
            <a:ext cx="11112249" cy="4119774"/>
          </a:xfrm>
          <a:solidFill>
            <a:schemeClr val="bg1">
              <a:lumMod val="95000"/>
            </a:schemeClr>
          </a:solidFill>
        </p:spPr>
        <p:txBody>
          <a:bodyPr tIns="1620000"/>
          <a:lstStyle>
            <a:lvl1pPr marL="0" indent="0" algn="ctr">
              <a:buNone/>
              <a:defRPr sz="1200" i="1">
                <a:solidFill>
                  <a:schemeClr val="bg1">
                    <a:lumMod val="50000"/>
                  </a:schemeClr>
                </a:solidFill>
              </a:defRPr>
            </a:lvl1pPr>
          </a:lstStyle>
          <a:p>
            <a:r>
              <a:rPr lang="nl-NL" noProof="0"/>
              <a:t>Klik op onderstaand pictogram om een grafiek in te voegen</a:t>
            </a:r>
          </a:p>
        </p:txBody>
      </p:sp>
      <p:sp>
        <p:nvSpPr>
          <p:cNvPr id="24" name="Tijdelijke aanduiding voor tekst 43">
            <a:extLst>
              <a:ext uri="{FF2B5EF4-FFF2-40B4-BE49-F238E27FC236}">
                <a16:creationId xmlns:a16="http://schemas.microsoft.com/office/drawing/2014/main" id="{E054E093-0CA2-4AA3-9379-A9449CBE767D}"/>
              </a:ext>
            </a:extLst>
          </p:cNvPr>
          <p:cNvSpPr>
            <a:spLocks noGrp="1"/>
          </p:cNvSpPr>
          <p:nvPr>
            <p:ph type="body" sz="quarter" idx="16" hasCustomPrompt="1"/>
          </p:nvPr>
        </p:nvSpPr>
        <p:spPr>
          <a:xfrm>
            <a:off x="540000" y="0"/>
            <a:ext cx="1080000" cy="72000"/>
          </a:xfrm>
          <a:solidFill>
            <a:schemeClr val="accent1"/>
          </a:solidFill>
        </p:spPr>
        <p:txBody>
          <a:bodyPr/>
          <a:lstStyle>
            <a:lvl1pPr marL="0" indent="0">
              <a:buNone/>
              <a:defRPr sz="100">
                <a:solidFill>
                  <a:schemeClr val="bg2"/>
                </a:solidFill>
              </a:defRPr>
            </a:lvl1pPr>
            <a:lvl5pPr>
              <a:defRPr/>
            </a:lvl5pPr>
          </a:lstStyle>
          <a:p>
            <a:pPr lvl="0"/>
            <a:r>
              <a:rPr lang="en-GB"/>
              <a:t> </a:t>
            </a:r>
          </a:p>
        </p:txBody>
      </p:sp>
      <p:grpSp>
        <p:nvGrpSpPr>
          <p:cNvPr id="74" name="Instructie">
            <a:extLst>
              <a:ext uri="{FF2B5EF4-FFF2-40B4-BE49-F238E27FC236}">
                <a16:creationId xmlns:a16="http://schemas.microsoft.com/office/drawing/2014/main" id="{B972CF49-E143-4536-B73E-02151D4202F8}"/>
              </a:ext>
            </a:extLst>
          </p:cNvPr>
          <p:cNvGrpSpPr/>
          <p:nvPr userDrawn="1"/>
        </p:nvGrpSpPr>
        <p:grpSpPr>
          <a:xfrm>
            <a:off x="12389714" y="5221435"/>
            <a:ext cx="3183677" cy="1636565"/>
            <a:chOff x="12389714" y="4327164"/>
            <a:chExt cx="3183677" cy="1636565"/>
          </a:xfrm>
        </p:grpSpPr>
        <p:cxnSp>
          <p:nvCxnSpPr>
            <p:cNvPr id="75" name="Rechte verbindingslijn 74">
              <a:extLst>
                <a:ext uri="{FF2B5EF4-FFF2-40B4-BE49-F238E27FC236}">
                  <a16:creationId xmlns:a16="http://schemas.microsoft.com/office/drawing/2014/main" id="{8619AEFD-8A08-4117-9131-36A9F97CC5F5}"/>
                </a:ext>
              </a:extLst>
            </p:cNvPr>
            <p:cNvCxnSpPr>
              <a:cxnSpLocks/>
            </p:cNvCxnSpPr>
            <p:nvPr userDrawn="1"/>
          </p:nvCxnSpPr>
          <p:spPr>
            <a:xfrm>
              <a:off x="12395374" y="5963729"/>
              <a:ext cx="3178017" cy="0"/>
            </a:xfrm>
            <a:prstGeom prst="line">
              <a:avLst/>
            </a:prstGeom>
            <a:noFill/>
            <a:ln w="3175" cap="flat" cmpd="sng" algn="ctr">
              <a:solidFill>
                <a:schemeClr val="bg1">
                  <a:lumMod val="50000"/>
                </a:schemeClr>
              </a:solidFill>
              <a:prstDash val="solid"/>
            </a:ln>
            <a:effectLst/>
          </p:spPr>
        </p:cxnSp>
        <p:sp>
          <p:nvSpPr>
            <p:cNvPr id="76" name="Rechthoek 75">
              <a:extLst>
                <a:ext uri="{FF2B5EF4-FFF2-40B4-BE49-F238E27FC236}">
                  <a16:creationId xmlns:a16="http://schemas.microsoft.com/office/drawing/2014/main" id="{A6236CE0-E1AC-4BA7-8B28-53277866B859}"/>
                </a:ext>
              </a:extLst>
            </p:cNvPr>
            <p:cNvSpPr/>
            <p:nvPr userDrawn="1"/>
          </p:nvSpPr>
          <p:spPr>
            <a:xfrm>
              <a:off x="12395375" y="4327164"/>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bg1">
                      <a:lumMod val="50000"/>
                    </a:schemeClr>
                  </a:solidFill>
                  <a:effectLst/>
                  <a:uLnTx/>
                  <a:uFillTx/>
                  <a:latin typeface="+mj-lt"/>
                  <a:cs typeface="Segoe UI Light" panose="020B0502040204020203" pitchFamily="34" charset="0"/>
                </a:rPr>
                <a:t>Data van de Grafiek Bewerken</a:t>
              </a:r>
            </a:p>
          </p:txBody>
        </p:sp>
        <p:sp>
          <p:nvSpPr>
            <p:cNvPr id="77" name="Ovaal 76">
              <a:extLst>
                <a:ext uri="{FF2B5EF4-FFF2-40B4-BE49-F238E27FC236}">
                  <a16:creationId xmlns:a16="http://schemas.microsoft.com/office/drawing/2014/main" id="{A821C9E1-8337-4AB1-A151-207BFF0FEBB3}"/>
                </a:ext>
              </a:extLst>
            </p:cNvPr>
            <p:cNvSpPr/>
            <p:nvPr userDrawn="1"/>
          </p:nvSpPr>
          <p:spPr>
            <a:xfrm>
              <a:off x="12389714" y="4706254"/>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78" name="Rechte verbindingslijn 77">
              <a:extLst>
                <a:ext uri="{FF2B5EF4-FFF2-40B4-BE49-F238E27FC236}">
                  <a16:creationId xmlns:a16="http://schemas.microsoft.com/office/drawing/2014/main" id="{1DA1E750-3948-484A-B193-DA0A2A460AF7}"/>
                </a:ext>
              </a:extLst>
            </p:cNvPr>
            <p:cNvCxnSpPr>
              <a:cxnSpLocks/>
            </p:cNvCxnSpPr>
            <p:nvPr userDrawn="1"/>
          </p:nvCxnSpPr>
          <p:spPr>
            <a:xfrm>
              <a:off x="12395374" y="4584932"/>
              <a:ext cx="3178017" cy="0"/>
            </a:xfrm>
            <a:prstGeom prst="line">
              <a:avLst/>
            </a:prstGeom>
            <a:noFill/>
            <a:ln w="3175" cap="flat" cmpd="sng" algn="ctr">
              <a:solidFill>
                <a:schemeClr val="bg1">
                  <a:lumMod val="50000"/>
                </a:schemeClr>
              </a:solidFill>
              <a:prstDash val="solid"/>
            </a:ln>
            <a:effectLst/>
          </p:spPr>
        </p:cxnSp>
        <p:sp>
          <p:nvSpPr>
            <p:cNvPr id="79" name="Rechthoek 78">
              <a:extLst>
                <a:ext uri="{FF2B5EF4-FFF2-40B4-BE49-F238E27FC236}">
                  <a16:creationId xmlns:a16="http://schemas.microsoft.com/office/drawing/2014/main" id="{F1BC702D-8B8F-4BB9-975A-820866492DDB}"/>
                </a:ext>
              </a:extLst>
            </p:cNvPr>
            <p:cNvSpPr/>
            <p:nvPr userDrawn="1"/>
          </p:nvSpPr>
          <p:spPr>
            <a:xfrm>
              <a:off x="12755395" y="4772316"/>
              <a:ext cx="2817995" cy="314439"/>
            </a:xfrm>
            <a:prstGeom prst="rect">
              <a:avLst/>
            </a:prstGeom>
            <a:noFill/>
            <a:ln w="25400" cap="flat" cmpd="sng" algn="ctr">
              <a:noFill/>
              <a:prstDash val="solid"/>
            </a:ln>
            <a:effectLst/>
          </p:spPr>
          <p:txBody>
            <a:bodyPr lIns="0" tIns="0" rIns="0" bIns="0" rtlCol="0" anchor="t"/>
            <a:lstStyle/>
            <a:p>
              <a:pPr lvl="0" fontAlgn="auto">
                <a:spcBef>
                  <a:spcPts val="0"/>
                </a:spcBef>
                <a:spcAft>
                  <a:spcPts val="0"/>
                </a:spcAft>
                <a:defRPr/>
              </a:pPr>
              <a:r>
                <a:rPr lang="nl-NL" sz="1100" kern="0" noProof="0">
                  <a:solidFill>
                    <a:schemeClr val="tx1"/>
                  </a:solidFill>
                  <a:latin typeface="+mn-lt"/>
                  <a:cs typeface="Segoe UI Light" panose="020B0502040204020203" pitchFamily="34" charset="0"/>
                </a:rPr>
                <a:t>Selecteer de grafiek, klik met de rechter muisknop en kies </a:t>
              </a:r>
              <a:r>
                <a:rPr lang="nl-NL" sz="1100" b="1" kern="0" noProof="0">
                  <a:solidFill>
                    <a:schemeClr val="tx1"/>
                  </a:solidFill>
                  <a:latin typeface="+mn-lt"/>
                  <a:cs typeface="Segoe UI Light" panose="020B0502040204020203" pitchFamily="34" charset="0"/>
                </a:rPr>
                <a:t>‘Gegevens bewerken’</a:t>
              </a:r>
            </a:p>
          </p:txBody>
        </p:sp>
        <p:grpSp>
          <p:nvGrpSpPr>
            <p:cNvPr id="80" name="Groep 79">
              <a:extLst>
                <a:ext uri="{FF2B5EF4-FFF2-40B4-BE49-F238E27FC236}">
                  <a16:creationId xmlns:a16="http://schemas.microsoft.com/office/drawing/2014/main" id="{19713D3E-95E2-4480-829B-C7E8C21517AE}"/>
                </a:ext>
              </a:extLst>
            </p:cNvPr>
            <p:cNvGrpSpPr/>
            <p:nvPr userDrawn="1"/>
          </p:nvGrpSpPr>
          <p:grpSpPr>
            <a:xfrm>
              <a:off x="12755394" y="5222855"/>
              <a:ext cx="1714530" cy="639425"/>
              <a:chOff x="12757283" y="4365594"/>
              <a:chExt cx="1714530" cy="639425"/>
            </a:xfrm>
          </p:grpSpPr>
          <p:sp>
            <p:nvSpPr>
              <p:cNvPr id="81" name="Rechthoek 80">
                <a:extLst>
                  <a:ext uri="{FF2B5EF4-FFF2-40B4-BE49-F238E27FC236}">
                    <a16:creationId xmlns:a16="http://schemas.microsoft.com/office/drawing/2014/main" id="{46AE71E4-1BC3-428B-ABD2-11B63625E019}"/>
                  </a:ext>
                </a:extLst>
              </p:cNvPr>
              <p:cNvSpPr/>
              <p:nvPr userDrawn="1"/>
            </p:nvSpPr>
            <p:spPr>
              <a:xfrm>
                <a:off x="12757283" y="4365594"/>
                <a:ext cx="1626818"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82" name="Rechthoek 81">
                <a:extLst>
                  <a:ext uri="{FF2B5EF4-FFF2-40B4-BE49-F238E27FC236}">
                    <a16:creationId xmlns:a16="http://schemas.microsoft.com/office/drawing/2014/main" id="{6D18ED2B-9992-4D8A-A3F4-4720DCBB6F4F}"/>
                  </a:ext>
                </a:extLst>
              </p:cNvPr>
              <p:cNvSpPr/>
              <p:nvPr userDrawn="1"/>
            </p:nvSpPr>
            <p:spPr>
              <a:xfrm>
                <a:off x="12768263" y="4676983"/>
                <a:ext cx="1609231" cy="261256"/>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83" name="Tekstvak 82">
                <a:extLst>
                  <a:ext uri="{FF2B5EF4-FFF2-40B4-BE49-F238E27FC236}">
                    <a16:creationId xmlns:a16="http://schemas.microsoft.com/office/drawing/2014/main" id="{6DD53454-7E76-4FEB-A6C5-3B31E555CBB0}"/>
                  </a:ext>
                </a:extLst>
              </p:cNvPr>
              <p:cNvSpPr txBox="1"/>
              <p:nvPr userDrawn="1"/>
            </p:nvSpPr>
            <p:spPr>
              <a:xfrm>
                <a:off x="12997648" y="4404704"/>
                <a:ext cx="1248154" cy="216982"/>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Arial" panose="020B0604020202020204" pitchFamily="34" charset="0"/>
                    <a:ea typeface="+mn-ea"/>
                    <a:cs typeface="Arial" panose="020B0604020202020204" pitchFamily="34" charset="0"/>
                  </a:rPr>
                  <a:t>Grafiektype wijzigen</a:t>
                </a:r>
              </a:p>
            </p:txBody>
          </p:sp>
          <p:sp>
            <p:nvSpPr>
              <p:cNvPr id="84" name="Tekstvak 83">
                <a:extLst>
                  <a:ext uri="{FF2B5EF4-FFF2-40B4-BE49-F238E27FC236}">
                    <a16:creationId xmlns:a16="http://schemas.microsoft.com/office/drawing/2014/main" id="{98AA1ED3-7654-4AB1-8AF8-386D4E4E6CEF}"/>
                  </a:ext>
                </a:extLst>
              </p:cNvPr>
              <p:cNvSpPr txBox="1"/>
              <p:nvPr userDrawn="1"/>
            </p:nvSpPr>
            <p:spPr>
              <a:xfrm>
                <a:off x="12984219" y="4725830"/>
                <a:ext cx="1274711" cy="216982"/>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Arial" panose="020B0604020202020204" pitchFamily="34" charset="0"/>
                    <a:ea typeface="+mn-ea"/>
                    <a:cs typeface="Arial" panose="020B0604020202020204" pitchFamily="34" charset="0"/>
                  </a:rPr>
                  <a:t>Gegevens bewerken</a:t>
                </a:r>
              </a:p>
            </p:txBody>
          </p:sp>
          <p:pic>
            <p:nvPicPr>
              <p:cNvPr id="85" name="Picture 3">
                <a:extLst>
                  <a:ext uri="{FF2B5EF4-FFF2-40B4-BE49-F238E27FC236}">
                    <a16:creationId xmlns:a16="http://schemas.microsoft.com/office/drawing/2014/main" id="{95FD1C77-383D-419B-B010-83F96383E8BA}"/>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4328727" y="4773688"/>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86" name="Groep 85">
                <a:extLst>
                  <a:ext uri="{FF2B5EF4-FFF2-40B4-BE49-F238E27FC236}">
                    <a16:creationId xmlns:a16="http://schemas.microsoft.com/office/drawing/2014/main" id="{BC892A5F-71EC-4CD6-B2EC-948B628B4921}"/>
                  </a:ext>
                </a:extLst>
              </p:cNvPr>
              <p:cNvGrpSpPr/>
              <p:nvPr userDrawn="1"/>
            </p:nvGrpSpPr>
            <p:grpSpPr>
              <a:xfrm>
                <a:off x="12831198" y="4432250"/>
                <a:ext cx="139861" cy="152244"/>
                <a:chOff x="12574450" y="6053892"/>
                <a:chExt cx="169232" cy="184215"/>
              </a:xfrm>
            </p:grpSpPr>
            <p:sp>
              <p:nvSpPr>
                <p:cNvPr id="109" name="Rechthoek 108">
                  <a:extLst>
                    <a:ext uri="{FF2B5EF4-FFF2-40B4-BE49-F238E27FC236}">
                      <a16:creationId xmlns:a16="http://schemas.microsoft.com/office/drawing/2014/main" id="{20A88D06-7F47-4140-B630-F4ED20C42143}"/>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sp>
              <p:nvSpPr>
                <p:cNvPr id="110" name="Rechthoek 109">
                  <a:extLst>
                    <a:ext uri="{FF2B5EF4-FFF2-40B4-BE49-F238E27FC236}">
                      <a16:creationId xmlns:a16="http://schemas.microsoft.com/office/drawing/2014/main" id="{98DE47D3-576B-4E82-BE49-0AD5CCB36880}"/>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sp>
              <p:nvSpPr>
                <p:cNvPr id="111" name="Rechthoek 110">
                  <a:extLst>
                    <a:ext uri="{FF2B5EF4-FFF2-40B4-BE49-F238E27FC236}">
                      <a16:creationId xmlns:a16="http://schemas.microsoft.com/office/drawing/2014/main" id="{B6FF1A25-9824-47C0-B471-84E431239CDA}"/>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grpSp>
          <p:grpSp>
            <p:nvGrpSpPr>
              <p:cNvPr id="87" name="Groep 86">
                <a:extLst>
                  <a:ext uri="{FF2B5EF4-FFF2-40B4-BE49-F238E27FC236}">
                    <a16:creationId xmlns:a16="http://schemas.microsoft.com/office/drawing/2014/main" id="{2509F33A-40E9-4679-BC0E-B493A23390CC}"/>
                  </a:ext>
                </a:extLst>
              </p:cNvPr>
              <p:cNvGrpSpPr/>
              <p:nvPr userDrawn="1"/>
            </p:nvGrpSpPr>
            <p:grpSpPr>
              <a:xfrm>
                <a:off x="12831198" y="4748585"/>
                <a:ext cx="184916" cy="120210"/>
                <a:chOff x="8815516" y="1076284"/>
                <a:chExt cx="503174" cy="327105"/>
              </a:xfrm>
            </p:grpSpPr>
            <p:sp>
              <p:nvSpPr>
                <p:cNvPr id="88" name="Rechthoek 87">
                  <a:extLst>
                    <a:ext uri="{FF2B5EF4-FFF2-40B4-BE49-F238E27FC236}">
                      <a16:creationId xmlns:a16="http://schemas.microsoft.com/office/drawing/2014/main" id="{56EE2C70-CEF5-4019-AD16-54893C917483}"/>
                    </a:ext>
                  </a:extLst>
                </p:cNvPr>
                <p:cNvSpPr/>
                <p:nvPr userDrawn="1"/>
              </p:nvSpPr>
              <p:spPr>
                <a:xfrm>
                  <a:off x="8815516" y="1133167"/>
                  <a:ext cx="372729" cy="235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grpSp>
              <p:nvGrpSpPr>
                <p:cNvPr id="89" name="Groep 88">
                  <a:extLst>
                    <a:ext uri="{FF2B5EF4-FFF2-40B4-BE49-F238E27FC236}">
                      <a16:creationId xmlns:a16="http://schemas.microsoft.com/office/drawing/2014/main" id="{C8D244F3-BAF2-46D2-9BA4-4DF01689F6BB}"/>
                    </a:ext>
                  </a:extLst>
                </p:cNvPr>
                <p:cNvGrpSpPr/>
                <p:nvPr userDrawn="1"/>
              </p:nvGrpSpPr>
              <p:grpSpPr>
                <a:xfrm>
                  <a:off x="8815517" y="1076284"/>
                  <a:ext cx="503173" cy="327105"/>
                  <a:chOff x="1351248" y="-683635"/>
                  <a:chExt cx="503173" cy="327105"/>
                </a:xfrm>
              </p:grpSpPr>
              <p:grpSp>
                <p:nvGrpSpPr>
                  <p:cNvPr id="90" name="Groep 89">
                    <a:extLst>
                      <a:ext uri="{FF2B5EF4-FFF2-40B4-BE49-F238E27FC236}">
                        <a16:creationId xmlns:a16="http://schemas.microsoft.com/office/drawing/2014/main" id="{9359415B-A09B-4D47-9FCD-2E5769196783}"/>
                      </a:ext>
                    </a:extLst>
                  </p:cNvPr>
                  <p:cNvGrpSpPr/>
                  <p:nvPr userDrawn="1"/>
                </p:nvGrpSpPr>
                <p:grpSpPr>
                  <a:xfrm>
                    <a:off x="1351248" y="-683635"/>
                    <a:ext cx="375186" cy="293652"/>
                    <a:chOff x="1094874" y="-884923"/>
                    <a:chExt cx="884668" cy="692417"/>
                  </a:xfrm>
                </p:grpSpPr>
                <p:sp>
                  <p:nvSpPr>
                    <p:cNvPr id="95" name="Rechthoek 94">
                      <a:extLst>
                        <a:ext uri="{FF2B5EF4-FFF2-40B4-BE49-F238E27FC236}">
                          <a16:creationId xmlns:a16="http://schemas.microsoft.com/office/drawing/2014/main" id="{13C8B5C6-0E17-4FD1-85B0-5D522CF31E1F}"/>
                        </a:ext>
                      </a:extLst>
                    </p:cNvPr>
                    <p:cNvSpPr/>
                    <p:nvPr userDrawn="1"/>
                  </p:nvSpPr>
                  <p:spPr>
                    <a:xfrm>
                      <a:off x="1094874" y="-884923"/>
                      <a:ext cx="878304" cy="145579"/>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grpSp>
                  <p:nvGrpSpPr>
                    <p:cNvPr id="96" name="Groep 95">
                      <a:extLst>
                        <a:ext uri="{FF2B5EF4-FFF2-40B4-BE49-F238E27FC236}">
                          <a16:creationId xmlns:a16="http://schemas.microsoft.com/office/drawing/2014/main" id="{FFF07B23-3892-43DB-B059-59D78582C1C4}"/>
                        </a:ext>
                      </a:extLst>
                    </p:cNvPr>
                    <p:cNvGrpSpPr/>
                    <p:nvPr userDrawn="1"/>
                  </p:nvGrpSpPr>
                  <p:grpSpPr>
                    <a:xfrm>
                      <a:off x="1094874" y="-878306"/>
                      <a:ext cx="867364" cy="685800"/>
                      <a:chOff x="1094874" y="-878306"/>
                      <a:chExt cx="867364" cy="613611"/>
                    </a:xfrm>
                  </p:grpSpPr>
                  <p:cxnSp>
                    <p:nvCxnSpPr>
                      <p:cNvPr id="102" name="Rechte verbindingslijn 101">
                        <a:extLst>
                          <a:ext uri="{FF2B5EF4-FFF2-40B4-BE49-F238E27FC236}">
                            <a16:creationId xmlns:a16="http://schemas.microsoft.com/office/drawing/2014/main" id="{8D326885-9E04-4C8C-A5C1-ADF060A21BDD}"/>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3" name="Rechte verbindingslijn 102">
                        <a:extLst>
                          <a:ext uri="{FF2B5EF4-FFF2-40B4-BE49-F238E27FC236}">
                            <a16:creationId xmlns:a16="http://schemas.microsoft.com/office/drawing/2014/main" id="{67708AEB-A08D-4668-9453-19DBE12B49F2}"/>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04" name="Groep 103">
                        <a:extLst>
                          <a:ext uri="{FF2B5EF4-FFF2-40B4-BE49-F238E27FC236}">
                            <a16:creationId xmlns:a16="http://schemas.microsoft.com/office/drawing/2014/main" id="{A2D35943-67CD-4101-8F1B-E63EB14AC4A7}"/>
                          </a:ext>
                        </a:extLst>
                      </p:cNvPr>
                      <p:cNvGrpSpPr/>
                      <p:nvPr userDrawn="1"/>
                    </p:nvGrpSpPr>
                    <p:grpSpPr>
                      <a:xfrm>
                        <a:off x="1270535" y="-878306"/>
                        <a:ext cx="526983" cy="613611"/>
                        <a:chOff x="1270535" y="-745959"/>
                        <a:chExt cx="526983" cy="481264"/>
                      </a:xfrm>
                    </p:grpSpPr>
                    <p:cxnSp>
                      <p:nvCxnSpPr>
                        <p:cNvPr id="105" name="Rechte verbindingslijn 104">
                          <a:extLst>
                            <a:ext uri="{FF2B5EF4-FFF2-40B4-BE49-F238E27FC236}">
                              <a16:creationId xmlns:a16="http://schemas.microsoft.com/office/drawing/2014/main" id="{2BF5283D-E0B5-4438-BF77-01D91FAE37C7}"/>
                            </a:ext>
                          </a:extLst>
                        </p:cNvPr>
                        <p:cNvCxnSpPr>
                          <a:cxnSpLocks/>
                        </p:cNvCxnSpPr>
                        <p:nvPr userDrawn="1"/>
                      </p:nvCxnSpPr>
                      <p:spPr>
                        <a:xfrm>
                          <a:off x="1446196"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6" name="Rechte verbindingslijn 105">
                          <a:extLst>
                            <a:ext uri="{FF2B5EF4-FFF2-40B4-BE49-F238E27FC236}">
                              <a16:creationId xmlns:a16="http://schemas.microsoft.com/office/drawing/2014/main" id="{C387A47F-7F0F-498C-9C7A-0DAC50513F3C}"/>
                            </a:ext>
                          </a:extLst>
                        </p:cNvPr>
                        <p:cNvCxnSpPr>
                          <a:cxnSpLocks/>
                        </p:cNvCxnSpPr>
                        <p:nvPr userDrawn="1"/>
                      </p:nvCxnSpPr>
                      <p:spPr>
                        <a:xfrm>
                          <a:off x="1270535"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7" name="Rechte verbindingslijn 106">
                          <a:extLst>
                            <a:ext uri="{FF2B5EF4-FFF2-40B4-BE49-F238E27FC236}">
                              <a16:creationId xmlns:a16="http://schemas.microsoft.com/office/drawing/2014/main" id="{583B8D76-E296-466B-AB9A-207C4D239511}"/>
                            </a:ext>
                          </a:extLst>
                        </p:cNvPr>
                        <p:cNvCxnSpPr>
                          <a:cxnSpLocks/>
                        </p:cNvCxnSpPr>
                        <p:nvPr userDrawn="1"/>
                      </p:nvCxnSpPr>
                      <p:spPr>
                        <a:xfrm>
                          <a:off x="1621857"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8" name="Rechte verbindingslijn 107">
                          <a:extLst>
                            <a:ext uri="{FF2B5EF4-FFF2-40B4-BE49-F238E27FC236}">
                              <a16:creationId xmlns:a16="http://schemas.microsoft.com/office/drawing/2014/main" id="{52EC5223-DD85-4EDB-8D96-ED9FCAE322AC}"/>
                            </a:ext>
                          </a:extLst>
                        </p:cNvPr>
                        <p:cNvCxnSpPr>
                          <a:cxnSpLocks/>
                        </p:cNvCxnSpPr>
                        <p:nvPr userDrawn="1"/>
                      </p:nvCxnSpPr>
                      <p:spPr>
                        <a:xfrm>
                          <a:off x="1797518"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97" name="Rechte verbindingslijn 96">
                      <a:extLst>
                        <a:ext uri="{FF2B5EF4-FFF2-40B4-BE49-F238E27FC236}">
                          <a16:creationId xmlns:a16="http://schemas.microsoft.com/office/drawing/2014/main" id="{34216DA4-8816-4742-A4E7-441721CC9962}"/>
                        </a:ext>
                      </a:extLst>
                    </p:cNvPr>
                    <p:cNvCxnSpPr>
                      <a:cxnSpLocks/>
                    </p:cNvCxnSpPr>
                    <p:nvPr userDrawn="1"/>
                  </p:nvCxnSpPr>
                  <p:spPr>
                    <a:xfrm flipH="1">
                      <a:off x="1098555" y="-192506"/>
                      <a:ext cx="880987" cy="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98" name="Groep 97">
                      <a:extLst>
                        <a:ext uri="{FF2B5EF4-FFF2-40B4-BE49-F238E27FC236}">
                          <a16:creationId xmlns:a16="http://schemas.microsoft.com/office/drawing/2014/main" id="{D3EDC5E9-3DCE-4232-8001-9089A793072F}"/>
                        </a:ext>
                      </a:extLst>
                    </p:cNvPr>
                    <p:cNvGrpSpPr/>
                    <p:nvPr userDrawn="1"/>
                  </p:nvGrpSpPr>
                  <p:grpSpPr>
                    <a:xfrm>
                      <a:off x="1094874" y="-607596"/>
                      <a:ext cx="878306" cy="276726"/>
                      <a:chOff x="1106905" y="-607596"/>
                      <a:chExt cx="878307" cy="276726"/>
                    </a:xfrm>
                  </p:grpSpPr>
                  <p:cxnSp>
                    <p:nvCxnSpPr>
                      <p:cNvPr id="99" name="Rechte verbindingslijn 98">
                        <a:extLst>
                          <a:ext uri="{FF2B5EF4-FFF2-40B4-BE49-F238E27FC236}">
                            <a16:creationId xmlns:a16="http://schemas.microsoft.com/office/drawing/2014/main" id="{F5257B78-A23C-4286-BB72-E7CC2359FB79}"/>
                          </a:ext>
                        </a:extLst>
                      </p:cNvPr>
                      <p:cNvCxnSpPr>
                        <a:cxnSpLocks/>
                      </p:cNvCxnSpPr>
                      <p:nvPr userDrawn="1"/>
                    </p:nvCxnSpPr>
                    <p:spPr>
                      <a:xfrm flipH="1">
                        <a:off x="1106905" y="-330870"/>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0" name="Rechte verbindingslijn 99">
                        <a:extLst>
                          <a:ext uri="{FF2B5EF4-FFF2-40B4-BE49-F238E27FC236}">
                            <a16:creationId xmlns:a16="http://schemas.microsoft.com/office/drawing/2014/main" id="{9B21A33D-5248-4792-87A0-2367DE8339DD}"/>
                          </a:ext>
                        </a:extLst>
                      </p:cNvPr>
                      <p:cNvCxnSpPr>
                        <a:cxnSpLocks/>
                      </p:cNvCxnSpPr>
                      <p:nvPr userDrawn="1"/>
                    </p:nvCxnSpPr>
                    <p:spPr>
                      <a:xfrm flipH="1">
                        <a:off x="1106905" y="-469233"/>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1" name="Rechte verbindingslijn 100">
                        <a:extLst>
                          <a:ext uri="{FF2B5EF4-FFF2-40B4-BE49-F238E27FC236}">
                            <a16:creationId xmlns:a16="http://schemas.microsoft.com/office/drawing/2014/main" id="{1292EA23-CAFC-4FAA-9703-EB32C8C778D1}"/>
                          </a:ext>
                        </a:extLst>
                      </p:cNvPr>
                      <p:cNvCxnSpPr>
                        <a:cxnSpLocks/>
                      </p:cNvCxnSpPr>
                      <p:nvPr userDrawn="1"/>
                    </p:nvCxnSpPr>
                    <p:spPr>
                      <a:xfrm flipH="1">
                        <a:off x="1106905" y="-607596"/>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grpSp>
              </p:grpSp>
              <p:grpSp>
                <p:nvGrpSpPr>
                  <p:cNvPr id="91" name="Groep 90">
                    <a:extLst>
                      <a:ext uri="{FF2B5EF4-FFF2-40B4-BE49-F238E27FC236}">
                        <a16:creationId xmlns:a16="http://schemas.microsoft.com/office/drawing/2014/main" id="{845F69D1-3951-4CA5-81D1-1921114D546B}"/>
                      </a:ext>
                    </a:extLst>
                  </p:cNvPr>
                  <p:cNvGrpSpPr/>
                  <p:nvPr userDrawn="1"/>
                </p:nvGrpSpPr>
                <p:grpSpPr>
                  <a:xfrm rot="2700000">
                    <a:off x="1605871" y="-605080"/>
                    <a:ext cx="90079" cy="407021"/>
                    <a:chOff x="3130062" y="-817193"/>
                    <a:chExt cx="131884" cy="595920"/>
                  </a:xfrm>
                  <a:solidFill>
                    <a:srgbClr val="3399FF"/>
                  </a:solidFill>
                </p:grpSpPr>
                <p:sp>
                  <p:nvSpPr>
                    <p:cNvPr id="92" name="Rechthoek 91">
                      <a:extLst>
                        <a:ext uri="{FF2B5EF4-FFF2-40B4-BE49-F238E27FC236}">
                          <a16:creationId xmlns:a16="http://schemas.microsoft.com/office/drawing/2014/main" id="{866D29B1-DCE2-447E-BA88-31697F9592D4}"/>
                        </a:ext>
                      </a:extLst>
                    </p:cNvPr>
                    <p:cNvSpPr/>
                    <p:nvPr userDrawn="1"/>
                  </p:nvSpPr>
                  <p:spPr>
                    <a:xfrm>
                      <a:off x="3130062" y="-705979"/>
                      <a:ext cx="131884" cy="281354"/>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sp>
                  <p:nvSpPr>
                    <p:cNvPr id="93" name="Rechthoek: afgeronde bovenhoeken 92">
                      <a:extLst>
                        <a:ext uri="{FF2B5EF4-FFF2-40B4-BE49-F238E27FC236}">
                          <a16:creationId xmlns:a16="http://schemas.microsoft.com/office/drawing/2014/main" id="{60BAF024-6722-42F1-ABCC-F77307978644}"/>
                        </a:ext>
                      </a:extLst>
                    </p:cNvPr>
                    <p:cNvSpPr/>
                    <p:nvPr userDrawn="1"/>
                  </p:nvSpPr>
                  <p:spPr>
                    <a:xfrm>
                      <a:off x="3130063" y="-817193"/>
                      <a:ext cx="131883" cy="87615"/>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sp>
                  <p:nvSpPr>
                    <p:cNvPr id="94" name="Gelijkbenige driehoek 93">
                      <a:extLst>
                        <a:ext uri="{FF2B5EF4-FFF2-40B4-BE49-F238E27FC236}">
                          <a16:creationId xmlns:a16="http://schemas.microsoft.com/office/drawing/2014/main" id="{1BE3730C-1B90-46FE-84EB-75166346538C}"/>
                        </a:ext>
                      </a:extLst>
                    </p:cNvPr>
                    <p:cNvSpPr/>
                    <p:nvPr userDrawn="1"/>
                  </p:nvSpPr>
                  <p:spPr>
                    <a:xfrm rot="10800000">
                      <a:off x="3130062" y="-401026"/>
                      <a:ext cx="131884"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grpSp>
            </p:grpSp>
          </p:grpSp>
        </p:grpSp>
      </p:grpSp>
      <p:grpSp>
        <p:nvGrpSpPr>
          <p:cNvPr id="112" name="Instructie">
            <a:extLst>
              <a:ext uri="{FF2B5EF4-FFF2-40B4-BE49-F238E27FC236}">
                <a16:creationId xmlns:a16="http://schemas.microsoft.com/office/drawing/2014/main" id="{C49CC328-B599-43D4-A145-1CC5920BB79C}"/>
              </a:ext>
            </a:extLst>
          </p:cNvPr>
          <p:cNvGrpSpPr/>
          <p:nvPr userDrawn="1"/>
        </p:nvGrpSpPr>
        <p:grpSpPr>
          <a:xfrm>
            <a:off x="12391601" y="0"/>
            <a:ext cx="3183677" cy="2499789"/>
            <a:chOff x="12391601" y="0"/>
            <a:chExt cx="3183677" cy="2499789"/>
          </a:xfrm>
        </p:grpSpPr>
        <p:sp>
          <p:nvSpPr>
            <p:cNvPr id="113" name="Rechthoek 112">
              <a:extLst>
                <a:ext uri="{FF2B5EF4-FFF2-40B4-BE49-F238E27FC236}">
                  <a16:creationId xmlns:a16="http://schemas.microsoft.com/office/drawing/2014/main" id="{3DC127D4-C91D-434D-961C-51DD7C05B9CA}"/>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bg1">
                      <a:lumMod val="50000"/>
                    </a:schemeClr>
                  </a:solidFill>
                  <a:effectLst/>
                  <a:uLnTx/>
                  <a:uFillTx/>
                  <a:latin typeface="+mj-lt"/>
                  <a:cs typeface="Segoe UI Light" panose="020B0502040204020203" pitchFamily="34" charset="0"/>
                </a:rPr>
                <a:t>Grafiek invoegen/veranderen</a:t>
              </a:r>
            </a:p>
          </p:txBody>
        </p:sp>
        <p:sp>
          <p:nvSpPr>
            <p:cNvPr id="114" name="Ovaal 113">
              <a:extLst>
                <a:ext uri="{FF2B5EF4-FFF2-40B4-BE49-F238E27FC236}">
                  <a16:creationId xmlns:a16="http://schemas.microsoft.com/office/drawing/2014/main" id="{F369C675-B222-4E3C-9799-B9E9C826D6EA}"/>
                </a:ext>
              </a:extLst>
            </p:cNvPr>
            <p:cNvSpPr/>
            <p:nvPr userDrawn="1"/>
          </p:nvSpPr>
          <p:spPr>
            <a:xfrm>
              <a:off x="12391601" y="366490"/>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115" name="Rechte verbindingslijn 114">
              <a:extLst>
                <a:ext uri="{FF2B5EF4-FFF2-40B4-BE49-F238E27FC236}">
                  <a16:creationId xmlns:a16="http://schemas.microsoft.com/office/drawing/2014/main" id="{AB74B0B9-D672-464B-8856-0FAB1769AC2D}"/>
                </a:ext>
              </a:extLst>
            </p:cNvPr>
            <p:cNvCxnSpPr>
              <a:cxnSpLocks/>
            </p:cNvCxnSpPr>
            <p:nvPr userDrawn="1"/>
          </p:nvCxnSpPr>
          <p:spPr>
            <a:xfrm>
              <a:off x="12397261" y="241635"/>
              <a:ext cx="3178017" cy="0"/>
            </a:xfrm>
            <a:prstGeom prst="line">
              <a:avLst/>
            </a:prstGeom>
            <a:noFill/>
            <a:ln w="3175" cap="flat" cmpd="sng" algn="ctr">
              <a:solidFill>
                <a:schemeClr val="bg1">
                  <a:lumMod val="50000"/>
                </a:schemeClr>
              </a:solidFill>
              <a:prstDash val="solid"/>
            </a:ln>
            <a:effectLst/>
          </p:spPr>
        </p:cxnSp>
        <p:cxnSp>
          <p:nvCxnSpPr>
            <p:cNvPr id="116" name="Rechte verbindingslijn 115">
              <a:extLst>
                <a:ext uri="{FF2B5EF4-FFF2-40B4-BE49-F238E27FC236}">
                  <a16:creationId xmlns:a16="http://schemas.microsoft.com/office/drawing/2014/main" id="{C750B418-3B0A-4B5A-B30A-6497E416A602}"/>
                </a:ext>
              </a:extLst>
            </p:cNvPr>
            <p:cNvCxnSpPr>
              <a:cxnSpLocks/>
            </p:cNvCxnSpPr>
            <p:nvPr userDrawn="1"/>
          </p:nvCxnSpPr>
          <p:spPr>
            <a:xfrm>
              <a:off x="12397261" y="1577933"/>
              <a:ext cx="3178017" cy="0"/>
            </a:xfrm>
            <a:prstGeom prst="line">
              <a:avLst/>
            </a:prstGeom>
            <a:noFill/>
            <a:ln w="3175" cap="flat" cmpd="sng" algn="ctr">
              <a:solidFill>
                <a:schemeClr val="bg1">
                  <a:lumMod val="50000"/>
                </a:schemeClr>
              </a:solidFill>
              <a:prstDash val="solid"/>
            </a:ln>
            <a:effectLst/>
          </p:spPr>
        </p:cxnSp>
        <p:sp>
          <p:nvSpPr>
            <p:cNvPr id="117" name="Rechthoek 116">
              <a:extLst>
                <a:ext uri="{FF2B5EF4-FFF2-40B4-BE49-F238E27FC236}">
                  <a16:creationId xmlns:a16="http://schemas.microsoft.com/office/drawing/2014/main" id="{46F58321-87C8-4D68-8FFD-B81C6063B34A}"/>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grafiek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grafiek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sp>
          <p:nvSpPr>
            <p:cNvPr id="118" name="Ovaal 117">
              <a:extLst>
                <a:ext uri="{FF2B5EF4-FFF2-40B4-BE49-F238E27FC236}">
                  <a16:creationId xmlns:a16="http://schemas.microsoft.com/office/drawing/2014/main" id="{519109F1-9A8A-40EE-A628-C50A2EF8977D}"/>
                </a:ext>
              </a:extLst>
            </p:cNvPr>
            <p:cNvSpPr/>
            <p:nvPr userDrawn="1"/>
          </p:nvSpPr>
          <p:spPr>
            <a:xfrm>
              <a:off x="12391601" y="1706398"/>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119" name="Rechthoek 118">
              <a:extLst>
                <a:ext uri="{FF2B5EF4-FFF2-40B4-BE49-F238E27FC236}">
                  <a16:creationId xmlns:a16="http://schemas.microsoft.com/office/drawing/2014/main" id="{1563674D-5735-4910-813E-D37A95FDB852}"/>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grafiek</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120" name="Groep 119">
              <a:extLst>
                <a:ext uri="{FF2B5EF4-FFF2-40B4-BE49-F238E27FC236}">
                  <a16:creationId xmlns:a16="http://schemas.microsoft.com/office/drawing/2014/main" id="{9DEB9494-BA1A-4798-90C6-F5DD28D2F969}"/>
                </a:ext>
              </a:extLst>
            </p:cNvPr>
            <p:cNvGrpSpPr/>
            <p:nvPr userDrawn="1"/>
          </p:nvGrpSpPr>
          <p:grpSpPr>
            <a:xfrm>
              <a:off x="12757282" y="2184550"/>
              <a:ext cx="825500" cy="209550"/>
              <a:chOff x="13504624" y="2482850"/>
              <a:chExt cx="825500" cy="209550"/>
            </a:xfrm>
          </p:grpSpPr>
          <p:sp>
            <p:nvSpPr>
              <p:cNvPr id="126" name="Rechthoek 125">
                <a:extLst>
                  <a:ext uri="{FF2B5EF4-FFF2-40B4-BE49-F238E27FC236}">
                    <a16:creationId xmlns:a16="http://schemas.microsoft.com/office/drawing/2014/main" id="{44B34948-9946-4C94-9AF7-02B927290117}"/>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127" name="Rechte verbindingslijn 126">
                <a:extLst>
                  <a:ext uri="{FF2B5EF4-FFF2-40B4-BE49-F238E27FC236}">
                    <a16:creationId xmlns:a16="http://schemas.microsoft.com/office/drawing/2014/main" id="{D8206913-A5AF-4738-8A45-6061E6F42111}"/>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28" name="Gelijkbenige driehoek 127">
                <a:extLst>
                  <a:ext uri="{FF2B5EF4-FFF2-40B4-BE49-F238E27FC236}">
                    <a16:creationId xmlns:a16="http://schemas.microsoft.com/office/drawing/2014/main" id="{05C8F3AB-BA74-478D-8577-E60182B41EA0}"/>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cxnSp>
          <p:nvCxnSpPr>
            <p:cNvPr id="121" name="Rechte verbindingslijn 120">
              <a:extLst>
                <a:ext uri="{FF2B5EF4-FFF2-40B4-BE49-F238E27FC236}">
                  <a16:creationId xmlns:a16="http://schemas.microsoft.com/office/drawing/2014/main" id="{0E748A4E-043C-4103-BD56-68121CACEBA2}"/>
                </a:ext>
              </a:extLst>
            </p:cNvPr>
            <p:cNvCxnSpPr>
              <a:cxnSpLocks/>
            </p:cNvCxnSpPr>
            <p:nvPr userDrawn="1"/>
          </p:nvCxnSpPr>
          <p:spPr>
            <a:xfrm>
              <a:off x="12397261" y="2499789"/>
              <a:ext cx="3178017" cy="0"/>
            </a:xfrm>
            <a:prstGeom prst="line">
              <a:avLst/>
            </a:prstGeom>
            <a:noFill/>
            <a:ln w="3175" cap="flat" cmpd="sng" algn="ctr">
              <a:solidFill>
                <a:schemeClr val="bg1">
                  <a:lumMod val="50000"/>
                </a:schemeClr>
              </a:solidFill>
              <a:prstDash val="solid"/>
            </a:ln>
            <a:effectLst/>
          </p:spPr>
        </p:cxnSp>
        <p:grpSp>
          <p:nvGrpSpPr>
            <p:cNvPr id="122" name="Groep 121">
              <a:extLst>
                <a:ext uri="{FF2B5EF4-FFF2-40B4-BE49-F238E27FC236}">
                  <a16:creationId xmlns:a16="http://schemas.microsoft.com/office/drawing/2014/main" id="{94470644-5423-4046-A427-8AFB057AD58F}"/>
                </a:ext>
              </a:extLst>
            </p:cNvPr>
            <p:cNvGrpSpPr/>
            <p:nvPr userDrawn="1"/>
          </p:nvGrpSpPr>
          <p:grpSpPr>
            <a:xfrm>
              <a:off x="12751697" y="1147804"/>
              <a:ext cx="289372" cy="314992"/>
              <a:chOff x="7322769" y="-310267"/>
              <a:chExt cx="289372" cy="314992"/>
            </a:xfrm>
          </p:grpSpPr>
          <p:sp>
            <p:nvSpPr>
              <p:cNvPr id="123" name="Rechthoek 122">
                <a:extLst>
                  <a:ext uri="{FF2B5EF4-FFF2-40B4-BE49-F238E27FC236}">
                    <a16:creationId xmlns:a16="http://schemas.microsoft.com/office/drawing/2014/main" id="{F8D5CEAB-BBBB-4E8C-9202-A606DD14A5BA}"/>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sp>
            <p:nvSpPr>
              <p:cNvPr id="124" name="Rechthoek 123">
                <a:extLst>
                  <a:ext uri="{FF2B5EF4-FFF2-40B4-BE49-F238E27FC236}">
                    <a16:creationId xmlns:a16="http://schemas.microsoft.com/office/drawing/2014/main" id="{32D9D0FD-361F-4F40-92EF-1F7AAEEFF0A4}"/>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sp>
            <p:nvSpPr>
              <p:cNvPr id="125" name="Rechthoek 124">
                <a:extLst>
                  <a:ext uri="{FF2B5EF4-FFF2-40B4-BE49-F238E27FC236}">
                    <a16:creationId xmlns:a16="http://schemas.microsoft.com/office/drawing/2014/main" id="{67A1B84C-C62F-4037-AA1F-671F278912E2}"/>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grpSp>
      </p:grpSp>
    </p:spTree>
    <p:extLst>
      <p:ext uri="{BB962C8B-B14F-4D97-AF65-F5344CB8AC3E}">
        <p14:creationId xmlns:p14="http://schemas.microsoft.com/office/powerpoint/2010/main" val="1474554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AFIEK 2x">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B23073-572C-4F04-B89A-B107AB932F47}"/>
              </a:ext>
            </a:extLst>
          </p:cNvPr>
          <p:cNvSpPr>
            <a:spLocks noGrp="1"/>
          </p:cNvSpPr>
          <p:nvPr>
            <p:ph type="title" hasCustomPrompt="1"/>
          </p:nvPr>
        </p:nvSpPr>
        <p:spPr/>
        <p:txBody>
          <a:bodyPr/>
          <a:lstStyle>
            <a:lvl1pPr>
              <a:defRPr/>
            </a:lvl1pPr>
          </a:lstStyle>
          <a:p>
            <a:r>
              <a:rPr lang="nl-NL" noProof="0"/>
              <a:t>Voeg hier een titel in</a:t>
            </a:r>
            <a:endParaRPr lang="nl-NL"/>
          </a:p>
        </p:txBody>
      </p:sp>
      <p:sp>
        <p:nvSpPr>
          <p:cNvPr id="4" name="Tijdelijke aanduiding voor datum 3">
            <a:extLst>
              <a:ext uri="{FF2B5EF4-FFF2-40B4-BE49-F238E27FC236}">
                <a16:creationId xmlns:a16="http://schemas.microsoft.com/office/drawing/2014/main" id="{DABA8B2F-5EFD-4A05-8481-248C853EA1DE}"/>
              </a:ext>
            </a:extLst>
          </p:cNvPr>
          <p:cNvSpPr>
            <a:spLocks noGrp="1"/>
          </p:cNvSpPr>
          <p:nvPr>
            <p:ph type="dt" sz="half" idx="10"/>
          </p:nvPr>
        </p:nvSpPr>
        <p:spPr/>
        <p:txBody>
          <a:bodyPr/>
          <a:lstStyle/>
          <a:p>
            <a:fld id="{E47E8852-3823-4F8A-8561-87FA6E0A1DA6}" type="datetime4">
              <a:rPr lang="nl-NL" smtClean="0"/>
              <a:t>24 oktober 2024</a:t>
            </a:fld>
            <a:endParaRPr lang="nl-NL"/>
          </a:p>
        </p:txBody>
      </p:sp>
      <p:sp>
        <p:nvSpPr>
          <p:cNvPr id="6" name="Tijdelijke aanduiding voor dianummer 5">
            <a:extLst>
              <a:ext uri="{FF2B5EF4-FFF2-40B4-BE49-F238E27FC236}">
                <a16:creationId xmlns:a16="http://schemas.microsoft.com/office/drawing/2014/main" id="{A7656491-ADD5-4A7E-BAFA-5FCFF07D6EB0}"/>
              </a:ext>
            </a:extLst>
          </p:cNvPr>
          <p:cNvSpPr>
            <a:spLocks noGrp="1"/>
          </p:cNvSpPr>
          <p:nvPr>
            <p:ph type="sldNum" sz="quarter" idx="12"/>
          </p:nvPr>
        </p:nvSpPr>
        <p:spPr/>
        <p:txBody>
          <a:bodyPr/>
          <a:lstStyle/>
          <a:p>
            <a:fld id="{8D374ABD-355D-4B52-8A38-020B3DD5CC75}" type="slidenum">
              <a:rPr lang="nl-NL" smtClean="0"/>
              <a:t>‹#›</a:t>
            </a:fld>
            <a:endParaRPr lang="nl-NL"/>
          </a:p>
        </p:txBody>
      </p:sp>
      <p:sp>
        <p:nvSpPr>
          <p:cNvPr id="17" name="Tijdelijke aanduiding voor tekst 34">
            <a:extLst>
              <a:ext uri="{FF2B5EF4-FFF2-40B4-BE49-F238E27FC236}">
                <a16:creationId xmlns:a16="http://schemas.microsoft.com/office/drawing/2014/main" id="{9955CEC2-0160-42D3-9E2E-941A4A11119D}"/>
              </a:ext>
            </a:extLst>
          </p:cNvPr>
          <p:cNvSpPr>
            <a:spLocks noGrp="1"/>
          </p:cNvSpPr>
          <p:nvPr>
            <p:ph type="body" sz="quarter" idx="14" hasCustomPrompt="1"/>
          </p:nvPr>
        </p:nvSpPr>
        <p:spPr>
          <a:xfrm>
            <a:off x="539749" y="5758889"/>
            <a:ext cx="11112249" cy="147981"/>
          </a:xfrm>
        </p:spPr>
        <p:txBody>
          <a:bodyPr anchor="b"/>
          <a:lstStyle>
            <a:lvl1pPr marL="0" indent="0">
              <a:buNone/>
              <a:defRPr sz="1000" i="1"/>
            </a:lvl1pPr>
          </a:lstStyle>
          <a:p>
            <a:pPr lvl="0"/>
            <a:r>
              <a:rPr lang="nl-NL" noProof="0"/>
              <a:t>Bron…</a:t>
            </a:r>
          </a:p>
        </p:txBody>
      </p:sp>
      <p:sp>
        <p:nvSpPr>
          <p:cNvPr id="18" name="Rechthoek: afgeronde hoeken 17">
            <a:extLst>
              <a:ext uri="{FF2B5EF4-FFF2-40B4-BE49-F238E27FC236}">
                <a16:creationId xmlns:a16="http://schemas.microsoft.com/office/drawing/2014/main" id="{765A9402-96DA-4D08-A873-873C05E81C86}"/>
              </a:ext>
            </a:extLst>
          </p:cNvPr>
          <p:cNvSpPr/>
          <p:nvPr userDrawn="1"/>
        </p:nvSpPr>
        <p:spPr>
          <a:xfrm>
            <a:off x="3048000" y="-491319"/>
            <a:ext cx="6096000" cy="30025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lvl="0" algn="ctr"/>
            <a:r>
              <a:rPr lang="nl-NL" sz="2800" b="0" cap="all" baseline="0" noProof="0">
                <a:solidFill>
                  <a:schemeClr val="accent1"/>
                </a:solidFill>
                <a:latin typeface="+mn-lt"/>
              </a:rPr>
              <a:t>GRAFIEK 2x</a:t>
            </a:r>
          </a:p>
        </p:txBody>
      </p:sp>
      <p:sp>
        <p:nvSpPr>
          <p:cNvPr id="21" name="Tijdelijke aanduiding voor grafiek 17">
            <a:extLst>
              <a:ext uri="{FF2B5EF4-FFF2-40B4-BE49-F238E27FC236}">
                <a16:creationId xmlns:a16="http://schemas.microsoft.com/office/drawing/2014/main" id="{92172253-6D4B-4AC5-AA1C-319C8E5A71AE}"/>
              </a:ext>
            </a:extLst>
          </p:cNvPr>
          <p:cNvSpPr>
            <a:spLocks noGrp="1"/>
          </p:cNvSpPr>
          <p:nvPr>
            <p:ph type="chart" sz="quarter" idx="15" hasCustomPrompt="1"/>
          </p:nvPr>
        </p:nvSpPr>
        <p:spPr>
          <a:xfrm>
            <a:off x="6636507" y="1459111"/>
            <a:ext cx="5015239" cy="4119774"/>
          </a:xfrm>
          <a:solidFill>
            <a:schemeClr val="bg1">
              <a:lumMod val="95000"/>
            </a:schemeClr>
          </a:solidFill>
        </p:spPr>
        <p:txBody>
          <a:bodyPr tIns="1620000"/>
          <a:lstStyle>
            <a:lvl1pPr marL="0" indent="0" algn="ctr">
              <a:buNone/>
              <a:defRPr sz="1200" i="1">
                <a:solidFill>
                  <a:schemeClr val="bg1">
                    <a:lumMod val="50000"/>
                  </a:schemeClr>
                </a:solidFill>
              </a:defRPr>
            </a:lvl1pPr>
          </a:lstStyle>
          <a:p>
            <a:r>
              <a:rPr lang="nl-NL" noProof="0"/>
              <a:t>Klik op onderstaand pictogram om een grafiek in te voegen</a:t>
            </a:r>
          </a:p>
        </p:txBody>
      </p:sp>
      <p:cxnSp>
        <p:nvCxnSpPr>
          <p:cNvPr id="23" name="Rechte verbindingslijn 22">
            <a:extLst>
              <a:ext uri="{FF2B5EF4-FFF2-40B4-BE49-F238E27FC236}">
                <a16:creationId xmlns:a16="http://schemas.microsoft.com/office/drawing/2014/main" id="{F758FBF6-EBB0-4F05-96EB-8AEB1E4BB59E}"/>
              </a:ext>
            </a:extLst>
          </p:cNvPr>
          <p:cNvCxnSpPr>
            <a:cxnSpLocks/>
          </p:cNvCxnSpPr>
          <p:nvPr userDrawn="1"/>
        </p:nvCxnSpPr>
        <p:spPr>
          <a:xfrm>
            <a:off x="6096000" y="1446663"/>
            <a:ext cx="0" cy="4121624"/>
          </a:xfrm>
          <a:prstGeom prst="line">
            <a:avLst/>
          </a:prstGeom>
          <a:ln w="19050" cap="rnd">
            <a:solidFill>
              <a:schemeClr val="accent1"/>
            </a:solidFill>
            <a:prstDash val="solid"/>
            <a:round/>
          </a:ln>
        </p:spPr>
        <p:style>
          <a:lnRef idx="1">
            <a:schemeClr val="accent1"/>
          </a:lnRef>
          <a:fillRef idx="0">
            <a:schemeClr val="accent1"/>
          </a:fillRef>
          <a:effectRef idx="0">
            <a:schemeClr val="accent1"/>
          </a:effectRef>
          <a:fontRef idx="minor">
            <a:schemeClr val="tx1"/>
          </a:fontRef>
        </p:style>
      </p:cxnSp>
      <p:sp>
        <p:nvSpPr>
          <p:cNvPr id="24" name="Tijdelijke aanduiding voor tekst 43">
            <a:extLst>
              <a:ext uri="{FF2B5EF4-FFF2-40B4-BE49-F238E27FC236}">
                <a16:creationId xmlns:a16="http://schemas.microsoft.com/office/drawing/2014/main" id="{E054E093-0CA2-4AA3-9379-A9449CBE767D}"/>
              </a:ext>
            </a:extLst>
          </p:cNvPr>
          <p:cNvSpPr>
            <a:spLocks noGrp="1"/>
          </p:cNvSpPr>
          <p:nvPr>
            <p:ph type="body" sz="quarter" idx="16" hasCustomPrompt="1"/>
          </p:nvPr>
        </p:nvSpPr>
        <p:spPr>
          <a:xfrm>
            <a:off x="540000" y="0"/>
            <a:ext cx="1080000" cy="72000"/>
          </a:xfrm>
          <a:solidFill>
            <a:schemeClr val="accent1"/>
          </a:solidFill>
        </p:spPr>
        <p:txBody>
          <a:bodyPr/>
          <a:lstStyle>
            <a:lvl1pPr marL="0" indent="0">
              <a:buNone/>
              <a:defRPr sz="100">
                <a:solidFill>
                  <a:schemeClr val="bg2"/>
                </a:solidFill>
              </a:defRPr>
            </a:lvl1pPr>
            <a:lvl5pPr>
              <a:defRPr/>
            </a:lvl5pPr>
          </a:lstStyle>
          <a:p>
            <a:pPr lvl="0"/>
            <a:r>
              <a:rPr lang="en-GB"/>
              <a:t> </a:t>
            </a:r>
          </a:p>
        </p:txBody>
      </p:sp>
      <p:sp>
        <p:nvSpPr>
          <p:cNvPr id="13" name="Tijdelijke aanduiding voor grafiek 17">
            <a:extLst>
              <a:ext uri="{FF2B5EF4-FFF2-40B4-BE49-F238E27FC236}">
                <a16:creationId xmlns:a16="http://schemas.microsoft.com/office/drawing/2014/main" id="{D6C0AB07-93B4-4F3A-87B2-5D34C4756313}"/>
              </a:ext>
            </a:extLst>
          </p:cNvPr>
          <p:cNvSpPr>
            <a:spLocks noGrp="1"/>
          </p:cNvSpPr>
          <p:nvPr>
            <p:ph type="chart" sz="quarter" idx="17" hasCustomPrompt="1"/>
          </p:nvPr>
        </p:nvSpPr>
        <p:spPr>
          <a:xfrm>
            <a:off x="539749" y="1459111"/>
            <a:ext cx="5015239" cy="4119774"/>
          </a:xfrm>
          <a:solidFill>
            <a:schemeClr val="bg1">
              <a:lumMod val="95000"/>
            </a:schemeClr>
          </a:solidFill>
        </p:spPr>
        <p:txBody>
          <a:bodyPr tIns="1620000"/>
          <a:lstStyle>
            <a:lvl1pPr marL="0" indent="0" algn="ctr">
              <a:buNone/>
              <a:defRPr sz="1200" i="1">
                <a:solidFill>
                  <a:schemeClr val="bg1">
                    <a:lumMod val="50000"/>
                  </a:schemeClr>
                </a:solidFill>
              </a:defRPr>
            </a:lvl1pPr>
          </a:lstStyle>
          <a:p>
            <a:r>
              <a:rPr lang="nl-NL" noProof="0"/>
              <a:t>Klik op onderstaand pictogram om een grafiek in te voegen</a:t>
            </a:r>
          </a:p>
        </p:txBody>
      </p:sp>
      <p:grpSp>
        <p:nvGrpSpPr>
          <p:cNvPr id="78" name="Instructie">
            <a:extLst>
              <a:ext uri="{FF2B5EF4-FFF2-40B4-BE49-F238E27FC236}">
                <a16:creationId xmlns:a16="http://schemas.microsoft.com/office/drawing/2014/main" id="{F67437EB-2DAF-4056-A160-EEBE72F1EFCD}"/>
              </a:ext>
            </a:extLst>
          </p:cNvPr>
          <p:cNvGrpSpPr/>
          <p:nvPr userDrawn="1"/>
        </p:nvGrpSpPr>
        <p:grpSpPr>
          <a:xfrm>
            <a:off x="12389714" y="5221435"/>
            <a:ext cx="3183677" cy="1636565"/>
            <a:chOff x="12389714" y="4327164"/>
            <a:chExt cx="3183677" cy="1636565"/>
          </a:xfrm>
        </p:grpSpPr>
        <p:cxnSp>
          <p:nvCxnSpPr>
            <p:cNvPr id="79" name="Rechte verbindingslijn 78">
              <a:extLst>
                <a:ext uri="{FF2B5EF4-FFF2-40B4-BE49-F238E27FC236}">
                  <a16:creationId xmlns:a16="http://schemas.microsoft.com/office/drawing/2014/main" id="{2EDBAF60-EA64-49D9-94C0-A47816BEBE76}"/>
                </a:ext>
              </a:extLst>
            </p:cNvPr>
            <p:cNvCxnSpPr>
              <a:cxnSpLocks/>
            </p:cNvCxnSpPr>
            <p:nvPr userDrawn="1"/>
          </p:nvCxnSpPr>
          <p:spPr>
            <a:xfrm>
              <a:off x="12395374" y="5963729"/>
              <a:ext cx="3178017" cy="0"/>
            </a:xfrm>
            <a:prstGeom prst="line">
              <a:avLst/>
            </a:prstGeom>
            <a:noFill/>
            <a:ln w="3175" cap="flat" cmpd="sng" algn="ctr">
              <a:solidFill>
                <a:schemeClr val="bg1">
                  <a:lumMod val="50000"/>
                </a:schemeClr>
              </a:solidFill>
              <a:prstDash val="solid"/>
            </a:ln>
            <a:effectLst/>
          </p:spPr>
        </p:cxnSp>
        <p:sp>
          <p:nvSpPr>
            <p:cNvPr id="80" name="Rechthoek 79">
              <a:extLst>
                <a:ext uri="{FF2B5EF4-FFF2-40B4-BE49-F238E27FC236}">
                  <a16:creationId xmlns:a16="http://schemas.microsoft.com/office/drawing/2014/main" id="{768280BB-EAEC-4B3D-B183-0664D79E81F6}"/>
                </a:ext>
              </a:extLst>
            </p:cNvPr>
            <p:cNvSpPr/>
            <p:nvPr userDrawn="1"/>
          </p:nvSpPr>
          <p:spPr>
            <a:xfrm>
              <a:off x="12395375" y="4327164"/>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bg1">
                      <a:lumMod val="50000"/>
                    </a:schemeClr>
                  </a:solidFill>
                  <a:effectLst/>
                  <a:uLnTx/>
                  <a:uFillTx/>
                  <a:latin typeface="+mj-lt"/>
                  <a:cs typeface="Segoe UI Light" panose="020B0502040204020203" pitchFamily="34" charset="0"/>
                </a:rPr>
                <a:t>Data van de Grafiek Bewerken</a:t>
              </a:r>
            </a:p>
          </p:txBody>
        </p:sp>
        <p:sp>
          <p:nvSpPr>
            <p:cNvPr id="81" name="Ovaal 80">
              <a:extLst>
                <a:ext uri="{FF2B5EF4-FFF2-40B4-BE49-F238E27FC236}">
                  <a16:creationId xmlns:a16="http://schemas.microsoft.com/office/drawing/2014/main" id="{E6F2D3B6-D198-463C-8E74-6ABBFD4C1355}"/>
                </a:ext>
              </a:extLst>
            </p:cNvPr>
            <p:cNvSpPr/>
            <p:nvPr userDrawn="1"/>
          </p:nvSpPr>
          <p:spPr>
            <a:xfrm>
              <a:off x="12389714" y="4706254"/>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82" name="Rechte verbindingslijn 81">
              <a:extLst>
                <a:ext uri="{FF2B5EF4-FFF2-40B4-BE49-F238E27FC236}">
                  <a16:creationId xmlns:a16="http://schemas.microsoft.com/office/drawing/2014/main" id="{763E7DD2-C917-4DB0-A3E0-BC4886EA7BD9}"/>
                </a:ext>
              </a:extLst>
            </p:cNvPr>
            <p:cNvCxnSpPr>
              <a:cxnSpLocks/>
            </p:cNvCxnSpPr>
            <p:nvPr userDrawn="1"/>
          </p:nvCxnSpPr>
          <p:spPr>
            <a:xfrm>
              <a:off x="12395374" y="4584932"/>
              <a:ext cx="3178017" cy="0"/>
            </a:xfrm>
            <a:prstGeom prst="line">
              <a:avLst/>
            </a:prstGeom>
            <a:noFill/>
            <a:ln w="3175" cap="flat" cmpd="sng" algn="ctr">
              <a:solidFill>
                <a:schemeClr val="bg1">
                  <a:lumMod val="50000"/>
                </a:schemeClr>
              </a:solidFill>
              <a:prstDash val="solid"/>
            </a:ln>
            <a:effectLst/>
          </p:spPr>
        </p:cxnSp>
        <p:sp>
          <p:nvSpPr>
            <p:cNvPr id="83" name="Rechthoek 82">
              <a:extLst>
                <a:ext uri="{FF2B5EF4-FFF2-40B4-BE49-F238E27FC236}">
                  <a16:creationId xmlns:a16="http://schemas.microsoft.com/office/drawing/2014/main" id="{D53D4FB0-0A20-44CE-9F4F-7630B2AC6311}"/>
                </a:ext>
              </a:extLst>
            </p:cNvPr>
            <p:cNvSpPr/>
            <p:nvPr userDrawn="1"/>
          </p:nvSpPr>
          <p:spPr>
            <a:xfrm>
              <a:off x="12755395" y="4772316"/>
              <a:ext cx="2817995" cy="314439"/>
            </a:xfrm>
            <a:prstGeom prst="rect">
              <a:avLst/>
            </a:prstGeom>
            <a:noFill/>
            <a:ln w="25400" cap="flat" cmpd="sng" algn="ctr">
              <a:noFill/>
              <a:prstDash val="solid"/>
            </a:ln>
            <a:effectLst/>
          </p:spPr>
          <p:txBody>
            <a:bodyPr lIns="0" tIns="0" rIns="0" bIns="0" rtlCol="0" anchor="t"/>
            <a:lstStyle/>
            <a:p>
              <a:pPr lvl="0" fontAlgn="auto">
                <a:spcBef>
                  <a:spcPts val="0"/>
                </a:spcBef>
                <a:spcAft>
                  <a:spcPts val="0"/>
                </a:spcAft>
                <a:defRPr/>
              </a:pPr>
              <a:r>
                <a:rPr lang="nl-NL" sz="1100" kern="0" noProof="0">
                  <a:solidFill>
                    <a:schemeClr val="tx1"/>
                  </a:solidFill>
                  <a:latin typeface="+mn-lt"/>
                  <a:cs typeface="Segoe UI Light" panose="020B0502040204020203" pitchFamily="34" charset="0"/>
                </a:rPr>
                <a:t>Selecteer de grafiek, klik met de rechter muisknop en kies </a:t>
              </a:r>
              <a:r>
                <a:rPr lang="nl-NL" sz="1100" b="1" kern="0" noProof="0">
                  <a:solidFill>
                    <a:schemeClr val="tx1"/>
                  </a:solidFill>
                  <a:latin typeface="+mn-lt"/>
                  <a:cs typeface="Segoe UI Light" panose="020B0502040204020203" pitchFamily="34" charset="0"/>
                </a:rPr>
                <a:t>‘Gegevens bewerken’</a:t>
              </a:r>
            </a:p>
          </p:txBody>
        </p:sp>
        <p:grpSp>
          <p:nvGrpSpPr>
            <p:cNvPr id="84" name="Groep 83">
              <a:extLst>
                <a:ext uri="{FF2B5EF4-FFF2-40B4-BE49-F238E27FC236}">
                  <a16:creationId xmlns:a16="http://schemas.microsoft.com/office/drawing/2014/main" id="{DD5D6438-7AAC-489C-9750-59FE5C621AF0}"/>
                </a:ext>
              </a:extLst>
            </p:cNvPr>
            <p:cNvGrpSpPr/>
            <p:nvPr userDrawn="1"/>
          </p:nvGrpSpPr>
          <p:grpSpPr>
            <a:xfrm>
              <a:off x="12755394" y="5222855"/>
              <a:ext cx="1714530" cy="639425"/>
              <a:chOff x="12757283" y="4365594"/>
              <a:chExt cx="1714530" cy="639425"/>
            </a:xfrm>
          </p:grpSpPr>
          <p:sp>
            <p:nvSpPr>
              <p:cNvPr id="85" name="Rechthoek 84">
                <a:extLst>
                  <a:ext uri="{FF2B5EF4-FFF2-40B4-BE49-F238E27FC236}">
                    <a16:creationId xmlns:a16="http://schemas.microsoft.com/office/drawing/2014/main" id="{68A5D004-ED1D-4092-ADE4-99B275C81ED2}"/>
                  </a:ext>
                </a:extLst>
              </p:cNvPr>
              <p:cNvSpPr/>
              <p:nvPr userDrawn="1"/>
            </p:nvSpPr>
            <p:spPr>
              <a:xfrm>
                <a:off x="12757283" y="4365594"/>
                <a:ext cx="1626818"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86" name="Rechthoek 85">
                <a:extLst>
                  <a:ext uri="{FF2B5EF4-FFF2-40B4-BE49-F238E27FC236}">
                    <a16:creationId xmlns:a16="http://schemas.microsoft.com/office/drawing/2014/main" id="{5743182D-B50B-43DE-A494-AB7591D72297}"/>
                  </a:ext>
                </a:extLst>
              </p:cNvPr>
              <p:cNvSpPr/>
              <p:nvPr userDrawn="1"/>
            </p:nvSpPr>
            <p:spPr>
              <a:xfrm>
                <a:off x="12768263" y="4676983"/>
                <a:ext cx="1609231" cy="261256"/>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87" name="Tekstvak 86">
                <a:extLst>
                  <a:ext uri="{FF2B5EF4-FFF2-40B4-BE49-F238E27FC236}">
                    <a16:creationId xmlns:a16="http://schemas.microsoft.com/office/drawing/2014/main" id="{A26C2928-6048-400A-AB38-A6D5F6B6446D}"/>
                  </a:ext>
                </a:extLst>
              </p:cNvPr>
              <p:cNvSpPr txBox="1"/>
              <p:nvPr userDrawn="1"/>
            </p:nvSpPr>
            <p:spPr>
              <a:xfrm>
                <a:off x="12997648" y="4404704"/>
                <a:ext cx="1248154" cy="216982"/>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Arial" panose="020B0604020202020204" pitchFamily="34" charset="0"/>
                    <a:ea typeface="+mn-ea"/>
                    <a:cs typeface="Arial" panose="020B0604020202020204" pitchFamily="34" charset="0"/>
                  </a:rPr>
                  <a:t>Grafiektype wijzigen</a:t>
                </a:r>
              </a:p>
            </p:txBody>
          </p:sp>
          <p:sp>
            <p:nvSpPr>
              <p:cNvPr id="88" name="Tekstvak 87">
                <a:extLst>
                  <a:ext uri="{FF2B5EF4-FFF2-40B4-BE49-F238E27FC236}">
                    <a16:creationId xmlns:a16="http://schemas.microsoft.com/office/drawing/2014/main" id="{63C6E421-4B7E-42D3-8483-95E18C9E9392}"/>
                  </a:ext>
                </a:extLst>
              </p:cNvPr>
              <p:cNvSpPr txBox="1"/>
              <p:nvPr userDrawn="1"/>
            </p:nvSpPr>
            <p:spPr>
              <a:xfrm>
                <a:off x="12984219" y="4725830"/>
                <a:ext cx="1274711" cy="216982"/>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Arial" panose="020B0604020202020204" pitchFamily="34" charset="0"/>
                    <a:ea typeface="+mn-ea"/>
                    <a:cs typeface="Arial" panose="020B0604020202020204" pitchFamily="34" charset="0"/>
                  </a:rPr>
                  <a:t>Gegevens bewerken</a:t>
                </a:r>
              </a:p>
            </p:txBody>
          </p:sp>
          <p:pic>
            <p:nvPicPr>
              <p:cNvPr id="89" name="Picture 3">
                <a:extLst>
                  <a:ext uri="{FF2B5EF4-FFF2-40B4-BE49-F238E27FC236}">
                    <a16:creationId xmlns:a16="http://schemas.microsoft.com/office/drawing/2014/main" id="{2C3C145B-7B4D-4792-9C83-E69DCB1556EC}"/>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4328727" y="4773688"/>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90" name="Groep 89">
                <a:extLst>
                  <a:ext uri="{FF2B5EF4-FFF2-40B4-BE49-F238E27FC236}">
                    <a16:creationId xmlns:a16="http://schemas.microsoft.com/office/drawing/2014/main" id="{A23F1B3E-F1B1-4914-9C25-8B4A517CC41A}"/>
                  </a:ext>
                </a:extLst>
              </p:cNvPr>
              <p:cNvGrpSpPr/>
              <p:nvPr userDrawn="1"/>
            </p:nvGrpSpPr>
            <p:grpSpPr>
              <a:xfrm>
                <a:off x="12831198" y="4432250"/>
                <a:ext cx="139861" cy="152244"/>
                <a:chOff x="12574450" y="6053892"/>
                <a:chExt cx="169232" cy="184215"/>
              </a:xfrm>
            </p:grpSpPr>
            <p:sp>
              <p:nvSpPr>
                <p:cNvPr id="113" name="Rechthoek 112">
                  <a:extLst>
                    <a:ext uri="{FF2B5EF4-FFF2-40B4-BE49-F238E27FC236}">
                      <a16:creationId xmlns:a16="http://schemas.microsoft.com/office/drawing/2014/main" id="{525BD392-BAAD-4498-8F5C-4FAAE98CE445}"/>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sp>
              <p:nvSpPr>
                <p:cNvPr id="114" name="Rechthoek 113">
                  <a:extLst>
                    <a:ext uri="{FF2B5EF4-FFF2-40B4-BE49-F238E27FC236}">
                      <a16:creationId xmlns:a16="http://schemas.microsoft.com/office/drawing/2014/main" id="{EAD99029-5564-4A6B-8672-C10C25BDEE0C}"/>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sp>
              <p:nvSpPr>
                <p:cNvPr id="115" name="Rechthoek 114">
                  <a:extLst>
                    <a:ext uri="{FF2B5EF4-FFF2-40B4-BE49-F238E27FC236}">
                      <a16:creationId xmlns:a16="http://schemas.microsoft.com/office/drawing/2014/main" id="{358BAB46-1D52-41C4-9232-31E7511228EB}"/>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grpSp>
          <p:grpSp>
            <p:nvGrpSpPr>
              <p:cNvPr id="91" name="Groep 90">
                <a:extLst>
                  <a:ext uri="{FF2B5EF4-FFF2-40B4-BE49-F238E27FC236}">
                    <a16:creationId xmlns:a16="http://schemas.microsoft.com/office/drawing/2014/main" id="{912ECEA6-9428-44D0-B001-2E81746A1475}"/>
                  </a:ext>
                </a:extLst>
              </p:cNvPr>
              <p:cNvGrpSpPr/>
              <p:nvPr userDrawn="1"/>
            </p:nvGrpSpPr>
            <p:grpSpPr>
              <a:xfrm>
                <a:off x="12831198" y="4748585"/>
                <a:ext cx="184916" cy="120210"/>
                <a:chOff x="8815516" y="1076284"/>
                <a:chExt cx="503174" cy="327105"/>
              </a:xfrm>
            </p:grpSpPr>
            <p:sp>
              <p:nvSpPr>
                <p:cNvPr id="92" name="Rechthoek 91">
                  <a:extLst>
                    <a:ext uri="{FF2B5EF4-FFF2-40B4-BE49-F238E27FC236}">
                      <a16:creationId xmlns:a16="http://schemas.microsoft.com/office/drawing/2014/main" id="{F3AEBE6E-AE0D-4023-8548-26C8A9CC493A}"/>
                    </a:ext>
                  </a:extLst>
                </p:cNvPr>
                <p:cNvSpPr/>
                <p:nvPr userDrawn="1"/>
              </p:nvSpPr>
              <p:spPr>
                <a:xfrm>
                  <a:off x="8815516" y="1133167"/>
                  <a:ext cx="372729" cy="235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grpSp>
              <p:nvGrpSpPr>
                <p:cNvPr id="93" name="Groep 92">
                  <a:extLst>
                    <a:ext uri="{FF2B5EF4-FFF2-40B4-BE49-F238E27FC236}">
                      <a16:creationId xmlns:a16="http://schemas.microsoft.com/office/drawing/2014/main" id="{D1A9942D-C18B-4B7B-9266-5D54D4E27A00}"/>
                    </a:ext>
                  </a:extLst>
                </p:cNvPr>
                <p:cNvGrpSpPr/>
                <p:nvPr userDrawn="1"/>
              </p:nvGrpSpPr>
              <p:grpSpPr>
                <a:xfrm>
                  <a:off x="8815517" y="1076284"/>
                  <a:ext cx="503173" cy="327105"/>
                  <a:chOff x="1351248" y="-683635"/>
                  <a:chExt cx="503173" cy="327105"/>
                </a:xfrm>
              </p:grpSpPr>
              <p:grpSp>
                <p:nvGrpSpPr>
                  <p:cNvPr id="94" name="Groep 93">
                    <a:extLst>
                      <a:ext uri="{FF2B5EF4-FFF2-40B4-BE49-F238E27FC236}">
                        <a16:creationId xmlns:a16="http://schemas.microsoft.com/office/drawing/2014/main" id="{C4E41082-9233-48F4-B1A7-2DDF424D3E25}"/>
                      </a:ext>
                    </a:extLst>
                  </p:cNvPr>
                  <p:cNvGrpSpPr/>
                  <p:nvPr userDrawn="1"/>
                </p:nvGrpSpPr>
                <p:grpSpPr>
                  <a:xfrm>
                    <a:off x="1351248" y="-683635"/>
                    <a:ext cx="375186" cy="293652"/>
                    <a:chOff x="1094874" y="-884923"/>
                    <a:chExt cx="884668" cy="692417"/>
                  </a:xfrm>
                </p:grpSpPr>
                <p:sp>
                  <p:nvSpPr>
                    <p:cNvPr id="99" name="Rechthoek 98">
                      <a:extLst>
                        <a:ext uri="{FF2B5EF4-FFF2-40B4-BE49-F238E27FC236}">
                          <a16:creationId xmlns:a16="http://schemas.microsoft.com/office/drawing/2014/main" id="{D0A1C83E-C104-4D98-B8EC-5FF1FE041F43}"/>
                        </a:ext>
                      </a:extLst>
                    </p:cNvPr>
                    <p:cNvSpPr/>
                    <p:nvPr userDrawn="1"/>
                  </p:nvSpPr>
                  <p:spPr>
                    <a:xfrm>
                      <a:off x="1094874" y="-884923"/>
                      <a:ext cx="878304" cy="145579"/>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grpSp>
                  <p:nvGrpSpPr>
                    <p:cNvPr id="100" name="Groep 99">
                      <a:extLst>
                        <a:ext uri="{FF2B5EF4-FFF2-40B4-BE49-F238E27FC236}">
                          <a16:creationId xmlns:a16="http://schemas.microsoft.com/office/drawing/2014/main" id="{E180BB26-8706-47BC-883E-C5AD3562461F}"/>
                        </a:ext>
                      </a:extLst>
                    </p:cNvPr>
                    <p:cNvGrpSpPr/>
                    <p:nvPr userDrawn="1"/>
                  </p:nvGrpSpPr>
                  <p:grpSpPr>
                    <a:xfrm>
                      <a:off x="1094874" y="-878306"/>
                      <a:ext cx="867364" cy="685800"/>
                      <a:chOff x="1094874" y="-878306"/>
                      <a:chExt cx="867364" cy="613611"/>
                    </a:xfrm>
                  </p:grpSpPr>
                  <p:cxnSp>
                    <p:nvCxnSpPr>
                      <p:cNvPr id="106" name="Rechte verbindingslijn 105">
                        <a:extLst>
                          <a:ext uri="{FF2B5EF4-FFF2-40B4-BE49-F238E27FC236}">
                            <a16:creationId xmlns:a16="http://schemas.microsoft.com/office/drawing/2014/main" id="{A63AAD2D-1317-4329-9949-242D546CF50B}"/>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7" name="Rechte verbindingslijn 106">
                        <a:extLst>
                          <a:ext uri="{FF2B5EF4-FFF2-40B4-BE49-F238E27FC236}">
                            <a16:creationId xmlns:a16="http://schemas.microsoft.com/office/drawing/2014/main" id="{51ED230A-930C-46EF-8C3B-4073073E6D08}"/>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08" name="Groep 107">
                        <a:extLst>
                          <a:ext uri="{FF2B5EF4-FFF2-40B4-BE49-F238E27FC236}">
                            <a16:creationId xmlns:a16="http://schemas.microsoft.com/office/drawing/2014/main" id="{1E85A5DE-4774-4C02-AF2E-C58F87696177}"/>
                          </a:ext>
                        </a:extLst>
                      </p:cNvPr>
                      <p:cNvGrpSpPr/>
                      <p:nvPr userDrawn="1"/>
                    </p:nvGrpSpPr>
                    <p:grpSpPr>
                      <a:xfrm>
                        <a:off x="1270535" y="-878306"/>
                        <a:ext cx="526983" cy="613611"/>
                        <a:chOff x="1270535" y="-745959"/>
                        <a:chExt cx="526983" cy="481264"/>
                      </a:xfrm>
                    </p:grpSpPr>
                    <p:cxnSp>
                      <p:nvCxnSpPr>
                        <p:cNvPr id="109" name="Rechte verbindingslijn 108">
                          <a:extLst>
                            <a:ext uri="{FF2B5EF4-FFF2-40B4-BE49-F238E27FC236}">
                              <a16:creationId xmlns:a16="http://schemas.microsoft.com/office/drawing/2014/main" id="{CEB2E350-2C30-4B87-80D1-86E90B60D099}"/>
                            </a:ext>
                          </a:extLst>
                        </p:cNvPr>
                        <p:cNvCxnSpPr>
                          <a:cxnSpLocks/>
                        </p:cNvCxnSpPr>
                        <p:nvPr userDrawn="1"/>
                      </p:nvCxnSpPr>
                      <p:spPr>
                        <a:xfrm>
                          <a:off x="1446196"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0" name="Rechte verbindingslijn 109">
                          <a:extLst>
                            <a:ext uri="{FF2B5EF4-FFF2-40B4-BE49-F238E27FC236}">
                              <a16:creationId xmlns:a16="http://schemas.microsoft.com/office/drawing/2014/main" id="{AE6E5DC3-ABBB-41B4-9E49-5CF8F3CBB8FA}"/>
                            </a:ext>
                          </a:extLst>
                        </p:cNvPr>
                        <p:cNvCxnSpPr>
                          <a:cxnSpLocks/>
                        </p:cNvCxnSpPr>
                        <p:nvPr userDrawn="1"/>
                      </p:nvCxnSpPr>
                      <p:spPr>
                        <a:xfrm>
                          <a:off x="1270535"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1" name="Rechte verbindingslijn 110">
                          <a:extLst>
                            <a:ext uri="{FF2B5EF4-FFF2-40B4-BE49-F238E27FC236}">
                              <a16:creationId xmlns:a16="http://schemas.microsoft.com/office/drawing/2014/main" id="{DF483C48-AB7B-4718-B441-E23FB277D0C9}"/>
                            </a:ext>
                          </a:extLst>
                        </p:cNvPr>
                        <p:cNvCxnSpPr>
                          <a:cxnSpLocks/>
                        </p:cNvCxnSpPr>
                        <p:nvPr userDrawn="1"/>
                      </p:nvCxnSpPr>
                      <p:spPr>
                        <a:xfrm>
                          <a:off x="1621857"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2" name="Rechte verbindingslijn 111">
                          <a:extLst>
                            <a:ext uri="{FF2B5EF4-FFF2-40B4-BE49-F238E27FC236}">
                              <a16:creationId xmlns:a16="http://schemas.microsoft.com/office/drawing/2014/main" id="{5E9C06BF-5C7E-424D-BB91-43058238E138}"/>
                            </a:ext>
                          </a:extLst>
                        </p:cNvPr>
                        <p:cNvCxnSpPr>
                          <a:cxnSpLocks/>
                        </p:cNvCxnSpPr>
                        <p:nvPr userDrawn="1"/>
                      </p:nvCxnSpPr>
                      <p:spPr>
                        <a:xfrm>
                          <a:off x="1797518"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101" name="Rechte verbindingslijn 100">
                      <a:extLst>
                        <a:ext uri="{FF2B5EF4-FFF2-40B4-BE49-F238E27FC236}">
                          <a16:creationId xmlns:a16="http://schemas.microsoft.com/office/drawing/2014/main" id="{6757E799-7FCC-4C7F-A5BB-CA472D789A32}"/>
                        </a:ext>
                      </a:extLst>
                    </p:cNvPr>
                    <p:cNvCxnSpPr>
                      <a:cxnSpLocks/>
                    </p:cNvCxnSpPr>
                    <p:nvPr userDrawn="1"/>
                  </p:nvCxnSpPr>
                  <p:spPr>
                    <a:xfrm flipH="1">
                      <a:off x="1098555" y="-192506"/>
                      <a:ext cx="880987" cy="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02" name="Groep 101">
                      <a:extLst>
                        <a:ext uri="{FF2B5EF4-FFF2-40B4-BE49-F238E27FC236}">
                          <a16:creationId xmlns:a16="http://schemas.microsoft.com/office/drawing/2014/main" id="{85D09361-5339-4805-810A-385EAA3E8F26}"/>
                        </a:ext>
                      </a:extLst>
                    </p:cNvPr>
                    <p:cNvGrpSpPr/>
                    <p:nvPr userDrawn="1"/>
                  </p:nvGrpSpPr>
                  <p:grpSpPr>
                    <a:xfrm>
                      <a:off x="1094874" y="-607596"/>
                      <a:ext cx="878306" cy="276726"/>
                      <a:chOff x="1106905" y="-607596"/>
                      <a:chExt cx="878307" cy="276726"/>
                    </a:xfrm>
                  </p:grpSpPr>
                  <p:cxnSp>
                    <p:nvCxnSpPr>
                      <p:cNvPr id="103" name="Rechte verbindingslijn 102">
                        <a:extLst>
                          <a:ext uri="{FF2B5EF4-FFF2-40B4-BE49-F238E27FC236}">
                            <a16:creationId xmlns:a16="http://schemas.microsoft.com/office/drawing/2014/main" id="{ACD16E84-86E2-4FF0-8A55-52C58150A5B1}"/>
                          </a:ext>
                        </a:extLst>
                      </p:cNvPr>
                      <p:cNvCxnSpPr>
                        <a:cxnSpLocks/>
                      </p:cNvCxnSpPr>
                      <p:nvPr userDrawn="1"/>
                    </p:nvCxnSpPr>
                    <p:spPr>
                      <a:xfrm flipH="1">
                        <a:off x="1106905" y="-330870"/>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4" name="Rechte verbindingslijn 103">
                        <a:extLst>
                          <a:ext uri="{FF2B5EF4-FFF2-40B4-BE49-F238E27FC236}">
                            <a16:creationId xmlns:a16="http://schemas.microsoft.com/office/drawing/2014/main" id="{D4712522-3AA0-4B83-8512-641C8E6DB76E}"/>
                          </a:ext>
                        </a:extLst>
                      </p:cNvPr>
                      <p:cNvCxnSpPr>
                        <a:cxnSpLocks/>
                      </p:cNvCxnSpPr>
                      <p:nvPr userDrawn="1"/>
                    </p:nvCxnSpPr>
                    <p:spPr>
                      <a:xfrm flipH="1">
                        <a:off x="1106905" y="-469233"/>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5" name="Rechte verbindingslijn 104">
                        <a:extLst>
                          <a:ext uri="{FF2B5EF4-FFF2-40B4-BE49-F238E27FC236}">
                            <a16:creationId xmlns:a16="http://schemas.microsoft.com/office/drawing/2014/main" id="{13CF9687-AE1D-45A5-939F-AC1E61975A71}"/>
                          </a:ext>
                        </a:extLst>
                      </p:cNvPr>
                      <p:cNvCxnSpPr>
                        <a:cxnSpLocks/>
                      </p:cNvCxnSpPr>
                      <p:nvPr userDrawn="1"/>
                    </p:nvCxnSpPr>
                    <p:spPr>
                      <a:xfrm flipH="1">
                        <a:off x="1106905" y="-607596"/>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grpSp>
              </p:grpSp>
              <p:grpSp>
                <p:nvGrpSpPr>
                  <p:cNvPr id="95" name="Groep 94">
                    <a:extLst>
                      <a:ext uri="{FF2B5EF4-FFF2-40B4-BE49-F238E27FC236}">
                        <a16:creationId xmlns:a16="http://schemas.microsoft.com/office/drawing/2014/main" id="{C02116FA-757D-4219-9C15-5E13886DCDBA}"/>
                      </a:ext>
                    </a:extLst>
                  </p:cNvPr>
                  <p:cNvGrpSpPr/>
                  <p:nvPr userDrawn="1"/>
                </p:nvGrpSpPr>
                <p:grpSpPr>
                  <a:xfrm rot="2700000">
                    <a:off x="1605871" y="-605080"/>
                    <a:ext cx="90079" cy="407021"/>
                    <a:chOff x="3130062" y="-817193"/>
                    <a:chExt cx="131884" cy="595920"/>
                  </a:xfrm>
                  <a:solidFill>
                    <a:srgbClr val="3399FF"/>
                  </a:solidFill>
                </p:grpSpPr>
                <p:sp>
                  <p:nvSpPr>
                    <p:cNvPr id="96" name="Rechthoek 95">
                      <a:extLst>
                        <a:ext uri="{FF2B5EF4-FFF2-40B4-BE49-F238E27FC236}">
                          <a16:creationId xmlns:a16="http://schemas.microsoft.com/office/drawing/2014/main" id="{6D54E4D4-6CA8-440E-BAA8-0A2DD75EF4D0}"/>
                        </a:ext>
                      </a:extLst>
                    </p:cNvPr>
                    <p:cNvSpPr/>
                    <p:nvPr userDrawn="1"/>
                  </p:nvSpPr>
                  <p:spPr>
                    <a:xfrm>
                      <a:off x="3130062" y="-705979"/>
                      <a:ext cx="131884" cy="281354"/>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sp>
                  <p:nvSpPr>
                    <p:cNvPr id="97" name="Rechthoek: afgeronde bovenhoeken 96">
                      <a:extLst>
                        <a:ext uri="{FF2B5EF4-FFF2-40B4-BE49-F238E27FC236}">
                          <a16:creationId xmlns:a16="http://schemas.microsoft.com/office/drawing/2014/main" id="{1077E45D-CA25-4FC7-A3AE-070CB6CB45B3}"/>
                        </a:ext>
                      </a:extLst>
                    </p:cNvPr>
                    <p:cNvSpPr/>
                    <p:nvPr userDrawn="1"/>
                  </p:nvSpPr>
                  <p:spPr>
                    <a:xfrm>
                      <a:off x="3130063" y="-817193"/>
                      <a:ext cx="131883" cy="87615"/>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sp>
                  <p:nvSpPr>
                    <p:cNvPr id="98" name="Gelijkbenige driehoek 97">
                      <a:extLst>
                        <a:ext uri="{FF2B5EF4-FFF2-40B4-BE49-F238E27FC236}">
                          <a16:creationId xmlns:a16="http://schemas.microsoft.com/office/drawing/2014/main" id="{B1199412-3676-4958-B288-D2D2619955A7}"/>
                        </a:ext>
                      </a:extLst>
                    </p:cNvPr>
                    <p:cNvSpPr/>
                    <p:nvPr userDrawn="1"/>
                  </p:nvSpPr>
                  <p:spPr>
                    <a:xfrm rot="10800000">
                      <a:off x="3130062" y="-401026"/>
                      <a:ext cx="131884"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grpSp>
            </p:grpSp>
          </p:grpSp>
        </p:grpSp>
      </p:grpSp>
      <p:grpSp>
        <p:nvGrpSpPr>
          <p:cNvPr id="116" name="Instructie">
            <a:extLst>
              <a:ext uri="{FF2B5EF4-FFF2-40B4-BE49-F238E27FC236}">
                <a16:creationId xmlns:a16="http://schemas.microsoft.com/office/drawing/2014/main" id="{FC08DA32-84DC-41B2-A5EE-E1843CA84C98}"/>
              </a:ext>
            </a:extLst>
          </p:cNvPr>
          <p:cNvGrpSpPr/>
          <p:nvPr userDrawn="1"/>
        </p:nvGrpSpPr>
        <p:grpSpPr>
          <a:xfrm>
            <a:off x="12391601" y="0"/>
            <a:ext cx="3183677" cy="2499789"/>
            <a:chOff x="12391601" y="0"/>
            <a:chExt cx="3183677" cy="2499789"/>
          </a:xfrm>
        </p:grpSpPr>
        <p:sp>
          <p:nvSpPr>
            <p:cNvPr id="117" name="Rechthoek 116">
              <a:extLst>
                <a:ext uri="{FF2B5EF4-FFF2-40B4-BE49-F238E27FC236}">
                  <a16:creationId xmlns:a16="http://schemas.microsoft.com/office/drawing/2014/main" id="{0752ACEC-9C9D-40ED-8526-DA25BE61EF7D}"/>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bg1">
                      <a:lumMod val="50000"/>
                    </a:schemeClr>
                  </a:solidFill>
                  <a:effectLst/>
                  <a:uLnTx/>
                  <a:uFillTx/>
                  <a:latin typeface="+mj-lt"/>
                  <a:cs typeface="Segoe UI Light" panose="020B0502040204020203" pitchFamily="34" charset="0"/>
                </a:rPr>
                <a:t>Grafiek invoegen/veranderen</a:t>
              </a:r>
            </a:p>
          </p:txBody>
        </p:sp>
        <p:sp>
          <p:nvSpPr>
            <p:cNvPr id="118" name="Ovaal 117">
              <a:extLst>
                <a:ext uri="{FF2B5EF4-FFF2-40B4-BE49-F238E27FC236}">
                  <a16:creationId xmlns:a16="http://schemas.microsoft.com/office/drawing/2014/main" id="{0B043D28-88E6-4D0D-90D6-0CB9CBB202BE}"/>
                </a:ext>
              </a:extLst>
            </p:cNvPr>
            <p:cNvSpPr/>
            <p:nvPr userDrawn="1"/>
          </p:nvSpPr>
          <p:spPr>
            <a:xfrm>
              <a:off x="12391601" y="366490"/>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119" name="Rechte verbindingslijn 118">
              <a:extLst>
                <a:ext uri="{FF2B5EF4-FFF2-40B4-BE49-F238E27FC236}">
                  <a16:creationId xmlns:a16="http://schemas.microsoft.com/office/drawing/2014/main" id="{F439A4EB-40D3-42B9-8982-7A24817D0FF3}"/>
                </a:ext>
              </a:extLst>
            </p:cNvPr>
            <p:cNvCxnSpPr>
              <a:cxnSpLocks/>
            </p:cNvCxnSpPr>
            <p:nvPr userDrawn="1"/>
          </p:nvCxnSpPr>
          <p:spPr>
            <a:xfrm>
              <a:off x="12397261" y="241635"/>
              <a:ext cx="3178017" cy="0"/>
            </a:xfrm>
            <a:prstGeom prst="line">
              <a:avLst/>
            </a:prstGeom>
            <a:noFill/>
            <a:ln w="3175" cap="flat" cmpd="sng" algn="ctr">
              <a:solidFill>
                <a:schemeClr val="bg1">
                  <a:lumMod val="50000"/>
                </a:schemeClr>
              </a:solidFill>
              <a:prstDash val="solid"/>
            </a:ln>
            <a:effectLst/>
          </p:spPr>
        </p:cxnSp>
        <p:cxnSp>
          <p:nvCxnSpPr>
            <p:cNvPr id="120" name="Rechte verbindingslijn 119">
              <a:extLst>
                <a:ext uri="{FF2B5EF4-FFF2-40B4-BE49-F238E27FC236}">
                  <a16:creationId xmlns:a16="http://schemas.microsoft.com/office/drawing/2014/main" id="{174551AE-B812-475E-9C8D-EDBC06AF1CF1}"/>
                </a:ext>
              </a:extLst>
            </p:cNvPr>
            <p:cNvCxnSpPr>
              <a:cxnSpLocks/>
            </p:cNvCxnSpPr>
            <p:nvPr userDrawn="1"/>
          </p:nvCxnSpPr>
          <p:spPr>
            <a:xfrm>
              <a:off x="12397261" y="1577933"/>
              <a:ext cx="3178017" cy="0"/>
            </a:xfrm>
            <a:prstGeom prst="line">
              <a:avLst/>
            </a:prstGeom>
            <a:noFill/>
            <a:ln w="3175" cap="flat" cmpd="sng" algn="ctr">
              <a:solidFill>
                <a:schemeClr val="bg1">
                  <a:lumMod val="50000"/>
                </a:schemeClr>
              </a:solidFill>
              <a:prstDash val="solid"/>
            </a:ln>
            <a:effectLst/>
          </p:spPr>
        </p:cxnSp>
        <p:sp>
          <p:nvSpPr>
            <p:cNvPr id="121" name="Rechthoek 120">
              <a:extLst>
                <a:ext uri="{FF2B5EF4-FFF2-40B4-BE49-F238E27FC236}">
                  <a16:creationId xmlns:a16="http://schemas.microsoft.com/office/drawing/2014/main" id="{9B95EBBE-6D90-41E5-81E5-73CBFE94C9BF}"/>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grafiek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grafiek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sp>
          <p:nvSpPr>
            <p:cNvPr id="122" name="Ovaal 121">
              <a:extLst>
                <a:ext uri="{FF2B5EF4-FFF2-40B4-BE49-F238E27FC236}">
                  <a16:creationId xmlns:a16="http://schemas.microsoft.com/office/drawing/2014/main" id="{2F693204-8FC2-4262-9B8D-C8A1DC78A839}"/>
                </a:ext>
              </a:extLst>
            </p:cNvPr>
            <p:cNvSpPr/>
            <p:nvPr userDrawn="1"/>
          </p:nvSpPr>
          <p:spPr>
            <a:xfrm>
              <a:off x="12391601" y="1706398"/>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123" name="Rechthoek 122">
              <a:extLst>
                <a:ext uri="{FF2B5EF4-FFF2-40B4-BE49-F238E27FC236}">
                  <a16:creationId xmlns:a16="http://schemas.microsoft.com/office/drawing/2014/main" id="{9D910C84-64BC-4B44-99CC-D518BDABB44F}"/>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grafiek</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124" name="Groep 123">
              <a:extLst>
                <a:ext uri="{FF2B5EF4-FFF2-40B4-BE49-F238E27FC236}">
                  <a16:creationId xmlns:a16="http://schemas.microsoft.com/office/drawing/2014/main" id="{029F6E04-D581-45EE-9126-1E41E7A0D32C}"/>
                </a:ext>
              </a:extLst>
            </p:cNvPr>
            <p:cNvGrpSpPr/>
            <p:nvPr userDrawn="1"/>
          </p:nvGrpSpPr>
          <p:grpSpPr>
            <a:xfrm>
              <a:off x="12757282" y="2184550"/>
              <a:ext cx="825500" cy="209550"/>
              <a:chOff x="13504624" y="2482850"/>
              <a:chExt cx="825500" cy="209550"/>
            </a:xfrm>
          </p:grpSpPr>
          <p:sp>
            <p:nvSpPr>
              <p:cNvPr id="130" name="Rechthoek 129">
                <a:extLst>
                  <a:ext uri="{FF2B5EF4-FFF2-40B4-BE49-F238E27FC236}">
                    <a16:creationId xmlns:a16="http://schemas.microsoft.com/office/drawing/2014/main" id="{DF37DFEE-AFA8-4127-808D-5D280B38CD77}"/>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131" name="Rechte verbindingslijn 130">
                <a:extLst>
                  <a:ext uri="{FF2B5EF4-FFF2-40B4-BE49-F238E27FC236}">
                    <a16:creationId xmlns:a16="http://schemas.microsoft.com/office/drawing/2014/main" id="{CC68BF2A-7AAB-480B-A561-A11C86618FD7}"/>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32" name="Gelijkbenige driehoek 131">
                <a:extLst>
                  <a:ext uri="{FF2B5EF4-FFF2-40B4-BE49-F238E27FC236}">
                    <a16:creationId xmlns:a16="http://schemas.microsoft.com/office/drawing/2014/main" id="{48B07EF8-B072-4AE3-9581-30A74C6EED4C}"/>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cxnSp>
          <p:nvCxnSpPr>
            <p:cNvPr id="125" name="Rechte verbindingslijn 124">
              <a:extLst>
                <a:ext uri="{FF2B5EF4-FFF2-40B4-BE49-F238E27FC236}">
                  <a16:creationId xmlns:a16="http://schemas.microsoft.com/office/drawing/2014/main" id="{EEC339AF-A3F8-44EE-9B60-F88860AA70CE}"/>
                </a:ext>
              </a:extLst>
            </p:cNvPr>
            <p:cNvCxnSpPr>
              <a:cxnSpLocks/>
            </p:cNvCxnSpPr>
            <p:nvPr userDrawn="1"/>
          </p:nvCxnSpPr>
          <p:spPr>
            <a:xfrm>
              <a:off x="12397261" y="2499789"/>
              <a:ext cx="3178017" cy="0"/>
            </a:xfrm>
            <a:prstGeom prst="line">
              <a:avLst/>
            </a:prstGeom>
            <a:noFill/>
            <a:ln w="3175" cap="flat" cmpd="sng" algn="ctr">
              <a:solidFill>
                <a:schemeClr val="bg1">
                  <a:lumMod val="50000"/>
                </a:schemeClr>
              </a:solidFill>
              <a:prstDash val="solid"/>
            </a:ln>
            <a:effectLst/>
          </p:spPr>
        </p:cxnSp>
        <p:grpSp>
          <p:nvGrpSpPr>
            <p:cNvPr id="126" name="Groep 125">
              <a:extLst>
                <a:ext uri="{FF2B5EF4-FFF2-40B4-BE49-F238E27FC236}">
                  <a16:creationId xmlns:a16="http://schemas.microsoft.com/office/drawing/2014/main" id="{C7530F7E-690B-43D8-B458-38660E687B16}"/>
                </a:ext>
              </a:extLst>
            </p:cNvPr>
            <p:cNvGrpSpPr/>
            <p:nvPr userDrawn="1"/>
          </p:nvGrpSpPr>
          <p:grpSpPr>
            <a:xfrm>
              <a:off x="12751697" y="1147804"/>
              <a:ext cx="289372" cy="314992"/>
              <a:chOff x="7322769" y="-310267"/>
              <a:chExt cx="289372" cy="314992"/>
            </a:xfrm>
          </p:grpSpPr>
          <p:sp>
            <p:nvSpPr>
              <p:cNvPr id="127" name="Rechthoek 126">
                <a:extLst>
                  <a:ext uri="{FF2B5EF4-FFF2-40B4-BE49-F238E27FC236}">
                    <a16:creationId xmlns:a16="http://schemas.microsoft.com/office/drawing/2014/main" id="{D4D76B4B-838B-40FF-A231-2A9F0116A20B}"/>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sp>
            <p:nvSpPr>
              <p:cNvPr id="128" name="Rechthoek 127">
                <a:extLst>
                  <a:ext uri="{FF2B5EF4-FFF2-40B4-BE49-F238E27FC236}">
                    <a16:creationId xmlns:a16="http://schemas.microsoft.com/office/drawing/2014/main" id="{766D3481-A145-4D5E-BF55-6E1527E3CF10}"/>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sp>
            <p:nvSpPr>
              <p:cNvPr id="129" name="Rechthoek 128">
                <a:extLst>
                  <a:ext uri="{FF2B5EF4-FFF2-40B4-BE49-F238E27FC236}">
                    <a16:creationId xmlns:a16="http://schemas.microsoft.com/office/drawing/2014/main" id="{58548B2C-AD7E-4C04-844D-4F3D9992D25B}"/>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grpSp>
      </p:grpSp>
      <p:sp>
        <p:nvSpPr>
          <p:cNvPr id="67" name="Tijdelijke aanduiding voor tekst 32">
            <a:extLst>
              <a:ext uri="{FF2B5EF4-FFF2-40B4-BE49-F238E27FC236}">
                <a16:creationId xmlns:a16="http://schemas.microsoft.com/office/drawing/2014/main" id="{B13BB725-AC61-48E3-8932-FCD85A7AF060}"/>
              </a:ext>
            </a:extLst>
          </p:cNvPr>
          <p:cNvSpPr>
            <a:spLocks noGrp="1"/>
          </p:cNvSpPr>
          <p:nvPr>
            <p:ph type="body" sz="quarter" idx="13" hasCustomPrompt="1"/>
          </p:nvPr>
        </p:nvSpPr>
        <p:spPr>
          <a:xfrm>
            <a:off x="539998" y="839972"/>
            <a:ext cx="11112000" cy="259612"/>
          </a:xfrm>
        </p:spPr>
        <p:txBody>
          <a:bodyPr anchor="ctr"/>
          <a:lstStyle>
            <a:lvl1pPr marL="0" indent="0">
              <a:buNone/>
              <a:defRPr sz="2000" b="0">
                <a:solidFill>
                  <a:schemeClr val="accent1"/>
                </a:solidFill>
              </a:defRPr>
            </a:lvl1pPr>
          </a:lstStyle>
          <a:p>
            <a:pPr lvl="0"/>
            <a:r>
              <a:rPr lang="nl-NL" noProof="0" dirty="0"/>
              <a:t>Voeg hier een subtitel in</a:t>
            </a:r>
          </a:p>
        </p:txBody>
      </p:sp>
    </p:spTree>
    <p:extLst>
      <p:ext uri="{BB962C8B-B14F-4D97-AF65-F5344CB8AC3E}">
        <p14:creationId xmlns:p14="http://schemas.microsoft.com/office/powerpoint/2010/main" val="1762036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RAFIEK 6X">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B23073-572C-4F04-B89A-B107AB932F47}"/>
              </a:ext>
            </a:extLst>
          </p:cNvPr>
          <p:cNvSpPr>
            <a:spLocks noGrp="1"/>
          </p:cNvSpPr>
          <p:nvPr>
            <p:ph type="title" hasCustomPrompt="1"/>
          </p:nvPr>
        </p:nvSpPr>
        <p:spPr/>
        <p:txBody>
          <a:bodyPr/>
          <a:lstStyle>
            <a:lvl1pPr>
              <a:defRPr/>
            </a:lvl1pPr>
          </a:lstStyle>
          <a:p>
            <a:r>
              <a:rPr lang="nl-NL" noProof="0"/>
              <a:t>Voeg hier een titel in</a:t>
            </a:r>
            <a:endParaRPr lang="nl-NL"/>
          </a:p>
        </p:txBody>
      </p:sp>
      <p:sp>
        <p:nvSpPr>
          <p:cNvPr id="4" name="Tijdelijke aanduiding voor datum 3">
            <a:extLst>
              <a:ext uri="{FF2B5EF4-FFF2-40B4-BE49-F238E27FC236}">
                <a16:creationId xmlns:a16="http://schemas.microsoft.com/office/drawing/2014/main" id="{DABA8B2F-5EFD-4A05-8481-248C853EA1DE}"/>
              </a:ext>
            </a:extLst>
          </p:cNvPr>
          <p:cNvSpPr>
            <a:spLocks noGrp="1"/>
          </p:cNvSpPr>
          <p:nvPr>
            <p:ph type="dt" sz="half" idx="10"/>
          </p:nvPr>
        </p:nvSpPr>
        <p:spPr/>
        <p:txBody>
          <a:bodyPr/>
          <a:lstStyle/>
          <a:p>
            <a:fld id="{5C1DE859-0B97-4A7E-8129-357BAE704F1E}" type="datetime4">
              <a:rPr lang="nl-NL" smtClean="0"/>
              <a:t>24 oktober 2024</a:t>
            </a:fld>
            <a:endParaRPr lang="nl-NL"/>
          </a:p>
        </p:txBody>
      </p:sp>
      <p:sp>
        <p:nvSpPr>
          <p:cNvPr id="6" name="Tijdelijke aanduiding voor dianummer 5">
            <a:extLst>
              <a:ext uri="{FF2B5EF4-FFF2-40B4-BE49-F238E27FC236}">
                <a16:creationId xmlns:a16="http://schemas.microsoft.com/office/drawing/2014/main" id="{A7656491-ADD5-4A7E-BAFA-5FCFF07D6EB0}"/>
              </a:ext>
            </a:extLst>
          </p:cNvPr>
          <p:cNvSpPr>
            <a:spLocks noGrp="1"/>
          </p:cNvSpPr>
          <p:nvPr>
            <p:ph type="sldNum" sz="quarter" idx="12"/>
          </p:nvPr>
        </p:nvSpPr>
        <p:spPr/>
        <p:txBody>
          <a:bodyPr/>
          <a:lstStyle/>
          <a:p>
            <a:fld id="{8D374ABD-355D-4B52-8A38-020B3DD5CC75}" type="slidenum">
              <a:rPr lang="nl-NL" smtClean="0"/>
              <a:t>‹#›</a:t>
            </a:fld>
            <a:endParaRPr lang="nl-NL"/>
          </a:p>
        </p:txBody>
      </p:sp>
      <p:sp>
        <p:nvSpPr>
          <p:cNvPr id="7" name="Tijdelijke aanduiding voor tekst 32">
            <a:extLst>
              <a:ext uri="{FF2B5EF4-FFF2-40B4-BE49-F238E27FC236}">
                <a16:creationId xmlns:a16="http://schemas.microsoft.com/office/drawing/2014/main" id="{7175F566-3665-4B0F-B70C-72779DF2FDD6}"/>
              </a:ext>
            </a:extLst>
          </p:cNvPr>
          <p:cNvSpPr>
            <a:spLocks noGrp="1"/>
          </p:cNvSpPr>
          <p:nvPr>
            <p:ph type="body" sz="quarter" idx="13" hasCustomPrompt="1"/>
          </p:nvPr>
        </p:nvSpPr>
        <p:spPr>
          <a:xfrm>
            <a:off x="539998" y="839972"/>
            <a:ext cx="11112000" cy="259612"/>
          </a:xfrm>
        </p:spPr>
        <p:txBody>
          <a:bodyPr anchor="ctr"/>
          <a:lstStyle>
            <a:lvl1pPr marL="0" indent="0">
              <a:buNone/>
              <a:defRPr sz="2000" b="0">
                <a:solidFill>
                  <a:schemeClr val="accent1"/>
                </a:solidFill>
              </a:defRPr>
            </a:lvl1pPr>
          </a:lstStyle>
          <a:p>
            <a:pPr lvl="0"/>
            <a:r>
              <a:rPr lang="nl-NL" noProof="0"/>
              <a:t>Voeg hier een subtitel in</a:t>
            </a:r>
          </a:p>
        </p:txBody>
      </p:sp>
      <p:sp>
        <p:nvSpPr>
          <p:cNvPr id="17" name="Tijdelijke aanduiding voor tekst 34">
            <a:extLst>
              <a:ext uri="{FF2B5EF4-FFF2-40B4-BE49-F238E27FC236}">
                <a16:creationId xmlns:a16="http://schemas.microsoft.com/office/drawing/2014/main" id="{9955CEC2-0160-42D3-9E2E-941A4A11119D}"/>
              </a:ext>
            </a:extLst>
          </p:cNvPr>
          <p:cNvSpPr>
            <a:spLocks noGrp="1"/>
          </p:cNvSpPr>
          <p:nvPr>
            <p:ph type="body" sz="quarter" idx="14" hasCustomPrompt="1"/>
          </p:nvPr>
        </p:nvSpPr>
        <p:spPr>
          <a:xfrm>
            <a:off x="539749" y="5758889"/>
            <a:ext cx="11112249" cy="147981"/>
          </a:xfrm>
        </p:spPr>
        <p:txBody>
          <a:bodyPr anchor="b"/>
          <a:lstStyle>
            <a:lvl1pPr marL="0" indent="0">
              <a:buNone/>
              <a:defRPr sz="1000" i="1"/>
            </a:lvl1pPr>
          </a:lstStyle>
          <a:p>
            <a:pPr lvl="0"/>
            <a:r>
              <a:rPr lang="nl-NL" noProof="0"/>
              <a:t>Bron…</a:t>
            </a:r>
          </a:p>
        </p:txBody>
      </p:sp>
      <p:sp>
        <p:nvSpPr>
          <p:cNvPr id="18" name="Rechthoek: afgeronde hoeken 17">
            <a:extLst>
              <a:ext uri="{FF2B5EF4-FFF2-40B4-BE49-F238E27FC236}">
                <a16:creationId xmlns:a16="http://schemas.microsoft.com/office/drawing/2014/main" id="{765A9402-96DA-4D08-A873-873C05E81C86}"/>
              </a:ext>
            </a:extLst>
          </p:cNvPr>
          <p:cNvSpPr/>
          <p:nvPr userDrawn="1"/>
        </p:nvSpPr>
        <p:spPr>
          <a:xfrm>
            <a:off x="3048000" y="-491319"/>
            <a:ext cx="6096000" cy="30025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lvl="0" algn="ctr"/>
            <a:r>
              <a:rPr lang="nl-NL" sz="2800" b="0" cap="all" baseline="0" noProof="0">
                <a:solidFill>
                  <a:schemeClr val="accent1"/>
                </a:solidFill>
                <a:latin typeface="+mn-lt"/>
              </a:rPr>
              <a:t>GRAFIEK 6X</a:t>
            </a:r>
          </a:p>
        </p:txBody>
      </p:sp>
      <p:sp>
        <p:nvSpPr>
          <p:cNvPr id="21" name="Tijdelijke aanduiding voor grafiek 17">
            <a:extLst>
              <a:ext uri="{FF2B5EF4-FFF2-40B4-BE49-F238E27FC236}">
                <a16:creationId xmlns:a16="http://schemas.microsoft.com/office/drawing/2014/main" id="{92172253-6D4B-4AC5-AA1C-319C8E5A71AE}"/>
              </a:ext>
            </a:extLst>
          </p:cNvPr>
          <p:cNvSpPr>
            <a:spLocks noGrp="1"/>
          </p:cNvSpPr>
          <p:nvPr>
            <p:ph type="chart" sz="quarter" idx="15" hasCustomPrompt="1"/>
          </p:nvPr>
        </p:nvSpPr>
        <p:spPr>
          <a:xfrm>
            <a:off x="8188000" y="1459111"/>
            <a:ext cx="3463745" cy="1878840"/>
          </a:xfrm>
          <a:solidFill>
            <a:schemeClr val="bg1">
              <a:lumMod val="95000"/>
            </a:schemeClr>
          </a:solidFill>
        </p:spPr>
        <p:txBody>
          <a:bodyPr lIns="720000" tIns="360000" rIns="720000"/>
          <a:lstStyle>
            <a:lvl1pPr marL="0" indent="0" algn="ctr">
              <a:buNone/>
              <a:defRPr sz="1200" i="1">
                <a:solidFill>
                  <a:schemeClr val="bg1">
                    <a:lumMod val="50000"/>
                  </a:schemeClr>
                </a:solidFill>
              </a:defRPr>
            </a:lvl1pPr>
          </a:lstStyle>
          <a:p>
            <a:r>
              <a:rPr lang="nl-NL" noProof="0"/>
              <a:t>Klik op onderstaand pictogram om een grafiek in te voegen</a:t>
            </a:r>
          </a:p>
        </p:txBody>
      </p:sp>
      <p:sp>
        <p:nvSpPr>
          <p:cNvPr id="24" name="Tijdelijke aanduiding voor tekst 43">
            <a:extLst>
              <a:ext uri="{FF2B5EF4-FFF2-40B4-BE49-F238E27FC236}">
                <a16:creationId xmlns:a16="http://schemas.microsoft.com/office/drawing/2014/main" id="{E054E093-0CA2-4AA3-9379-A9449CBE767D}"/>
              </a:ext>
            </a:extLst>
          </p:cNvPr>
          <p:cNvSpPr>
            <a:spLocks noGrp="1"/>
          </p:cNvSpPr>
          <p:nvPr>
            <p:ph type="body" sz="quarter" idx="16" hasCustomPrompt="1"/>
          </p:nvPr>
        </p:nvSpPr>
        <p:spPr>
          <a:xfrm>
            <a:off x="540000" y="0"/>
            <a:ext cx="1080000" cy="72000"/>
          </a:xfrm>
          <a:solidFill>
            <a:schemeClr val="accent1"/>
          </a:solidFill>
        </p:spPr>
        <p:txBody>
          <a:bodyPr/>
          <a:lstStyle>
            <a:lvl1pPr marL="0" indent="0">
              <a:buNone/>
              <a:defRPr sz="100">
                <a:solidFill>
                  <a:schemeClr val="bg2"/>
                </a:solidFill>
              </a:defRPr>
            </a:lvl1pPr>
            <a:lvl5pPr>
              <a:defRPr/>
            </a:lvl5pPr>
          </a:lstStyle>
          <a:p>
            <a:pPr lvl="0"/>
            <a:r>
              <a:rPr lang="en-GB"/>
              <a:t> </a:t>
            </a:r>
          </a:p>
        </p:txBody>
      </p:sp>
      <p:grpSp>
        <p:nvGrpSpPr>
          <p:cNvPr id="13" name="GRID" hidden="1">
            <a:extLst>
              <a:ext uri="{FF2B5EF4-FFF2-40B4-BE49-F238E27FC236}">
                <a16:creationId xmlns:a16="http://schemas.microsoft.com/office/drawing/2014/main" id="{2E339E7B-E5F0-4BB0-A7A8-08523662B92C}"/>
              </a:ext>
            </a:extLst>
          </p:cNvPr>
          <p:cNvGrpSpPr/>
          <p:nvPr userDrawn="1"/>
        </p:nvGrpSpPr>
        <p:grpSpPr>
          <a:xfrm>
            <a:off x="0" y="0"/>
            <a:ext cx="12192000" cy="6858000"/>
            <a:chOff x="0" y="0"/>
            <a:chExt cx="12192000" cy="6858000"/>
          </a:xfrm>
          <a:solidFill>
            <a:schemeClr val="tx1">
              <a:alpha val="30000"/>
            </a:schemeClr>
          </a:solidFill>
        </p:grpSpPr>
        <p:sp>
          <p:nvSpPr>
            <p:cNvPr id="14" name="Rechthoek 13">
              <a:extLst>
                <a:ext uri="{FF2B5EF4-FFF2-40B4-BE49-F238E27FC236}">
                  <a16:creationId xmlns:a16="http://schemas.microsoft.com/office/drawing/2014/main" id="{04FEBC71-862F-4C04-AFB8-6DB58D37BD7A}"/>
                </a:ext>
              </a:extLst>
            </p:cNvPr>
            <p:cNvSpPr/>
            <p:nvPr userDrawn="1"/>
          </p:nvSpPr>
          <p:spPr>
            <a:xfrm>
              <a:off x="0" y="0"/>
              <a:ext cx="12192000" cy="5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5" name="Rechthoek 14">
              <a:extLst>
                <a:ext uri="{FF2B5EF4-FFF2-40B4-BE49-F238E27FC236}">
                  <a16:creationId xmlns:a16="http://schemas.microsoft.com/office/drawing/2014/main" id="{0333C89B-97F8-441B-8124-3FCC1D1260BC}"/>
                </a:ext>
              </a:extLst>
            </p:cNvPr>
            <p:cNvSpPr/>
            <p:nvPr userDrawn="1"/>
          </p:nvSpPr>
          <p:spPr>
            <a:xfrm>
              <a:off x="0"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6" name="Rechthoek 15">
              <a:extLst>
                <a:ext uri="{FF2B5EF4-FFF2-40B4-BE49-F238E27FC236}">
                  <a16:creationId xmlns:a16="http://schemas.microsoft.com/office/drawing/2014/main" id="{59F01AF4-B6CB-4934-BDD9-96E56D3A7D49}"/>
                </a:ext>
              </a:extLst>
            </p:cNvPr>
            <p:cNvSpPr/>
            <p:nvPr userDrawn="1"/>
          </p:nvSpPr>
          <p:spPr>
            <a:xfrm>
              <a:off x="11652000"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9" name="Rechthoek 18">
              <a:extLst>
                <a:ext uri="{FF2B5EF4-FFF2-40B4-BE49-F238E27FC236}">
                  <a16:creationId xmlns:a16="http://schemas.microsoft.com/office/drawing/2014/main" id="{B6B9EB7F-0454-4FE8-8F4A-0FDE18AF83EB}"/>
                </a:ext>
              </a:extLst>
            </p:cNvPr>
            <p:cNvSpPr/>
            <p:nvPr userDrawn="1"/>
          </p:nvSpPr>
          <p:spPr>
            <a:xfrm>
              <a:off x="0" y="1099111"/>
              <a:ext cx="12192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0" name="Rechthoek 19">
              <a:extLst>
                <a:ext uri="{FF2B5EF4-FFF2-40B4-BE49-F238E27FC236}">
                  <a16:creationId xmlns:a16="http://schemas.microsoft.com/office/drawing/2014/main" id="{A0471D66-391B-4CA0-9CE3-3508EB3D7096}"/>
                </a:ext>
              </a:extLst>
            </p:cNvPr>
            <p:cNvSpPr/>
            <p:nvPr userDrawn="1"/>
          </p:nvSpPr>
          <p:spPr>
            <a:xfrm>
              <a:off x="0" y="6678000"/>
              <a:ext cx="12192000" cy="18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2" name="Rechthoek 21">
              <a:extLst>
                <a:ext uri="{FF2B5EF4-FFF2-40B4-BE49-F238E27FC236}">
                  <a16:creationId xmlns:a16="http://schemas.microsoft.com/office/drawing/2014/main" id="{F607FFD1-EE10-4EE4-974D-D68FF051167C}"/>
                </a:ext>
              </a:extLst>
            </p:cNvPr>
            <p:cNvSpPr/>
            <p:nvPr userDrawn="1"/>
          </p:nvSpPr>
          <p:spPr>
            <a:xfrm>
              <a:off x="0" y="5906871"/>
              <a:ext cx="12192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5" name="Rechthoek 24">
              <a:extLst>
                <a:ext uri="{FF2B5EF4-FFF2-40B4-BE49-F238E27FC236}">
                  <a16:creationId xmlns:a16="http://schemas.microsoft.com/office/drawing/2014/main" id="{267B1A24-E5B5-44EF-BB26-289EC0FC99CF}"/>
                </a:ext>
              </a:extLst>
            </p:cNvPr>
            <p:cNvSpPr/>
            <p:nvPr userDrawn="1"/>
          </p:nvSpPr>
          <p:spPr>
            <a:xfrm>
              <a:off x="0" y="6295673"/>
              <a:ext cx="12192000" cy="18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6" name="Rechthoek 25">
              <a:extLst>
                <a:ext uri="{FF2B5EF4-FFF2-40B4-BE49-F238E27FC236}">
                  <a16:creationId xmlns:a16="http://schemas.microsoft.com/office/drawing/2014/main" id="{05615BB2-213B-4BE9-9A19-7700EE534E20}"/>
                </a:ext>
              </a:extLst>
            </p:cNvPr>
            <p:cNvSpPr/>
            <p:nvPr userDrawn="1"/>
          </p:nvSpPr>
          <p:spPr>
            <a:xfrm>
              <a:off x="0" y="5578887"/>
              <a:ext cx="12192000" cy="18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7" name="Rechthoek 26">
              <a:extLst>
                <a:ext uri="{FF2B5EF4-FFF2-40B4-BE49-F238E27FC236}">
                  <a16:creationId xmlns:a16="http://schemas.microsoft.com/office/drawing/2014/main" id="{7B4D9E53-D3BA-46E2-B48B-1C4CE63D58E8}"/>
                </a:ext>
              </a:extLst>
            </p:cNvPr>
            <p:cNvSpPr/>
            <p:nvPr userDrawn="1"/>
          </p:nvSpPr>
          <p:spPr>
            <a:xfrm>
              <a:off x="12024980" y="0"/>
              <a:ext cx="16702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8" name="Rechthoek 27">
              <a:extLst>
                <a:ext uri="{FF2B5EF4-FFF2-40B4-BE49-F238E27FC236}">
                  <a16:creationId xmlns:a16="http://schemas.microsoft.com/office/drawing/2014/main" id="{ACE0CB45-9785-4BE8-B63D-A19B8F833E83}"/>
                </a:ext>
              </a:extLst>
            </p:cNvPr>
            <p:cNvSpPr/>
            <p:nvPr userDrawn="1"/>
          </p:nvSpPr>
          <p:spPr>
            <a:xfrm>
              <a:off x="0" y="0"/>
              <a:ext cx="16702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31" name="Rechthoek 30">
              <a:extLst>
                <a:ext uri="{FF2B5EF4-FFF2-40B4-BE49-F238E27FC236}">
                  <a16:creationId xmlns:a16="http://schemas.microsoft.com/office/drawing/2014/main" id="{E2FF30C8-090C-4BBB-B89D-01F3F22EDF02}"/>
                </a:ext>
              </a:extLst>
            </p:cNvPr>
            <p:cNvSpPr/>
            <p:nvPr userDrawn="1"/>
          </p:nvSpPr>
          <p:spPr>
            <a:xfrm>
              <a:off x="0" y="3338999"/>
              <a:ext cx="12192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35" name="Rechthoek 34">
              <a:extLst>
                <a:ext uri="{FF2B5EF4-FFF2-40B4-BE49-F238E27FC236}">
                  <a16:creationId xmlns:a16="http://schemas.microsoft.com/office/drawing/2014/main" id="{073B0056-68B2-4760-9151-D257D1A5794C}"/>
                </a:ext>
              </a:extLst>
            </p:cNvPr>
            <p:cNvSpPr/>
            <p:nvPr userDrawn="1"/>
          </p:nvSpPr>
          <p:spPr>
            <a:xfrm>
              <a:off x="7828000" y="1099111"/>
              <a:ext cx="360000" cy="51677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38" name="Rechthoek 37">
              <a:extLst>
                <a:ext uri="{FF2B5EF4-FFF2-40B4-BE49-F238E27FC236}">
                  <a16:creationId xmlns:a16="http://schemas.microsoft.com/office/drawing/2014/main" id="{BAA97654-86F5-45C9-B8DC-C6648BCE9369}"/>
                </a:ext>
              </a:extLst>
            </p:cNvPr>
            <p:cNvSpPr/>
            <p:nvPr userDrawn="1"/>
          </p:nvSpPr>
          <p:spPr>
            <a:xfrm>
              <a:off x="4004000" y="1099111"/>
              <a:ext cx="360000" cy="51677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sp>
        <p:nvSpPr>
          <p:cNvPr id="32" name="Tijdelijke aanduiding voor grafiek 17">
            <a:extLst>
              <a:ext uri="{FF2B5EF4-FFF2-40B4-BE49-F238E27FC236}">
                <a16:creationId xmlns:a16="http://schemas.microsoft.com/office/drawing/2014/main" id="{0E9B9AC0-03CF-4DAA-9E37-B0A637E3422E}"/>
              </a:ext>
            </a:extLst>
          </p:cNvPr>
          <p:cNvSpPr>
            <a:spLocks noGrp="1"/>
          </p:cNvSpPr>
          <p:nvPr>
            <p:ph type="chart" sz="quarter" idx="17" hasCustomPrompt="1"/>
          </p:nvPr>
        </p:nvSpPr>
        <p:spPr>
          <a:xfrm>
            <a:off x="8188000" y="3698999"/>
            <a:ext cx="3463746" cy="1878840"/>
          </a:xfrm>
          <a:solidFill>
            <a:schemeClr val="bg1">
              <a:lumMod val="95000"/>
            </a:schemeClr>
          </a:solidFill>
        </p:spPr>
        <p:txBody>
          <a:bodyPr lIns="720000" tIns="360000" rIns="720000"/>
          <a:lstStyle>
            <a:lvl1pPr marL="0" indent="0" algn="ctr">
              <a:buNone/>
              <a:defRPr sz="1200" i="1">
                <a:solidFill>
                  <a:schemeClr val="bg1">
                    <a:lumMod val="50000"/>
                  </a:schemeClr>
                </a:solidFill>
              </a:defRPr>
            </a:lvl1pPr>
          </a:lstStyle>
          <a:p>
            <a:r>
              <a:rPr lang="nl-NL" noProof="0"/>
              <a:t>Klik op onderstaand pictogram om een grafiek in te voegen</a:t>
            </a:r>
          </a:p>
        </p:txBody>
      </p:sp>
      <p:sp>
        <p:nvSpPr>
          <p:cNvPr id="36" name="Tijdelijke aanduiding voor grafiek 17">
            <a:extLst>
              <a:ext uri="{FF2B5EF4-FFF2-40B4-BE49-F238E27FC236}">
                <a16:creationId xmlns:a16="http://schemas.microsoft.com/office/drawing/2014/main" id="{6424E38A-BE64-4611-8EA6-56DEDA6F1288}"/>
              </a:ext>
            </a:extLst>
          </p:cNvPr>
          <p:cNvSpPr>
            <a:spLocks noGrp="1"/>
          </p:cNvSpPr>
          <p:nvPr>
            <p:ph type="chart" sz="quarter" idx="18" hasCustomPrompt="1"/>
          </p:nvPr>
        </p:nvSpPr>
        <p:spPr>
          <a:xfrm>
            <a:off x="4364000" y="1459111"/>
            <a:ext cx="3463745" cy="1878840"/>
          </a:xfrm>
          <a:solidFill>
            <a:schemeClr val="bg1">
              <a:lumMod val="95000"/>
            </a:schemeClr>
          </a:solidFill>
        </p:spPr>
        <p:txBody>
          <a:bodyPr lIns="720000" tIns="360000" rIns="720000"/>
          <a:lstStyle>
            <a:lvl1pPr marL="0" indent="0" algn="ctr">
              <a:buNone/>
              <a:defRPr sz="1200" i="1">
                <a:solidFill>
                  <a:schemeClr val="bg1">
                    <a:lumMod val="50000"/>
                  </a:schemeClr>
                </a:solidFill>
              </a:defRPr>
            </a:lvl1pPr>
          </a:lstStyle>
          <a:p>
            <a:r>
              <a:rPr lang="nl-NL" noProof="0"/>
              <a:t>Klik op onderstaand pictogram om een grafiek in te voegen</a:t>
            </a:r>
          </a:p>
        </p:txBody>
      </p:sp>
      <p:sp>
        <p:nvSpPr>
          <p:cNvPr id="37" name="Tijdelijke aanduiding voor grafiek 17">
            <a:extLst>
              <a:ext uri="{FF2B5EF4-FFF2-40B4-BE49-F238E27FC236}">
                <a16:creationId xmlns:a16="http://schemas.microsoft.com/office/drawing/2014/main" id="{B1695F49-FFC5-4D3F-8068-C37855441895}"/>
              </a:ext>
            </a:extLst>
          </p:cNvPr>
          <p:cNvSpPr>
            <a:spLocks noGrp="1"/>
          </p:cNvSpPr>
          <p:nvPr>
            <p:ph type="chart" sz="quarter" idx="19" hasCustomPrompt="1"/>
          </p:nvPr>
        </p:nvSpPr>
        <p:spPr>
          <a:xfrm>
            <a:off x="4364000" y="3698999"/>
            <a:ext cx="3463746" cy="1878840"/>
          </a:xfrm>
          <a:solidFill>
            <a:schemeClr val="bg1">
              <a:lumMod val="95000"/>
            </a:schemeClr>
          </a:solidFill>
        </p:spPr>
        <p:txBody>
          <a:bodyPr lIns="720000" tIns="360000" rIns="720000"/>
          <a:lstStyle>
            <a:lvl1pPr marL="0" indent="0" algn="ctr">
              <a:buNone/>
              <a:defRPr sz="1200" i="1">
                <a:solidFill>
                  <a:schemeClr val="bg1">
                    <a:lumMod val="50000"/>
                  </a:schemeClr>
                </a:solidFill>
              </a:defRPr>
            </a:lvl1pPr>
          </a:lstStyle>
          <a:p>
            <a:r>
              <a:rPr lang="nl-NL" noProof="0"/>
              <a:t>Klik op onderstaand pictogram om een grafiek in te voegen</a:t>
            </a:r>
          </a:p>
        </p:txBody>
      </p:sp>
      <p:sp>
        <p:nvSpPr>
          <p:cNvPr id="39" name="Tijdelijke aanduiding voor grafiek 17">
            <a:extLst>
              <a:ext uri="{FF2B5EF4-FFF2-40B4-BE49-F238E27FC236}">
                <a16:creationId xmlns:a16="http://schemas.microsoft.com/office/drawing/2014/main" id="{003DE491-9024-41A1-8C44-E5F48C4282C7}"/>
              </a:ext>
            </a:extLst>
          </p:cNvPr>
          <p:cNvSpPr>
            <a:spLocks noGrp="1"/>
          </p:cNvSpPr>
          <p:nvPr>
            <p:ph type="chart" sz="quarter" idx="20" hasCustomPrompt="1"/>
          </p:nvPr>
        </p:nvSpPr>
        <p:spPr>
          <a:xfrm>
            <a:off x="540127" y="1459111"/>
            <a:ext cx="3463745" cy="1878840"/>
          </a:xfrm>
          <a:solidFill>
            <a:schemeClr val="bg1">
              <a:lumMod val="95000"/>
            </a:schemeClr>
          </a:solidFill>
        </p:spPr>
        <p:txBody>
          <a:bodyPr lIns="720000" tIns="360000" rIns="720000"/>
          <a:lstStyle>
            <a:lvl1pPr marL="0" indent="0" algn="ctr">
              <a:buNone/>
              <a:defRPr sz="1200" i="1">
                <a:solidFill>
                  <a:schemeClr val="bg1">
                    <a:lumMod val="50000"/>
                  </a:schemeClr>
                </a:solidFill>
              </a:defRPr>
            </a:lvl1pPr>
          </a:lstStyle>
          <a:p>
            <a:r>
              <a:rPr lang="nl-NL" noProof="0"/>
              <a:t>Klik op onderstaand pictogram om een grafiek in te voegen</a:t>
            </a:r>
          </a:p>
        </p:txBody>
      </p:sp>
      <p:sp>
        <p:nvSpPr>
          <p:cNvPr id="40" name="Tijdelijke aanduiding voor grafiek 17">
            <a:extLst>
              <a:ext uri="{FF2B5EF4-FFF2-40B4-BE49-F238E27FC236}">
                <a16:creationId xmlns:a16="http://schemas.microsoft.com/office/drawing/2014/main" id="{A6D5BEE5-306C-4A04-8C32-A0EF58D14A11}"/>
              </a:ext>
            </a:extLst>
          </p:cNvPr>
          <p:cNvSpPr>
            <a:spLocks noGrp="1"/>
          </p:cNvSpPr>
          <p:nvPr>
            <p:ph type="chart" sz="quarter" idx="21" hasCustomPrompt="1"/>
          </p:nvPr>
        </p:nvSpPr>
        <p:spPr>
          <a:xfrm>
            <a:off x="540127" y="3698999"/>
            <a:ext cx="3463746" cy="1878840"/>
          </a:xfrm>
          <a:solidFill>
            <a:schemeClr val="bg1">
              <a:lumMod val="95000"/>
            </a:schemeClr>
          </a:solidFill>
        </p:spPr>
        <p:txBody>
          <a:bodyPr lIns="720000" tIns="360000" rIns="720000"/>
          <a:lstStyle>
            <a:lvl1pPr marL="0" indent="0" algn="ctr">
              <a:buNone/>
              <a:defRPr sz="1200" i="1">
                <a:solidFill>
                  <a:schemeClr val="bg1">
                    <a:lumMod val="50000"/>
                  </a:schemeClr>
                </a:solidFill>
              </a:defRPr>
            </a:lvl1pPr>
          </a:lstStyle>
          <a:p>
            <a:r>
              <a:rPr lang="nl-NL" noProof="0"/>
              <a:t>Klik op onderstaand pictogram om een grafiek in te voegen</a:t>
            </a:r>
          </a:p>
        </p:txBody>
      </p:sp>
      <p:grpSp>
        <p:nvGrpSpPr>
          <p:cNvPr id="97" name="Instructie">
            <a:extLst>
              <a:ext uri="{FF2B5EF4-FFF2-40B4-BE49-F238E27FC236}">
                <a16:creationId xmlns:a16="http://schemas.microsoft.com/office/drawing/2014/main" id="{13194E2B-853F-42B4-BC09-4D7932FAFD06}"/>
              </a:ext>
            </a:extLst>
          </p:cNvPr>
          <p:cNvGrpSpPr/>
          <p:nvPr userDrawn="1"/>
        </p:nvGrpSpPr>
        <p:grpSpPr>
          <a:xfrm>
            <a:off x="12389714" y="5221435"/>
            <a:ext cx="3183677" cy="1636565"/>
            <a:chOff x="12389714" y="4327164"/>
            <a:chExt cx="3183677" cy="1636565"/>
          </a:xfrm>
        </p:grpSpPr>
        <p:cxnSp>
          <p:nvCxnSpPr>
            <p:cNvPr id="98" name="Rechte verbindingslijn 97">
              <a:extLst>
                <a:ext uri="{FF2B5EF4-FFF2-40B4-BE49-F238E27FC236}">
                  <a16:creationId xmlns:a16="http://schemas.microsoft.com/office/drawing/2014/main" id="{BB38122D-C6F3-4332-8056-8341B6673B4D}"/>
                </a:ext>
              </a:extLst>
            </p:cNvPr>
            <p:cNvCxnSpPr>
              <a:cxnSpLocks/>
            </p:cNvCxnSpPr>
            <p:nvPr userDrawn="1"/>
          </p:nvCxnSpPr>
          <p:spPr>
            <a:xfrm>
              <a:off x="12395374" y="5963729"/>
              <a:ext cx="3178017" cy="0"/>
            </a:xfrm>
            <a:prstGeom prst="line">
              <a:avLst/>
            </a:prstGeom>
            <a:noFill/>
            <a:ln w="3175" cap="flat" cmpd="sng" algn="ctr">
              <a:solidFill>
                <a:schemeClr val="bg1">
                  <a:lumMod val="50000"/>
                </a:schemeClr>
              </a:solidFill>
              <a:prstDash val="solid"/>
            </a:ln>
            <a:effectLst/>
          </p:spPr>
        </p:cxnSp>
        <p:sp>
          <p:nvSpPr>
            <p:cNvPr id="99" name="Rechthoek 98">
              <a:extLst>
                <a:ext uri="{FF2B5EF4-FFF2-40B4-BE49-F238E27FC236}">
                  <a16:creationId xmlns:a16="http://schemas.microsoft.com/office/drawing/2014/main" id="{19F9BA8B-41E4-405B-9E81-1C20E9163CE8}"/>
                </a:ext>
              </a:extLst>
            </p:cNvPr>
            <p:cNvSpPr/>
            <p:nvPr userDrawn="1"/>
          </p:nvSpPr>
          <p:spPr>
            <a:xfrm>
              <a:off x="12395375" y="4327164"/>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bg1">
                      <a:lumMod val="50000"/>
                    </a:schemeClr>
                  </a:solidFill>
                  <a:effectLst/>
                  <a:uLnTx/>
                  <a:uFillTx/>
                  <a:latin typeface="+mj-lt"/>
                  <a:cs typeface="Segoe UI Light" panose="020B0502040204020203" pitchFamily="34" charset="0"/>
                </a:rPr>
                <a:t>Data van de Grafiek Bewerken</a:t>
              </a:r>
            </a:p>
          </p:txBody>
        </p:sp>
        <p:sp>
          <p:nvSpPr>
            <p:cNvPr id="100" name="Ovaal 99">
              <a:extLst>
                <a:ext uri="{FF2B5EF4-FFF2-40B4-BE49-F238E27FC236}">
                  <a16:creationId xmlns:a16="http://schemas.microsoft.com/office/drawing/2014/main" id="{29505446-F8AC-4043-B951-C4913699006F}"/>
                </a:ext>
              </a:extLst>
            </p:cNvPr>
            <p:cNvSpPr/>
            <p:nvPr userDrawn="1"/>
          </p:nvSpPr>
          <p:spPr>
            <a:xfrm>
              <a:off x="12389714" y="4706254"/>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101" name="Rechte verbindingslijn 100">
              <a:extLst>
                <a:ext uri="{FF2B5EF4-FFF2-40B4-BE49-F238E27FC236}">
                  <a16:creationId xmlns:a16="http://schemas.microsoft.com/office/drawing/2014/main" id="{FD4A8074-C572-44B8-8821-4B2172E143D2}"/>
                </a:ext>
              </a:extLst>
            </p:cNvPr>
            <p:cNvCxnSpPr>
              <a:cxnSpLocks/>
            </p:cNvCxnSpPr>
            <p:nvPr userDrawn="1"/>
          </p:nvCxnSpPr>
          <p:spPr>
            <a:xfrm>
              <a:off x="12395374" y="4584932"/>
              <a:ext cx="3178017" cy="0"/>
            </a:xfrm>
            <a:prstGeom prst="line">
              <a:avLst/>
            </a:prstGeom>
            <a:noFill/>
            <a:ln w="3175" cap="flat" cmpd="sng" algn="ctr">
              <a:solidFill>
                <a:schemeClr val="bg1">
                  <a:lumMod val="50000"/>
                </a:schemeClr>
              </a:solidFill>
              <a:prstDash val="solid"/>
            </a:ln>
            <a:effectLst/>
          </p:spPr>
        </p:cxnSp>
        <p:sp>
          <p:nvSpPr>
            <p:cNvPr id="102" name="Rechthoek 101">
              <a:extLst>
                <a:ext uri="{FF2B5EF4-FFF2-40B4-BE49-F238E27FC236}">
                  <a16:creationId xmlns:a16="http://schemas.microsoft.com/office/drawing/2014/main" id="{1DAFFA69-F1A9-458F-A6A0-1AE4AA0766CC}"/>
                </a:ext>
              </a:extLst>
            </p:cNvPr>
            <p:cNvSpPr/>
            <p:nvPr userDrawn="1"/>
          </p:nvSpPr>
          <p:spPr>
            <a:xfrm>
              <a:off x="12755395" y="4772316"/>
              <a:ext cx="2817995" cy="314439"/>
            </a:xfrm>
            <a:prstGeom prst="rect">
              <a:avLst/>
            </a:prstGeom>
            <a:noFill/>
            <a:ln w="25400" cap="flat" cmpd="sng" algn="ctr">
              <a:noFill/>
              <a:prstDash val="solid"/>
            </a:ln>
            <a:effectLst/>
          </p:spPr>
          <p:txBody>
            <a:bodyPr lIns="0" tIns="0" rIns="0" bIns="0" rtlCol="0" anchor="t"/>
            <a:lstStyle/>
            <a:p>
              <a:pPr lvl="0" fontAlgn="auto">
                <a:spcBef>
                  <a:spcPts val="0"/>
                </a:spcBef>
                <a:spcAft>
                  <a:spcPts val="0"/>
                </a:spcAft>
                <a:defRPr/>
              </a:pPr>
              <a:r>
                <a:rPr lang="nl-NL" sz="1100" kern="0" noProof="0">
                  <a:solidFill>
                    <a:schemeClr val="tx1"/>
                  </a:solidFill>
                  <a:latin typeface="+mn-lt"/>
                  <a:cs typeface="Segoe UI Light" panose="020B0502040204020203" pitchFamily="34" charset="0"/>
                </a:rPr>
                <a:t>Selecteer de grafiek, klik met de rechter muisknop en kies </a:t>
              </a:r>
              <a:r>
                <a:rPr lang="nl-NL" sz="1100" b="1" kern="0" noProof="0">
                  <a:solidFill>
                    <a:schemeClr val="tx1"/>
                  </a:solidFill>
                  <a:latin typeface="+mn-lt"/>
                  <a:cs typeface="Segoe UI Light" panose="020B0502040204020203" pitchFamily="34" charset="0"/>
                </a:rPr>
                <a:t>‘Gegevens bewerken’</a:t>
              </a:r>
            </a:p>
          </p:txBody>
        </p:sp>
        <p:grpSp>
          <p:nvGrpSpPr>
            <p:cNvPr id="103" name="Groep 102">
              <a:extLst>
                <a:ext uri="{FF2B5EF4-FFF2-40B4-BE49-F238E27FC236}">
                  <a16:creationId xmlns:a16="http://schemas.microsoft.com/office/drawing/2014/main" id="{4C675318-3168-4CD1-B365-5FCFDD301AC8}"/>
                </a:ext>
              </a:extLst>
            </p:cNvPr>
            <p:cNvGrpSpPr/>
            <p:nvPr userDrawn="1"/>
          </p:nvGrpSpPr>
          <p:grpSpPr>
            <a:xfrm>
              <a:off x="12755394" y="5222855"/>
              <a:ext cx="1714530" cy="639425"/>
              <a:chOff x="12757283" y="4365594"/>
              <a:chExt cx="1714530" cy="639425"/>
            </a:xfrm>
          </p:grpSpPr>
          <p:sp>
            <p:nvSpPr>
              <p:cNvPr id="104" name="Rechthoek 103">
                <a:extLst>
                  <a:ext uri="{FF2B5EF4-FFF2-40B4-BE49-F238E27FC236}">
                    <a16:creationId xmlns:a16="http://schemas.microsoft.com/office/drawing/2014/main" id="{DC726EED-46A6-4A9C-9304-2BEBB7B05955}"/>
                  </a:ext>
                </a:extLst>
              </p:cNvPr>
              <p:cNvSpPr/>
              <p:nvPr userDrawn="1"/>
            </p:nvSpPr>
            <p:spPr>
              <a:xfrm>
                <a:off x="12757283" y="4365594"/>
                <a:ext cx="1626818"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05" name="Rechthoek 104">
                <a:extLst>
                  <a:ext uri="{FF2B5EF4-FFF2-40B4-BE49-F238E27FC236}">
                    <a16:creationId xmlns:a16="http://schemas.microsoft.com/office/drawing/2014/main" id="{99F5FC6A-F758-454A-8293-0BE72EF0D051}"/>
                  </a:ext>
                </a:extLst>
              </p:cNvPr>
              <p:cNvSpPr/>
              <p:nvPr userDrawn="1"/>
            </p:nvSpPr>
            <p:spPr>
              <a:xfrm>
                <a:off x="12768263" y="4676983"/>
                <a:ext cx="1609231" cy="261256"/>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06" name="Tekstvak 105">
                <a:extLst>
                  <a:ext uri="{FF2B5EF4-FFF2-40B4-BE49-F238E27FC236}">
                    <a16:creationId xmlns:a16="http://schemas.microsoft.com/office/drawing/2014/main" id="{D3B773C7-6FCD-42D9-AF45-254BCFEC5B96}"/>
                  </a:ext>
                </a:extLst>
              </p:cNvPr>
              <p:cNvSpPr txBox="1"/>
              <p:nvPr userDrawn="1"/>
            </p:nvSpPr>
            <p:spPr>
              <a:xfrm>
                <a:off x="12997648" y="4404704"/>
                <a:ext cx="1248154" cy="216982"/>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Arial" panose="020B0604020202020204" pitchFamily="34" charset="0"/>
                    <a:ea typeface="+mn-ea"/>
                    <a:cs typeface="Arial" panose="020B0604020202020204" pitchFamily="34" charset="0"/>
                  </a:rPr>
                  <a:t>Grafiektype wijzigen</a:t>
                </a:r>
              </a:p>
            </p:txBody>
          </p:sp>
          <p:sp>
            <p:nvSpPr>
              <p:cNvPr id="107" name="Tekstvak 106">
                <a:extLst>
                  <a:ext uri="{FF2B5EF4-FFF2-40B4-BE49-F238E27FC236}">
                    <a16:creationId xmlns:a16="http://schemas.microsoft.com/office/drawing/2014/main" id="{609E0AD4-B3AF-4B98-89EB-7CD241DE5A74}"/>
                  </a:ext>
                </a:extLst>
              </p:cNvPr>
              <p:cNvSpPr txBox="1"/>
              <p:nvPr userDrawn="1"/>
            </p:nvSpPr>
            <p:spPr>
              <a:xfrm>
                <a:off x="12984219" y="4725830"/>
                <a:ext cx="1274711" cy="216982"/>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Arial" panose="020B0604020202020204" pitchFamily="34" charset="0"/>
                    <a:ea typeface="+mn-ea"/>
                    <a:cs typeface="Arial" panose="020B0604020202020204" pitchFamily="34" charset="0"/>
                  </a:rPr>
                  <a:t>Gegevens bewerken</a:t>
                </a:r>
              </a:p>
            </p:txBody>
          </p:sp>
          <p:pic>
            <p:nvPicPr>
              <p:cNvPr id="108" name="Picture 3">
                <a:extLst>
                  <a:ext uri="{FF2B5EF4-FFF2-40B4-BE49-F238E27FC236}">
                    <a16:creationId xmlns:a16="http://schemas.microsoft.com/office/drawing/2014/main" id="{A58C0630-4923-44D0-A4D3-4AB96A8211D4}"/>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4328727" y="4773688"/>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9" name="Groep 108">
                <a:extLst>
                  <a:ext uri="{FF2B5EF4-FFF2-40B4-BE49-F238E27FC236}">
                    <a16:creationId xmlns:a16="http://schemas.microsoft.com/office/drawing/2014/main" id="{45E1B365-B2CE-4BEB-9A3A-46D96EB15E7D}"/>
                  </a:ext>
                </a:extLst>
              </p:cNvPr>
              <p:cNvGrpSpPr/>
              <p:nvPr userDrawn="1"/>
            </p:nvGrpSpPr>
            <p:grpSpPr>
              <a:xfrm>
                <a:off x="12831198" y="4432250"/>
                <a:ext cx="139861" cy="152244"/>
                <a:chOff x="12574450" y="6053892"/>
                <a:chExt cx="169232" cy="184215"/>
              </a:xfrm>
            </p:grpSpPr>
            <p:sp>
              <p:nvSpPr>
                <p:cNvPr id="132" name="Rechthoek 131">
                  <a:extLst>
                    <a:ext uri="{FF2B5EF4-FFF2-40B4-BE49-F238E27FC236}">
                      <a16:creationId xmlns:a16="http://schemas.microsoft.com/office/drawing/2014/main" id="{F38A0856-2EDB-4BB8-9560-5512F6E5AAB5}"/>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sp>
              <p:nvSpPr>
                <p:cNvPr id="133" name="Rechthoek 132">
                  <a:extLst>
                    <a:ext uri="{FF2B5EF4-FFF2-40B4-BE49-F238E27FC236}">
                      <a16:creationId xmlns:a16="http://schemas.microsoft.com/office/drawing/2014/main" id="{D7255083-46DC-4D4C-AF5E-2BA28943E4AA}"/>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sp>
              <p:nvSpPr>
                <p:cNvPr id="134" name="Rechthoek 133">
                  <a:extLst>
                    <a:ext uri="{FF2B5EF4-FFF2-40B4-BE49-F238E27FC236}">
                      <a16:creationId xmlns:a16="http://schemas.microsoft.com/office/drawing/2014/main" id="{A3EDB608-9F71-4CBD-B713-BCDB53A58BEE}"/>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grpSp>
          <p:grpSp>
            <p:nvGrpSpPr>
              <p:cNvPr id="110" name="Groep 109">
                <a:extLst>
                  <a:ext uri="{FF2B5EF4-FFF2-40B4-BE49-F238E27FC236}">
                    <a16:creationId xmlns:a16="http://schemas.microsoft.com/office/drawing/2014/main" id="{0CDB952C-DB40-4191-8EEB-A68F2253C313}"/>
                  </a:ext>
                </a:extLst>
              </p:cNvPr>
              <p:cNvGrpSpPr/>
              <p:nvPr userDrawn="1"/>
            </p:nvGrpSpPr>
            <p:grpSpPr>
              <a:xfrm>
                <a:off x="12831198" y="4748585"/>
                <a:ext cx="184916" cy="120210"/>
                <a:chOff x="8815516" y="1076284"/>
                <a:chExt cx="503174" cy="327105"/>
              </a:xfrm>
            </p:grpSpPr>
            <p:sp>
              <p:nvSpPr>
                <p:cNvPr id="111" name="Rechthoek 110">
                  <a:extLst>
                    <a:ext uri="{FF2B5EF4-FFF2-40B4-BE49-F238E27FC236}">
                      <a16:creationId xmlns:a16="http://schemas.microsoft.com/office/drawing/2014/main" id="{C2161DF8-E636-46F5-85DE-AECABB6833E9}"/>
                    </a:ext>
                  </a:extLst>
                </p:cNvPr>
                <p:cNvSpPr/>
                <p:nvPr userDrawn="1"/>
              </p:nvSpPr>
              <p:spPr>
                <a:xfrm>
                  <a:off x="8815516" y="1133167"/>
                  <a:ext cx="372729" cy="235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grpSp>
              <p:nvGrpSpPr>
                <p:cNvPr id="112" name="Groep 111">
                  <a:extLst>
                    <a:ext uri="{FF2B5EF4-FFF2-40B4-BE49-F238E27FC236}">
                      <a16:creationId xmlns:a16="http://schemas.microsoft.com/office/drawing/2014/main" id="{06A1549E-87A1-4D4F-8C5E-79E3B1E0C377}"/>
                    </a:ext>
                  </a:extLst>
                </p:cNvPr>
                <p:cNvGrpSpPr/>
                <p:nvPr userDrawn="1"/>
              </p:nvGrpSpPr>
              <p:grpSpPr>
                <a:xfrm>
                  <a:off x="8815517" y="1076284"/>
                  <a:ext cx="503173" cy="327105"/>
                  <a:chOff x="1351248" y="-683635"/>
                  <a:chExt cx="503173" cy="327105"/>
                </a:xfrm>
              </p:grpSpPr>
              <p:grpSp>
                <p:nvGrpSpPr>
                  <p:cNvPr id="113" name="Groep 112">
                    <a:extLst>
                      <a:ext uri="{FF2B5EF4-FFF2-40B4-BE49-F238E27FC236}">
                        <a16:creationId xmlns:a16="http://schemas.microsoft.com/office/drawing/2014/main" id="{0161C977-A0B3-42C9-AC5A-875BEF2CED93}"/>
                      </a:ext>
                    </a:extLst>
                  </p:cNvPr>
                  <p:cNvGrpSpPr/>
                  <p:nvPr userDrawn="1"/>
                </p:nvGrpSpPr>
                <p:grpSpPr>
                  <a:xfrm>
                    <a:off x="1351248" y="-683635"/>
                    <a:ext cx="375186" cy="293652"/>
                    <a:chOff x="1094874" y="-884923"/>
                    <a:chExt cx="884668" cy="692417"/>
                  </a:xfrm>
                </p:grpSpPr>
                <p:sp>
                  <p:nvSpPr>
                    <p:cNvPr id="118" name="Rechthoek 117">
                      <a:extLst>
                        <a:ext uri="{FF2B5EF4-FFF2-40B4-BE49-F238E27FC236}">
                          <a16:creationId xmlns:a16="http://schemas.microsoft.com/office/drawing/2014/main" id="{CC18F0A2-AEDD-49F0-9862-640BB3404DC7}"/>
                        </a:ext>
                      </a:extLst>
                    </p:cNvPr>
                    <p:cNvSpPr/>
                    <p:nvPr userDrawn="1"/>
                  </p:nvSpPr>
                  <p:spPr>
                    <a:xfrm>
                      <a:off x="1094874" y="-884923"/>
                      <a:ext cx="878304" cy="145579"/>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grpSp>
                  <p:nvGrpSpPr>
                    <p:cNvPr id="119" name="Groep 118">
                      <a:extLst>
                        <a:ext uri="{FF2B5EF4-FFF2-40B4-BE49-F238E27FC236}">
                          <a16:creationId xmlns:a16="http://schemas.microsoft.com/office/drawing/2014/main" id="{393B2DA3-DF69-4684-8A63-239482C84FA1}"/>
                        </a:ext>
                      </a:extLst>
                    </p:cNvPr>
                    <p:cNvGrpSpPr/>
                    <p:nvPr userDrawn="1"/>
                  </p:nvGrpSpPr>
                  <p:grpSpPr>
                    <a:xfrm>
                      <a:off x="1094874" y="-878306"/>
                      <a:ext cx="867364" cy="685800"/>
                      <a:chOff x="1094874" y="-878306"/>
                      <a:chExt cx="867364" cy="613611"/>
                    </a:xfrm>
                  </p:grpSpPr>
                  <p:cxnSp>
                    <p:nvCxnSpPr>
                      <p:cNvPr id="125" name="Rechte verbindingslijn 124">
                        <a:extLst>
                          <a:ext uri="{FF2B5EF4-FFF2-40B4-BE49-F238E27FC236}">
                            <a16:creationId xmlns:a16="http://schemas.microsoft.com/office/drawing/2014/main" id="{20DD65CA-80E5-4855-8695-EE7C4C62F98C}"/>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6" name="Rechte verbindingslijn 125">
                        <a:extLst>
                          <a:ext uri="{FF2B5EF4-FFF2-40B4-BE49-F238E27FC236}">
                            <a16:creationId xmlns:a16="http://schemas.microsoft.com/office/drawing/2014/main" id="{A933C377-6266-41AC-BF4C-EC7DE0BBDC9E}"/>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27" name="Groep 126">
                        <a:extLst>
                          <a:ext uri="{FF2B5EF4-FFF2-40B4-BE49-F238E27FC236}">
                            <a16:creationId xmlns:a16="http://schemas.microsoft.com/office/drawing/2014/main" id="{163726D5-FF0E-4C61-8B47-5160B44C43E6}"/>
                          </a:ext>
                        </a:extLst>
                      </p:cNvPr>
                      <p:cNvGrpSpPr/>
                      <p:nvPr userDrawn="1"/>
                    </p:nvGrpSpPr>
                    <p:grpSpPr>
                      <a:xfrm>
                        <a:off x="1270535" y="-878306"/>
                        <a:ext cx="526983" cy="613611"/>
                        <a:chOff x="1270535" y="-745959"/>
                        <a:chExt cx="526983" cy="481264"/>
                      </a:xfrm>
                    </p:grpSpPr>
                    <p:cxnSp>
                      <p:nvCxnSpPr>
                        <p:cNvPr id="128" name="Rechte verbindingslijn 127">
                          <a:extLst>
                            <a:ext uri="{FF2B5EF4-FFF2-40B4-BE49-F238E27FC236}">
                              <a16:creationId xmlns:a16="http://schemas.microsoft.com/office/drawing/2014/main" id="{0B0F1F99-07B3-4331-87E8-15F9E3B258F7}"/>
                            </a:ext>
                          </a:extLst>
                        </p:cNvPr>
                        <p:cNvCxnSpPr>
                          <a:cxnSpLocks/>
                        </p:cNvCxnSpPr>
                        <p:nvPr userDrawn="1"/>
                      </p:nvCxnSpPr>
                      <p:spPr>
                        <a:xfrm>
                          <a:off x="1446196"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9" name="Rechte verbindingslijn 128">
                          <a:extLst>
                            <a:ext uri="{FF2B5EF4-FFF2-40B4-BE49-F238E27FC236}">
                              <a16:creationId xmlns:a16="http://schemas.microsoft.com/office/drawing/2014/main" id="{5ECE029D-9A31-4B73-B8E8-F78B300A5C8A}"/>
                            </a:ext>
                          </a:extLst>
                        </p:cNvPr>
                        <p:cNvCxnSpPr>
                          <a:cxnSpLocks/>
                        </p:cNvCxnSpPr>
                        <p:nvPr userDrawn="1"/>
                      </p:nvCxnSpPr>
                      <p:spPr>
                        <a:xfrm>
                          <a:off x="1270535"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30" name="Rechte verbindingslijn 129">
                          <a:extLst>
                            <a:ext uri="{FF2B5EF4-FFF2-40B4-BE49-F238E27FC236}">
                              <a16:creationId xmlns:a16="http://schemas.microsoft.com/office/drawing/2014/main" id="{5E87E8F3-9D42-483F-9F00-9AC0C038B95E}"/>
                            </a:ext>
                          </a:extLst>
                        </p:cNvPr>
                        <p:cNvCxnSpPr>
                          <a:cxnSpLocks/>
                        </p:cNvCxnSpPr>
                        <p:nvPr userDrawn="1"/>
                      </p:nvCxnSpPr>
                      <p:spPr>
                        <a:xfrm>
                          <a:off x="1621857"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31" name="Rechte verbindingslijn 130">
                          <a:extLst>
                            <a:ext uri="{FF2B5EF4-FFF2-40B4-BE49-F238E27FC236}">
                              <a16:creationId xmlns:a16="http://schemas.microsoft.com/office/drawing/2014/main" id="{4608F6C0-4407-4B97-94FB-5625E51084D1}"/>
                            </a:ext>
                          </a:extLst>
                        </p:cNvPr>
                        <p:cNvCxnSpPr>
                          <a:cxnSpLocks/>
                        </p:cNvCxnSpPr>
                        <p:nvPr userDrawn="1"/>
                      </p:nvCxnSpPr>
                      <p:spPr>
                        <a:xfrm>
                          <a:off x="1797518"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120" name="Rechte verbindingslijn 119">
                      <a:extLst>
                        <a:ext uri="{FF2B5EF4-FFF2-40B4-BE49-F238E27FC236}">
                          <a16:creationId xmlns:a16="http://schemas.microsoft.com/office/drawing/2014/main" id="{5B70499F-C65C-4BC1-9E41-A643348FD62A}"/>
                        </a:ext>
                      </a:extLst>
                    </p:cNvPr>
                    <p:cNvCxnSpPr>
                      <a:cxnSpLocks/>
                    </p:cNvCxnSpPr>
                    <p:nvPr userDrawn="1"/>
                  </p:nvCxnSpPr>
                  <p:spPr>
                    <a:xfrm flipH="1">
                      <a:off x="1098555" y="-192506"/>
                      <a:ext cx="880987" cy="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21" name="Groep 120">
                      <a:extLst>
                        <a:ext uri="{FF2B5EF4-FFF2-40B4-BE49-F238E27FC236}">
                          <a16:creationId xmlns:a16="http://schemas.microsoft.com/office/drawing/2014/main" id="{1F097A24-534A-45E0-8D16-3D4D8C784B5C}"/>
                        </a:ext>
                      </a:extLst>
                    </p:cNvPr>
                    <p:cNvGrpSpPr/>
                    <p:nvPr userDrawn="1"/>
                  </p:nvGrpSpPr>
                  <p:grpSpPr>
                    <a:xfrm>
                      <a:off x="1094874" y="-607596"/>
                      <a:ext cx="878306" cy="276726"/>
                      <a:chOff x="1106905" y="-607596"/>
                      <a:chExt cx="878307" cy="276726"/>
                    </a:xfrm>
                  </p:grpSpPr>
                  <p:cxnSp>
                    <p:nvCxnSpPr>
                      <p:cNvPr id="122" name="Rechte verbindingslijn 121">
                        <a:extLst>
                          <a:ext uri="{FF2B5EF4-FFF2-40B4-BE49-F238E27FC236}">
                            <a16:creationId xmlns:a16="http://schemas.microsoft.com/office/drawing/2014/main" id="{2B508780-F1D6-45AE-AE9F-FE4E879A8AC7}"/>
                          </a:ext>
                        </a:extLst>
                      </p:cNvPr>
                      <p:cNvCxnSpPr>
                        <a:cxnSpLocks/>
                      </p:cNvCxnSpPr>
                      <p:nvPr userDrawn="1"/>
                    </p:nvCxnSpPr>
                    <p:spPr>
                      <a:xfrm flipH="1">
                        <a:off x="1106905" y="-330870"/>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3" name="Rechte verbindingslijn 122">
                        <a:extLst>
                          <a:ext uri="{FF2B5EF4-FFF2-40B4-BE49-F238E27FC236}">
                            <a16:creationId xmlns:a16="http://schemas.microsoft.com/office/drawing/2014/main" id="{8CFB54E0-2121-449E-8411-EE333BC548BE}"/>
                          </a:ext>
                        </a:extLst>
                      </p:cNvPr>
                      <p:cNvCxnSpPr>
                        <a:cxnSpLocks/>
                      </p:cNvCxnSpPr>
                      <p:nvPr userDrawn="1"/>
                    </p:nvCxnSpPr>
                    <p:spPr>
                      <a:xfrm flipH="1">
                        <a:off x="1106905" y="-469233"/>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4" name="Rechte verbindingslijn 123">
                        <a:extLst>
                          <a:ext uri="{FF2B5EF4-FFF2-40B4-BE49-F238E27FC236}">
                            <a16:creationId xmlns:a16="http://schemas.microsoft.com/office/drawing/2014/main" id="{F0C5FBE4-DD0A-4E06-A803-6229B3978A6D}"/>
                          </a:ext>
                        </a:extLst>
                      </p:cNvPr>
                      <p:cNvCxnSpPr>
                        <a:cxnSpLocks/>
                      </p:cNvCxnSpPr>
                      <p:nvPr userDrawn="1"/>
                    </p:nvCxnSpPr>
                    <p:spPr>
                      <a:xfrm flipH="1">
                        <a:off x="1106905" y="-607596"/>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grpSp>
              </p:grpSp>
              <p:grpSp>
                <p:nvGrpSpPr>
                  <p:cNvPr id="114" name="Groep 113">
                    <a:extLst>
                      <a:ext uri="{FF2B5EF4-FFF2-40B4-BE49-F238E27FC236}">
                        <a16:creationId xmlns:a16="http://schemas.microsoft.com/office/drawing/2014/main" id="{2553409B-D858-44B2-AC4F-F49A642120D5}"/>
                      </a:ext>
                    </a:extLst>
                  </p:cNvPr>
                  <p:cNvGrpSpPr/>
                  <p:nvPr userDrawn="1"/>
                </p:nvGrpSpPr>
                <p:grpSpPr>
                  <a:xfrm rot="2700000">
                    <a:off x="1605871" y="-605080"/>
                    <a:ext cx="90079" cy="407021"/>
                    <a:chOff x="3130062" y="-817193"/>
                    <a:chExt cx="131884" cy="595920"/>
                  </a:xfrm>
                  <a:solidFill>
                    <a:srgbClr val="3399FF"/>
                  </a:solidFill>
                </p:grpSpPr>
                <p:sp>
                  <p:nvSpPr>
                    <p:cNvPr id="115" name="Rechthoek 114">
                      <a:extLst>
                        <a:ext uri="{FF2B5EF4-FFF2-40B4-BE49-F238E27FC236}">
                          <a16:creationId xmlns:a16="http://schemas.microsoft.com/office/drawing/2014/main" id="{5DE63B94-976C-4E55-87A4-AD20E19DEDA7}"/>
                        </a:ext>
                      </a:extLst>
                    </p:cNvPr>
                    <p:cNvSpPr/>
                    <p:nvPr userDrawn="1"/>
                  </p:nvSpPr>
                  <p:spPr>
                    <a:xfrm>
                      <a:off x="3130062" y="-705979"/>
                      <a:ext cx="131884" cy="281354"/>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sp>
                  <p:nvSpPr>
                    <p:cNvPr id="116" name="Rechthoek: afgeronde bovenhoeken 115">
                      <a:extLst>
                        <a:ext uri="{FF2B5EF4-FFF2-40B4-BE49-F238E27FC236}">
                          <a16:creationId xmlns:a16="http://schemas.microsoft.com/office/drawing/2014/main" id="{0672ACBE-619A-4E76-B413-92AC1565D6B4}"/>
                        </a:ext>
                      </a:extLst>
                    </p:cNvPr>
                    <p:cNvSpPr/>
                    <p:nvPr userDrawn="1"/>
                  </p:nvSpPr>
                  <p:spPr>
                    <a:xfrm>
                      <a:off x="3130063" y="-817193"/>
                      <a:ext cx="131883" cy="87615"/>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sp>
                  <p:nvSpPr>
                    <p:cNvPr id="117" name="Gelijkbenige driehoek 116">
                      <a:extLst>
                        <a:ext uri="{FF2B5EF4-FFF2-40B4-BE49-F238E27FC236}">
                          <a16:creationId xmlns:a16="http://schemas.microsoft.com/office/drawing/2014/main" id="{93CA82FF-9504-4BF1-B726-DC5564E76BD6}"/>
                        </a:ext>
                      </a:extLst>
                    </p:cNvPr>
                    <p:cNvSpPr/>
                    <p:nvPr userDrawn="1"/>
                  </p:nvSpPr>
                  <p:spPr>
                    <a:xfrm rot="10800000">
                      <a:off x="3130062" y="-401026"/>
                      <a:ext cx="131884"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grpSp>
            </p:grpSp>
          </p:grpSp>
        </p:grpSp>
      </p:grpSp>
      <p:grpSp>
        <p:nvGrpSpPr>
          <p:cNvPr id="135" name="Instructie">
            <a:extLst>
              <a:ext uri="{FF2B5EF4-FFF2-40B4-BE49-F238E27FC236}">
                <a16:creationId xmlns:a16="http://schemas.microsoft.com/office/drawing/2014/main" id="{A5AF4D08-FA21-4BD4-B262-4B9EC24EEA7A}"/>
              </a:ext>
            </a:extLst>
          </p:cNvPr>
          <p:cNvGrpSpPr/>
          <p:nvPr userDrawn="1"/>
        </p:nvGrpSpPr>
        <p:grpSpPr>
          <a:xfrm>
            <a:off x="12391601" y="0"/>
            <a:ext cx="3183677" cy="2499789"/>
            <a:chOff x="12391601" y="0"/>
            <a:chExt cx="3183677" cy="2499789"/>
          </a:xfrm>
        </p:grpSpPr>
        <p:sp>
          <p:nvSpPr>
            <p:cNvPr id="136" name="Rechthoek 135">
              <a:extLst>
                <a:ext uri="{FF2B5EF4-FFF2-40B4-BE49-F238E27FC236}">
                  <a16:creationId xmlns:a16="http://schemas.microsoft.com/office/drawing/2014/main" id="{38DB5E56-3785-4550-B21D-B39A5DF57497}"/>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bg1">
                      <a:lumMod val="50000"/>
                    </a:schemeClr>
                  </a:solidFill>
                  <a:effectLst/>
                  <a:uLnTx/>
                  <a:uFillTx/>
                  <a:latin typeface="+mj-lt"/>
                  <a:cs typeface="Segoe UI Light" panose="020B0502040204020203" pitchFamily="34" charset="0"/>
                </a:rPr>
                <a:t>Grafiek invoegen/veranderen</a:t>
              </a:r>
            </a:p>
          </p:txBody>
        </p:sp>
        <p:sp>
          <p:nvSpPr>
            <p:cNvPr id="137" name="Ovaal 136">
              <a:extLst>
                <a:ext uri="{FF2B5EF4-FFF2-40B4-BE49-F238E27FC236}">
                  <a16:creationId xmlns:a16="http://schemas.microsoft.com/office/drawing/2014/main" id="{64F57F44-1AE2-4FEE-9E71-47DEE956B302}"/>
                </a:ext>
              </a:extLst>
            </p:cNvPr>
            <p:cNvSpPr/>
            <p:nvPr userDrawn="1"/>
          </p:nvSpPr>
          <p:spPr>
            <a:xfrm>
              <a:off x="12391601" y="366490"/>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138" name="Rechte verbindingslijn 137">
              <a:extLst>
                <a:ext uri="{FF2B5EF4-FFF2-40B4-BE49-F238E27FC236}">
                  <a16:creationId xmlns:a16="http://schemas.microsoft.com/office/drawing/2014/main" id="{74B1CCF2-2AA7-4869-AFBE-71031E0DFE97}"/>
                </a:ext>
              </a:extLst>
            </p:cNvPr>
            <p:cNvCxnSpPr>
              <a:cxnSpLocks/>
            </p:cNvCxnSpPr>
            <p:nvPr userDrawn="1"/>
          </p:nvCxnSpPr>
          <p:spPr>
            <a:xfrm>
              <a:off x="12397261" y="241635"/>
              <a:ext cx="3178017" cy="0"/>
            </a:xfrm>
            <a:prstGeom prst="line">
              <a:avLst/>
            </a:prstGeom>
            <a:noFill/>
            <a:ln w="3175" cap="flat" cmpd="sng" algn="ctr">
              <a:solidFill>
                <a:schemeClr val="bg1">
                  <a:lumMod val="50000"/>
                </a:schemeClr>
              </a:solidFill>
              <a:prstDash val="solid"/>
            </a:ln>
            <a:effectLst/>
          </p:spPr>
        </p:cxnSp>
        <p:cxnSp>
          <p:nvCxnSpPr>
            <p:cNvPr id="139" name="Rechte verbindingslijn 138">
              <a:extLst>
                <a:ext uri="{FF2B5EF4-FFF2-40B4-BE49-F238E27FC236}">
                  <a16:creationId xmlns:a16="http://schemas.microsoft.com/office/drawing/2014/main" id="{50738D44-AD9D-4500-B3D3-AE8F70D3E660}"/>
                </a:ext>
              </a:extLst>
            </p:cNvPr>
            <p:cNvCxnSpPr>
              <a:cxnSpLocks/>
            </p:cNvCxnSpPr>
            <p:nvPr userDrawn="1"/>
          </p:nvCxnSpPr>
          <p:spPr>
            <a:xfrm>
              <a:off x="12397261" y="1577933"/>
              <a:ext cx="3178017" cy="0"/>
            </a:xfrm>
            <a:prstGeom prst="line">
              <a:avLst/>
            </a:prstGeom>
            <a:noFill/>
            <a:ln w="3175" cap="flat" cmpd="sng" algn="ctr">
              <a:solidFill>
                <a:schemeClr val="bg1">
                  <a:lumMod val="50000"/>
                </a:schemeClr>
              </a:solidFill>
              <a:prstDash val="solid"/>
            </a:ln>
            <a:effectLst/>
          </p:spPr>
        </p:cxnSp>
        <p:sp>
          <p:nvSpPr>
            <p:cNvPr id="140" name="Rechthoek 139">
              <a:extLst>
                <a:ext uri="{FF2B5EF4-FFF2-40B4-BE49-F238E27FC236}">
                  <a16:creationId xmlns:a16="http://schemas.microsoft.com/office/drawing/2014/main" id="{C9BD92D2-77CE-494F-87BD-242E6F8D22D9}"/>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grafiek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grafiek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sp>
          <p:nvSpPr>
            <p:cNvPr id="141" name="Ovaal 140">
              <a:extLst>
                <a:ext uri="{FF2B5EF4-FFF2-40B4-BE49-F238E27FC236}">
                  <a16:creationId xmlns:a16="http://schemas.microsoft.com/office/drawing/2014/main" id="{3E4960AC-8606-4029-B067-2FA9B5EDB634}"/>
                </a:ext>
              </a:extLst>
            </p:cNvPr>
            <p:cNvSpPr/>
            <p:nvPr userDrawn="1"/>
          </p:nvSpPr>
          <p:spPr>
            <a:xfrm>
              <a:off x="12391601" y="1706398"/>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142" name="Rechthoek 141">
              <a:extLst>
                <a:ext uri="{FF2B5EF4-FFF2-40B4-BE49-F238E27FC236}">
                  <a16:creationId xmlns:a16="http://schemas.microsoft.com/office/drawing/2014/main" id="{DC40E73F-31D9-4797-BF3A-55457503E680}"/>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grafiek</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143" name="Groep 142">
              <a:extLst>
                <a:ext uri="{FF2B5EF4-FFF2-40B4-BE49-F238E27FC236}">
                  <a16:creationId xmlns:a16="http://schemas.microsoft.com/office/drawing/2014/main" id="{C1D2757D-A6C2-4FC1-84E0-5DC01FB30E52}"/>
                </a:ext>
              </a:extLst>
            </p:cNvPr>
            <p:cNvGrpSpPr/>
            <p:nvPr userDrawn="1"/>
          </p:nvGrpSpPr>
          <p:grpSpPr>
            <a:xfrm>
              <a:off x="12757282" y="2184550"/>
              <a:ext cx="825500" cy="209550"/>
              <a:chOff x="13504624" y="2482850"/>
              <a:chExt cx="825500" cy="209550"/>
            </a:xfrm>
          </p:grpSpPr>
          <p:sp>
            <p:nvSpPr>
              <p:cNvPr id="149" name="Rechthoek 148">
                <a:extLst>
                  <a:ext uri="{FF2B5EF4-FFF2-40B4-BE49-F238E27FC236}">
                    <a16:creationId xmlns:a16="http://schemas.microsoft.com/office/drawing/2014/main" id="{B9A48355-ECC1-43B3-91E1-38F4A5E547C7}"/>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150" name="Rechte verbindingslijn 149">
                <a:extLst>
                  <a:ext uri="{FF2B5EF4-FFF2-40B4-BE49-F238E27FC236}">
                    <a16:creationId xmlns:a16="http://schemas.microsoft.com/office/drawing/2014/main" id="{1EE11DAC-86D7-4741-8D87-2CE1BCC59D53}"/>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51" name="Gelijkbenige driehoek 150">
                <a:extLst>
                  <a:ext uri="{FF2B5EF4-FFF2-40B4-BE49-F238E27FC236}">
                    <a16:creationId xmlns:a16="http://schemas.microsoft.com/office/drawing/2014/main" id="{61FC52A6-A3B4-4693-BA25-F9CB12595E7C}"/>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cxnSp>
          <p:nvCxnSpPr>
            <p:cNvPr id="144" name="Rechte verbindingslijn 143">
              <a:extLst>
                <a:ext uri="{FF2B5EF4-FFF2-40B4-BE49-F238E27FC236}">
                  <a16:creationId xmlns:a16="http://schemas.microsoft.com/office/drawing/2014/main" id="{25BC9295-8F02-4159-B529-2F7C966D4CF1}"/>
                </a:ext>
              </a:extLst>
            </p:cNvPr>
            <p:cNvCxnSpPr>
              <a:cxnSpLocks/>
            </p:cNvCxnSpPr>
            <p:nvPr userDrawn="1"/>
          </p:nvCxnSpPr>
          <p:spPr>
            <a:xfrm>
              <a:off x="12397261" y="2499789"/>
              <a:ext cx="3178017" cy="0"/>
            </a:xfrm>
            <a:prstGeom prst="line">
              <a:avLst/>
            </a:prstGeom>
            <a:noFill/>
            <a:ln w="3175" cap="flat" cmpd="sng" algn="ctr">
              <a:solidFill>
                <a:schemeClr val="bg1">
                  <a:lumMod val="50000"/>
                </a:schemeClr>
              </a:solidFill>
              <a:prstDash val="solid"/>
            </a:ln>
            <a:effectLst/>
          </p:spPr>
        </p:cxnSp>
        <p:grpSp>
          <p:nvGrpSpPr>
            <p:cNvPr id="145" name="Groep 144">
              <a:extLst>
                <a:ext uri="{FF2B5EF4-FFF2-40B4-BE49-F238E27FC236}">
                  <a16:creationId xmlns:a16="http://schemas.microsoft.com/office/drawing/2014/main" id="{9C74EC01-0A9F-42E7-A600-3D91A3F1B442}"/>
                </a:ext>
              </a:extLst>
            </p:cNvPr>
            <p:cNvGrpSpPr/>
            <p:nvPr userDrawn="1"/>
          </p:nvGrpSpPr>
          <p:grpSpPr>
            <a:xfrm>
              <a:off x="12751697" y="1147804"/>
              <a:ext cx="289372" cy="314992"/>
              <a:chOff x="7322769" y="-310267"/>
              <a:chExt cx="289372" cy="314992"/>
            </a:xfrm>
          </p:grpSpPr>
          <p:sp>
            <p:nvSpPr>
              <p:cNvPr id="146" name="Rechthoek 145">
                <a:extLst>
                  <a:ext uri="{FF2B5EF4-FFF2-40B4-BE49-F238E27FC236}">
                    <a16:creationId xmlns:a16="http://schemas.microsoft.com/office/drawing/2014/main" id="{1E7FFB0A-3282-4AE0-B8ED-8FCB980FDC06}"/>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sp>
            <p:nvSpPr>
              <p:cNvPr id="147" name="Rechthoek 146">
                <a:extLst>
                  <a:ext uri="{FF2B5EF4-FFF2-40B4-BE49-F238E27FC236}">
                    <a16:creationId xmlns:a16="http://schemas.microsoft.com/office/drawing/2014/main" id="{5AB6B49D-D371-4FC8-B3E8-5C7C81960E13}"/>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sp>
            <p:nvSpPr>
              <p:cNvPr id="148" name="Rechthoek 147">
                <a:extLst>
                  <a:ext uri="{FF2B5EF4-FFF2-40B4-BE49-F238E27FC236}">
                    <a16:creationId xmlns:a16="http://schemas.microsoft.com/office/drawing/2014/main" id="{5AC35588-AF4C-4DBA-ABB8-6EFB4682A32F}"/>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grpSp>
      </p:grpSp>
    </p:spTree>
    <p:extLst>
      <p:ext uri="{BB962C8B-B14F-4D97-AF65-F5344CB8AC3E}">
        <p14:creationId xmlns:p14="http://schemas.microsoft.com/office/powerpoint/2010/main" val="238275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KST / TAB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B23073-572C-4F04-B89A-B107AB932F47}"/>
              </a:ext>
            </a:extLst>
          </p:cNvPr>
          <p:cNvSpPr>
            <a:spLocks noGrp="1"/>
          </p:cNvSpPr>
          <p:nvPr>
            <p:ph type="title" hasCustomPrompt="1"/>
          </p:nvPr>
        </p:nvSpPr>
        <p:spPr/>
        <p:txBody>
          <a:bodyPr/>
          <a:lstStyle>
            <a:lvl1pPr>
              <a:defRPr/>
            </a:lvl1pPr>
          </a:lstStyle>
          <a:p>
            <a:r>
              <a:rPr lang="nl-NL" noProof="0"/>
              <a:t>Voeg hier een titel in</a:t>
            </a:r>
            <a:endParaRPr lang="nl-NL"/>
          </a:p>
        </p:txBody>
      </p:sp>
      <p:sp>
        <p:nvSpPr>
          <p:cNvPr id="3" name="Tijdelijke aanduiding voor verticale tekst 2">
            <a:extLst>
              <a:ext uri="{FF2B5EF4-FFF2-40B4-BE49-F238E27FC236}">
                <a16:creationId xmlns:a16="http://schemas.microsoft.com/office/drawing/2014/main" id="{7C849E55-A25C-4202-801C-0514342EA9C6}"/>
              </a:ext>
            </a:extLst>
          </p:cNvPr>
          <p:cNvSpPr>
            <a:spLocks noGrp="1"/>
          </p:cNvSpPr>
          <p:nvPr>
            <p:ph type="body" orient="vert" idx="1" hasCustomPrompt="1"/>
          </p:nvPr>
        </p:nvSpPr>
        <p:spPr>
          <a:xfrm>
            <a:off x="539999" y="1459112"/>
            <a:ext cx="5015239" cy="4119774"/>
          </a:xfrm>
        </p:spPr>
        <p:txBody>
          <a:bodyPr vert="horz"/>
          <a:lstStyle>
            <a:lvl1pPr marL="285750" indent="-285750">
              <a:buFont typeface="Wingdings" panose="05000000000000000000" pitchFamily="2" charset="2"/>
              <a:buChar char="§"/>
              <a:defRPr/>
            </a:lvl1pPr>
            <a:lvl2pPr>
              <a:defRPr/>
            </a:lvl2pPr>
            <a:lvl3pPr>
              <a:defRPr/>
            </a:lvl3pPr>
            <a:lvl4pPr>
              <a:defRPr/>
            </a:lvl4pPr>
            <a:lvl5pPr>
              <a:defRPr/>
            </a:lvl5pPr>
            <a:lvl6pPr>
              <a:defRPr/>
            </a:lvl6pPr>
            <a:lvl7pPr>
              <a:defRPr/>
            </a:lvl7pPr>
            <a:lvl8pPr>
              <a:defRPr/>
            </a:lvl8pPr>
            <a:lvl9pPr>
              <a:defRPr/>
            </a:lvl9pPr>
          </a:lstStyle>
          <a:p>
            <a:pPr lvl="0"/>
            <a:r>
              <a:rPr lang="nl-NL" noProof="0" err="1"/>
              <a:t>Bullet</a:t>
            </a:r>
            <a:endParaRPr lang="nl-NL" noProof="0"/>
          </a:p>
          <a:p>
            <a:pPr lvl="1"/>
            <a:r>
              <a:rPr lang="nl-NL" noProof="0"/>
              <a:t>Sub-</a:t>
            </a:r>
            <a:r>
              <a:rPr lang="nl-NL" noProof="0" err="1"/>
              <a:t>bullet</a:t>
            </a:r>
            <a:r>
              <a:rPr lang="nl-NL" noProof="0"/>
              <a:t> #1</a:t>
            </a:r>
          </a:p>
          <a:p>
            <a:pPr lvl="2"/>
            <a:r>
              <a:rPr lang="nl-NL" noProof="0"/>
              <a:t>Sub-</a:t>
            </a:r>
            <a:r>
              <a:rPr lang="nl-NL" noProof="0" err="1"/>
              <a:t>bullet</a:t>
            </a:r>
            <a:r>
              <a:rPr lang="nl-NL" noProof="0"/>
              <a:t> #2</a:t>
            </a:r>
          </a:p>
          <a:p>
            <a:pPr lvl="3"/>
            <a:r>
              <a:rPr lang="nl-NL" noProof="0"/>
              <a:t>Leestekst</a:t>
            </a:r>
          </a:p>
          <a:p>
            <a:pPr lvl="4"/>
            <a:r>
              <a:rPr lang="nl-NL" noProof="0"/>
              <a:t>Tussenkop</a:t>
            </a:r>
          </a:p>
          <a:p>
            <a:pPr lvl="5"/>
            <a:r>
              <a:rPr lang="nl-NL" noProof="0"/>
              <a:t>Numerieke </a:t>
            </a:r>
            <a:r>
              <a:rPr lang="nl-NL" noProof="0" err="1"/>
              <a:t>bullet</a:t>
            </a:r>
            <a:endParaRPr lang="nl-NL" noProof="0"/>
          </a:p>
          <a:p>
            <a:pPr lvl="6"/>
            <a:r>
              <a:rPr lang="nl-NL" noProof="0"/>
              <a:t>Alfabetische </a:t>
            </a:r>
            <a:r>
              <a:rPr lang="nl-NL" noProof="0" err="1"/>
              <a:t>bullet</a:t>
            </a:r>
            <a:endParaRPr lang="nl-NL" noProof="0"/>
          </a:p>
          <a:p>
            <a:pPr lvl="7"/>
            <a:r>
              <a:rPr lang="nl-NL" noProof="0"/>
              <a:t>Fotobeschrijving</a:t>
            </a:r>
          </a:p>
          <a:p>
            <a:pPr lvl="8"/>
            <a:r>
              <a:rPr lang="nl-NL" noProof="0"/>
              <a:t>Quote tekst</a:t>
            </a:r>
          </a:p>
          <a:p>
            <a:pPr lvl="4"/>
            <a:endParaRPr lang="nl-NL"/>
          </a:p>
        </p:txBody>
      </p:sp>
      <p:sp>
        <p:nvSpPr>
          <p:cNvPr id="4" name="Tijdelijke aanduiding voor datum 3">
            <a:extLst>
              <a:ext uri="{FF2B5EF4-FFF2-40B4-BE49-F238E27FC236}">
                <a16:creationId xmlns:a16="http://schemas.microsoft.com/office/drawing/2014/main" id="{DABA8B2F-5EFD-4A05-8481-248C853EA1DE}"/>
              </a:ext>
            </a:extLst>
          </p:cNvPr>
          <p:cNvSpPr>
            <a:spLocks noGrp="1"/>
          </p:cNvSpPr>
          <p:nvPr>
            <p:ph type="dt" sz="half" idx="10"/>
          </p:nvPr>
        </p:nvSpPr>
        <p:spPr/>
        <p:txBody>
          <a:bodyPr/>
          <a:lstStyle/>
          <a:p>
            <a:fld id="{D7718EA1-8BFE-4E37-A8A2-A02841416F9E}" type="datetime4">
              <a:rPr lang="nl-NL" smtClean="0"/>
              <a:t>24 oktober 2024</a:t>
            </a:fld>
            <a:endParaRPr lang="nl-NL"/>
          </a:p>
        </p:txBody>
      </p:sp>
      <p:sp>
        <p:nvSpPr>
          <p:cNvPr id="6" name="Tijdelijke aanduiding voor dianummer 5">
            <a:extLst>
              <a:ext uri="{FF2B5EF4-FFF2-40B4-BE49-F238E27FC236}">
                <a16:creationId xmlns:a16="http://schemas.microsoft.com/office/drawing/2014/main" id="{A7656491-ADD5-4A7E-BAFA-5FCFF07D6EB0}"/>
              </a:ext>
            </a:extLst>
          </p:cNvPr>
          <p:cNvSpPr>
            <a:spLocks noGrp="1"/>
          </p:cNvSpPr>
          <p:nvPr>
            <p:ph type="sldNum" sz="quarter" idx="12"/>
          </p:nvPr>
        </p:nvSpPr>
        <p:spPr/>
        <p:txBody>
          <a:bodyPr/>
          <a:lstStyle/>
          <a:p>
            <a:fld id="{8D374ABD-355D-4B52-8A38-020B3DD5CC75}" type="slidenum">
              <a:rPr lang="nl-NL" smtClean="0"/>
              <a:t>‹#›</a:t>
            </a:fld>
            <a:endParaRPr lang="nl-NL"/>
          </a:p>
        </p:txBody>
      </p:sp>
      <p:sp>
        <p:nvSpPr>
          <p:cNvPr id="7" name="Tijdelijke aanduiding voor tekst 32">
            <a:extLst>
              <a:ext uri="{FF2B5EF4-FFF2-40B4-BE49-F238E27FC236}">
                <a16:creationId xmlns:a16="http://schemas.microsoft.com/office/drawing/2014/main" id="{7175F566-3665-4B0F-B70C-72779DF2FDD6}"/>
              </a:ext>
            </a:extLst>
          </p:cNvPr>
          <p:cNvSpPr>
            <a:spLocks noGrp="1"/>
          </p:cNvSpPr>
          <p:nvPr>
            <p:ph type="body" sz="quarter" idx="13" hasCustomPrompt="1"/>
          </p:nvPr>
        </p:nvSpPr>
        <p:spPr>
          <a:xfrm>
            <a:off x="539998" y="839972"/>
            <a:ext cx="11112000" cy="259612"/>
          </a:xfrm>
        </p:spPr>
        <p:txBody>
          <a:bodyPr anchor="ctr"/>
          <a:lstStyle>
            <a:lvl1pPr marL="0" indent="0">
              <a:buNone/>
              <a:defRPr sz="2000" b="0">
                <a:solidFill>
                  <a:schemeClr val="accent1"/>
                </a:solidFill>
              </a:defRPr>
            </a:lvl1pPr>
          </a:lstStyle>
          <a:p>
            <a:pPr lvl="0"/>
            <a:r>
              <a:rPr lang="nl-NL" noProof="0"/>
              <a:t>Voeg hier een subtitel in</a:t>
            </a:r>
          </a:p>
        </p:txBody>
      </p:sp>
      <p:sp>
        <p:nvSpPr>
          <p:cNvPr id="17" name="Tijdelijke aanduiding voor tekst 34">
            <a:extLst>
              <a:ext uri="{FF2B5EF4-FFF2-40B4-BE49-F238E27FC236}">
                <a16:creationId xmlns:a16="http://schemas.microsoft.com/office/drawing/2014/main" id="{9955CEC2-0160-42D3-9E2E-941A4A11119D}"/>
              </a:ext>
            </a:extLst>
          </p:cNvPr>
          <p:cNvSpPr>
            <a:spLocks noGrp="1"/>
          </p:cNvSpPr>
          <p:nvPr>
            <p:ph type="body" sz="quarter" idx="14" hasCustomPrompt="1"/>
          </p:nvPr>
        </p:nvSpPr>
        <p:spPr>
          <a:xfrm>
            <a:off x="539749" y="5758889"/>
            <a:ext cx="11112249" cy="147981"/>
          </a:xfrm>
        </p:spPr>
        <p:txBody>
          <a:bodyPr anchor="b"/>
          <a:lstStyle>
            <a:lvl1pPr marL="0" indent="0">
              <a:buNone/>
              <a:defRPr sz="1000" i="1"/>
            </a:lvl1pPr>
          </a:lstStyle>
          <a:p>
            <a:pPr lvl="0"/>
            <a:r>
              <a:rPr lang="nl-NL" noProof="0"/>
              <a:t>Bron…</a:t>
            </a:r>
          </a:p>
        </p:txBody>
      </p:sp>
      <p:sp>
        <p:nvSpPr>
          <p:cNvPr id="18" name="Rechthoek: afgeronde hoeken 17">
            <a:extLst>
              <a:ext uri="{FF2B5EF4-FFF2-40B4-BE49-F238E27FC236}">
                <a16:creationId xmlns:a16="http://schemas.microsoft.com/office/drawing/2014/main" id="{765A9402-96DA-4D08-A873-873C05E81C86}"/>
              </a:ext>
            </a:extLst>
          </p:cNvPr>
          <p:cNvSpPr/>
          <p:nvPr userDrawn="1"/>
        </p:nvSpPr>
        <p:spPr>
          <a:xfrm>
            <a:off x="3048000" y="-491319"/>
            <a:ext cx="6096000" cy="30025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lvl="0" algn="ctr"/>
            <a:r>
              <a:rPr lang="nl-NL" sz="2800" b="0" cap="all" baseline="0" noProof="0">
                <a:solidFill>
                  <a:schemeClr val="accent1"/>
                </a:solidFill>
                <a:latin typeface="+mn-lt"/>
              </a:rPr>
              <a:t>TEKST / TABEL</a:t>
            </a:r>
          </a:p>
        </p:txBody>
      </p:sp>
      <p:cxnSp>
        <p:nvCxnSpPr>
          <p:cNvPr id="23" name="Rechte verbindingslijn 22">
            <a:extLst>
              <a:ext uri="{FF2B5EF4-FFF2-40B4-BE49-F238E27FC236}">
                <a16:creationId xmlns:a16="http://schemas.microsoft.com/office/drawing/2014/main" id="{F758FBF6-EBB0-4F05-96EB-8AEB1E4BB59E}"/>
              </a:ext>
            </a:extLst>
          </p:cNvPr>
          <p:cNvCxnSpPr>
            <a:cxnSpLocks/>
          </p:cNvCxnSpPr>
          <p:nvPr userDrawn="1"/>
        </p:nvCxnSpPr>
        <p:spPr>
          <a:xfrm>
            <a:off x="6096000" y="1446663"/>
            <a:ext cx="0" cy="4121624"/>
          </a:xfrm>
          <a:prstGeom prst="line">
            <a:avLst/>
          </a:prstGeom>
          <a:ln w="19050" cap="rnd">
            <a:solidFill>
              <a:schemeClr val="accent1"/>
            </a:solidFill>
            <a:prstDash val="solid"/>
            <a:round/>
          </a:ln>
        </p:spPr>
        <p:style>
          <a:lnRef idx="1">
            <a:schemeClr val="accent1"/>
          </a:lnRef>
          <a:fillRef idx="0">
            <a:schemeClr val="accent1"/>
          </a:fillRef>
          <a:effectRef idx="0">
            <a:schemeClr val="accent1"/>
          </a:effectRef>
          <a:fontRef idx="minor">
            <a:schemeClr val="tx1"/>
          </a:fontRef>
        </p:style>
      </p:cxnSp>
      <p:sp>
        <p:nvSpPr>
          <p:cNvPr id="24" name="Tijdelijke aanduiding voor tekst 43">
            <a:extLst>
              <a:ext uri="{FF2B5EF4-FFF2-40B4-BE49-F238E27FC236}">
                <a16:creationId xmlns:a16="http://schemas.microsoft.com/office/drawing/2014/main" id="{E054E093-0CA2-4AA3-9379-A9449CBE767D}"/>
              </a:ext>
            </a:extLst>
          </p:cNvPr>
          <p:cNvSpPr>
            <a:spLocks noGrp="1"/>
          </p:cNvSpPr>
          <p:nvPr>
            <p:ph type="body" sz="quarter" idx="16" hasCustomPrompt="1"/>
          </p:nvPr>
        </p:nvSpPr>
        <p:spPr>
          <a:xfrm>
            <a:off x="540000" y="0"/>
            <a:ext cx="1080000" cy="72000"/>
          </a:xfrm>
          <a:solidFill>
            <a:schemeClr val="accent1"/>
          </a:solidFill>
        </p:spPr>
        <p:txBody>
          <a:bodyPr/>
          <a:lstStyle>
            <a:lvl1pPr marL="0" indent="0">
              <a:buNone/>
              <a:defRPr sz="100">
                <a:solidFill>
                  <a:schemeClr val="bg2"/>
                </a:solidFill>
              </a:defRPr>
            </a:lvl1pPr>
            <a:lvl5pPr>
              <a:defRPr/>
            </a:lvl5pPr>
          </a:lstStyle>
          <a:p>
            <a:pPr lvl="0"/>
            <a:r>
              <a:rPr lang="en-GB"/>
              <a:t> </a:t>
            </a:r>
          </a:p>
        </p:txBody>
      </p:sp>
      <p:sp>
        <p:nvSpPr>
          <p:cNvPr id="13" name="Tijdelijke aanduiding voor tabel 8">
            <a:extLst>
              <a:ext uri="{FF2B5EF4-FFF2-40B4-BE49-F238E27FC236}">
                <a16:creationId xmlns:a16="http://schemas.microsoft.com/office/drawing/2014/main" id="{5E3BB786-F36F-4F8B-9ECF-AA4D9B7F4C0E}"/>
              </a:ext>
            </a:extLst>
          </p:cNvPr>
          <p:cNvSpPr>
            <a:spLocks noGrp="1"/>
          </p:cNvSpPr>
          <p:nvPr>
            <p:ph type="tbl" sz="quarter" idx="17" hasCustomPrompt="1"/>
          </p:nvPr>
        </p:nvSpPr>
        <p:spPr>
          <a:xfrm>
            <a:off x="6636761" y="1459112"/>
            <a:ext cx="5015239" cy="4119774"/>
          </a:xfrm>
          <a:solidFill>
            <a:schemeClr val="bg1">
              <a:lumMod val="95000"/>
            </a:schemeClr>
          </a:solidFill>
        </p:spPr>
        <p:txBody>
          <a:bodyPr tIns="1620000"/>
          <a:lstStyle>
            <a:lvl1pPr marL="0" marR="0" indent="0" algn="ctr" defTabSz="914400" rtl="0" eaLnBrk="1" fontAlgn="auto" latinLnBrk="0" hangingPunct="1">
              <a:lnSpc>
                <a:spcPct val="90000"/>
              </a:lnSpc>
              <a:spcBef>
                <a:spcPts val="500"/>
              </a:spcBef>
              <a:spcAft>
                <a:spcPts val="500"/>
              </a:spcAft>
              <a:buClr>
                <a:schemeClr val="bg2"/>
              </a:buClr>
              <a:buSzTx/>
              <a:buFont typeface="Wingdings" panose="05000000000000000000" pitchFamily="2" charset="2"/>
              <a:buNone/>
              <a:tabLst/>
              <a:defRPr sz="1200" i="1">
                <a:solidFill>
                  <a:schemeClr val="bg1">
                    <a:lumMod val="50000"/>
                  </a:schemeClr>
                </a:solidFill>
              </a:defRPr>
            </a:lvl1pPr>
          </a:lstStyle>
          <a:p>
            <a:pPr marL="0" marR="0" lvl="0" indent="0" algn="ctr" defTabSz="914400" rtl="0" eaLnBrk="1" fontAlgn="auto" latinLnBrk="0" hangingPunct="1">
              <a:lnSpc>
                <a:spcPct val="90000"/>
              </a:lnSpc>
              <a:spcBef>
                <a:spcPts val="500"/>
              </a:spcBef>
              <a:spcAft>
                <a:spcPts val="500"/>
              </a:spcAft>
              <a:buClr>
                <a:schemeClr val="bg2"/>
              </a:buClr>
              <a:buSzTx/>
              <a:buFont typeface="Wingdings" panose="05000000000000000000" pitchFamily="2" charset="2"/>
              <a:buNone/>
              <a:tabLst/>
              <a:defRPr/>
            </a:pPr>
            <a:r>
              <a:rPr lang="nl-NL" noProof="0"/>
              <a:t>Klik op onderstaand pictogram om een tabel in te voegen</a:t>
            </a:r>
          </a:p>
        </p:txBody>
      </p:sp>
    </p:spTree>
    <p:extLst>
      <p:ext uri="{BB962C8B-B14F-4D97-AF65-F5344CB8AC3E}">
        <p14:creationId xmlns:p14="http://schemas.microsoft.com/office/powerpoint/2010/main" val="3408081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KST / TABEL 2X">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B23073-572C-4F04-B89A-B107AB932F47}"/>
              </a:ext>
            </a:extLst>
          </p:cNvPr>
          <p:cNvSpPr>
            <a:spLocks noGrp="1"/>
          </p:cNvSpPr>
          <p:nvPr>
            <p:ph type="title" hasCustomPrompt="1"/>
          </p:nvPr>
        </p:nvSpPr>
        <p:spPr/>
        <p:txBody>
          <a:bodyPr/>
          <a:lstStyle>
            <a:lvl1pPr>
              <a:defRPr/>
            </a:lvl1pPr>
          </a:lstStyle>
          <a:p>
            <a:r>
              <a:rPr lang="nl-NL" noProof="0"/>
              <a:t>Voeg hier een titel in</a:t>
            </a:r>
            <a:endParaRPr lang="nl-NL"/>
          </a:p>
        </p:txBody>
      </p:sp>
      <p:sp>
        <p:nvSpPr>
          <p:cNvPr id="3" name="Tijdelijke aanduiding voor verticale tekst 2">
            <a:extLst>
              <a:ext uri="{FF2B5EF4-FFF2-40B4-BE49-F238E27FC236}">
                <a16:creationId xmlns:a16="http://schemas.microsoft.com/office/drawing/2014/main" id="{7C849E55-A25C-4202-801C-0514342EA9C6}"/>
              </a:ext>
            </a:extLst>
          </p:cNvPr>
          <p:cNvSpPr>
            <a:spLocks noGrp="1"/>
          </p:cNvSpPr>
          <p:nvPr>
            <p:ph type="body" orient="vert" idx="1" hasCustomPrompt="1"/>
          </p:nvPr>
        </p:nvSpPr>
        <p:spPr>
          <a:xfrm>
            <a:off x="539999" y="1459112"/>
            <a:ext cx="5015239" cy="4119774"/>
          </a:xfrm>
        </p:spPr>
        <p:txBody>
          <a:bodyPr vert="horz"/>
          <a:lstStyle>
            <a:lvl1pPr marL="285750" indent="-285750">
              <a:buFont typeface="Wingdings" panose="05000000000000000000" pitchFamily="2" charset="2"/>
              <a:buChar char="§"/>
              <a:defRPr/>
            </a:lvl1pPr>
            <a:lvl2pPr>
              <a:defRPr/>
            </a:lvl2pPr>
            <a:lvl3pPr>
              <a:defRPr/>
            </a:lvl3pPr>
            <a:lvl4pPr>
              <a:defRPr/>
            </a:lvl4pPr>
            <a:lvl5pPr>
              <a:defRPr/>
            </a:lvl5pPr>
            <a:lvl6pPr>
              <a:defRPr/>
            </a:lvl6pPr>
            <a:lvl7pPr>
              <a:defRPr/>
            </a:lvl7pPr>
            <a:lvl8pPr>
              <a:defRPr/>
            </a:lvl8pPr>
            <a:lvl9pPr>
              <a:defRPr/>
            </a:lvl9pPr>
          </a:lstStyle>
          <a:p>
            <a:pPr lvl="0"/>
            <a:r>
              <a:rPr lang="nl-NL" noProof="0" err="1"/>
              <a:t>Bullet</a:t>
            </a:r>
            <a:endParaRPr lang="nl-NL" noProof="0"/>
          </a:p>
          <a:p>
            <a:pPr lvl="1"/>
            <a:r>
              <a:rPr lang="nl-NL" noProof="0"/>
              <a:t>Sub-</a:t>
            </a:r>
            <a:r>
              <a:rPr lang="nl-NL" noProof="0" err="1"/>
              <a:t>bullet</a:t>
            </a:r>
            <a:r>
              <a:rPr lang="nl-NL" noProof="0"/>
              <a:t> #1</a:t>
            </a:r>
          </a:p>
          <a:p>
            <a:pPr lvl="2"/>
            <a:r>
              <a:rPr lang="nl-NL" noProof="0"/>
              <a:t>Sub-</a:t>
            </a:r>
            <a:r>
              <a:rPr lang="nl-NL" noProof="0" err="1"/>
              <a:t>bullet</a:t>
            </a:r>
            <a:r>
              <a:rPr lang="nl-NL" noProof="0"/>
              <a:t> #2</a:t>
            </a:r>
          </a:p>
          <a:p>
            <a:pPr lvl="3"/>
            <a:r>
              <a:rPr lang="nl-NL" noProof="0"/>
              <a:t>Leestekst</a:t>
            </a:r>
          </a:p>
          <a:p>
            <a:pPr lvl="4"/>
            <a:r>
              <a:rPr lang="nl-NL" noProof="0"/>
              <a:t>Tussenkop</a:t>
            </a:r>
          </a:p>
          <a:p>
            <a:pPr lvl="5"/>
            <a:r>
              <a:rPr lang="nl-NL" noProof="0"/>
              <a:t>Numerieke </a:t>
            </a:r>
            <a:r>
              <a:rPr lang="nl-NL" noProof="0" err="1"/>
              <a:t>bullet</a:t>
            </a:r>
            <a:endParaRPr lang="nl-NL" noProof="0"/>
          </a:p>
          <a:p>
            <a:pPr lvl="6"/>
            <a:r>
              <a:rPr lang="nl-NL" noProof="0"/>
              <a:t>Alfabetische </a:t>
            </a:r>
            <a:r>
              <a:rPr lang="nl-NL" noProof="0" err="1"/>
              <a:t>bullet</a:t>
            </a:r>
            <a:endParaRPr lang="nl-NL" noProof="0"/>
          </a:p>
          <a:p>
            <a:pPr lvl="7"/>
            <a:r>
              <a:rPr lang="nl-NL" noProof="0"/>
              <a:t>Fotobeschrijving</a:t>
            </a:r>
          </a:p>
          <a:p>
            <a:pPr lvl="8"/>
            <a:r>
              <a:rPr lang="nl-NL" noProof="0"/>
              <a:t>Quote tekst</a:t>
            </a:r>
          </a:p>
          <a:p>
            <a:pPr lvl="4"/>
            <a:endParaRPr lang="nl-NL"/>
          </a:p>
        </p:txBody>
      </p:sp>
      <p:sp>
        <p:nvSpPr>
          <p:cNvPr id="4" name="Tijdelijke aanduiding voor datum 3">
            <a:extLst>
              <a:ext uri="{FF2B5EF4-FFF2-40B4-BE49-F238E27FC236}">
                <a16:creationId xmlns:a16="http://schemas.microsoft.com/office/drawing/2014/main" id="{DABA8B2F-5EFD-4A05-8481-248C853EA1DE}"/>
              </a:ext>
            </a:extLst>
          </p:cNvPr>
          <p:cNvSpPr>
            <a:spLocks noGrp="1"/>
          </p:cNvSpPr>
          <p:nvPr>
            <p:ph type="dt" sz="half" idx="10"/>
          </p:nvPr>
        </p:nvSpPr>
        <p:spPr/>
        <p:txBody>
          <a:bodyPr/>
          <a:lstStyle/>
          <a:p>
            <a:fld id="{FCBEE64A-0FD2-47BB-B846-D9F95349CF13}" type="datetime4">
              <a:rPr lang="nl-NL" smtClean="0"/>
              <a:t>24 oktober 2024</a:t>
            </a:fld>
            <a:endParaRPr lang="nl-NL"/>
          </a:p>
        </p:txBody>
      </p:sp>
      <p:sp>
        <p:nvSpPr>
          <p:cNvPr id="6" name="Tijdelijke aanduiding voor dianummer 5">
            <a:extLst>
              <a:ext uri="{FF2B5EF4-FFF2-40B4-BE49-F238E27FC236}">
                <a16:creationId xmlns:a16="http://schemas.microsoft.com/office/drawing/2014/main" id="{A7656491-ADD5-4A7E-BAFA-5FCFF07D6EB0}"/>
              </a:ext>
            </a:extLst>
          </p:cNvPr>
          <p:cNvSpPr>
            <a:spLocks noGrp="1"/>
          </p:cNvSpPr>
          <p:nvPr>
            <p:ph type="sldNum" sz="quarter" idx="12"/>
          </p:nvPr>
        </p:nvSpPr>
        <p:spPr/>
        <p:txBody>
          <a:bodyPr/>
          <a:lstStyle/>
          <a:p>
            <a:fld id="{8D374ABD-355D-4B52-8A38-020B3DD5CC75}" type="slidenum">
              <a:rPr lang="nl-NL" smtClean="0"/>
              <a:t>‹#›</a:t>
            </a:fld>
            <a:endParaRPr lang="nl-NL"/>
          </a:p>
        </p:txBody>
      </p:sp>
      <p:sp>
        <p:nvSpPr>
          <p:cNvPr id="7" name="Tijdelijke aanduiding voor tekst 32">
            <a:extLst>
              <a:ext uri="{FF2B5EF4-FFF2-40B4-BE49-F238E27FC236}">
                <a16:creationId xmlns:a16="http://schemas.microsoft.com/office/drawing/2014/main" id="{7175F566-3665-4B0F-B70C-72779DF2FDD6}"/>
              </a:ext>
            </a:extLst>
          </p:cNvPr>
          <p:cNvSpPr>
            <a:spLocks noGrp="1"/>
          </p:cNvSpPr>
          <p:nvPr>
            <p:ph type="body" sz="quarter" idx="13" hasCustomPrompt="1"/>
          </p:nvPr>
        </p:nvSpPr>
        <p:spPr>
          <a:xfrm>
            <a:off x="539998" y="839972"/>
            <a:ext cx="11112000" cy="259612"/>
          </a:xfrm>
        </p:spPr>
        <p:txBody>
          <a:bodyPr anchor="ctr"/>
          <a:lstStyle>
            <a:lvl1pPr marL="0" indent="0">
              <a:buNone/>
              <a:defRPr sz="2000" b="0">
                <a:solidFill>
                  <a:schemeClr val="accent1"/>
                </a:solidFill>
              </a:defRPr>
            </a:lvl1pPr>
          </a:lstStyle>
          <a:p>
            <a:pPr lvl="0"/>
            <a:r>
              <a:rPr lang="nl-NL" noProof="0"/>
              <a:t>Voeg hier een subtitel in</a:t>
            </a:r>
          </a:p>
        </p:txBody>
      </p:sp>
      <p:sp>
        <p:nvSpPr>
          <p:cNvPr id="17" name="Tijdelijke aanduiding voor tekst 34">
            <a:extLst>
              <a:ext uri="{FF2B5EF4-FFF2-40B4-BE49-F238E27FC236}">
                <a16:creationId xmlns:a16="http://schemas.microsoft.com/office/drawing/2014/main" id="{9955CEC2-0160-42D3-9E2E-941A4A11119D}"/>
              </a:ext>
            </a:extLst>
          </p:cNvPr>
          <p:cNvSpPr>
            <a:spLocks noGrp="1"/>
          </p:cNvSpPr>
          <p:nvPr>
            <p:ph type="body" sz="quarter" idx="14" hasCustomPrompt="1"/>
          </p:nvPr>
        </p:nvSpPr>
        <p:spPr>
          <a:xfrm>
            <a:off x="539749" y="5758889"/>
            <a:ext cx="11112249" cy="147981"/>
          </a:xfrm>
        </p:spPr>
        <p:txBody>
          <a:bodyPr anchor="b"/>
          <a:lstStyle>
            <a:lvl1pPr marL="0" indent="0">
              <a:buNone/>
              <a:defRPr sz="1000" i="1"/>
            </a:lvl1pPr>
          </a:lstStyle>
          <a:p>
            <a:pPr lvl="0"/>
            <a:r>
              <a:rPr lang="nl-NL" noProof="0"/>
              <a:t>Bron…</a:t>
            </a:r>
          </a:p>
        </p:txBody>
      </p:sp>
      <p:sp>
        <p:nvSpPr>
          <p:cNvPr id="18" name="Rechthoek: afgeronde hoeken 17">
            <a:extLst>
              <a:ext uri="{FF2B5EF4-FFF2-40B4-BE49-F238E27FC236}">
                <a16:creationId xmlns:a16="http://schemas.microsoft.com/office/drawing/2014/main" id="{765A9402-96DA-4D08-A873-873C05E81C86}"/>
              </a:ext>
            </a:extLst>
          </p:cNvPr>
          <p:cNvSpPr/>
          <p:nvPr userDrawn="1"/>
        </p:nvSpPr>
        <p:spPr>
          <a:xfrm>
            <a:off x="3048000" y="-491319"/>
            <a:ext cx="6096000" cy="30025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lvl="0" algn="ctr"/>
            <a:r>
              <a:rPr lang="nl-NL" sz="2800" b="0" cap="all" baseline="0" noProof="0">
                <a:solidFill>
                  <a:schemeClr val="accent1"/>
                </a:solidFill>
                <a:latin typeface="+mn-lt"/>
              </a:rPr>
              <a:t>TEKST / TABEL 2X</a:t>
            </a:r>
          </a:p>
        </p:txBody>
      </p:sp>
      <p:cxnSp>
        <p:nvCxnSpPr>
          <p:cNvPr id="23" name="Rechte verbindingslijn 22">
            <a:extLst>
              <a:ext uri="{FF2B5EF4-FFF2-40B4-BE49-F238E27FC236}">
                <a16:creationId xmlns:a16="http://schemas.microsoft.com/office/drawing/2014/main" id="{F758FBF6-EBB0-4F05-96EB-8AEB1E4BB59E}"/>
              </a:ext>
            </a:extLst>
          </p:cNvPr>
          <p:cNvCxnSpPr>
            <a:cxnSpLocks/>
          </p:cNvCxnSpPr>
          <p:nvPr userDrawn="1"/>
        </p:nvCxnSpPr>
        <p:spPr>
          <a:xfrm>
            <a:off x="6096000" y="1446663"/>
            <a:ext cx="0" cy="4121624"/>
          </a:xfrm>
          <a:prstGeom prst="line">
            <a:avLst/>
          </a:prstGeom>
          <a:ln w="19050" cap="rnd">
            <a:solidFill>
              <a:schemeClr val="accent1"/>
            </a:solidFill>
            <a:prstDash val="solid"/>
            <a:round/>
          </a:ln>
        </p:spPr>
        <p:style>
          <a:lnRef idx="1">
            <a:schemeClr val="accent1"/>
          </a:lnRef>
          <a:fillRef idx="0">
            <a:schemeClr val="accent1"/>
          </a:fillRef>
          <a:effectRef idx="0">
            <a:schemeClr val="accent1"/>
          </a:effectRef>
          <a:fontRef idx="minor">
            <a:schemeClr val="tx1"/>
          </a:fontRef>
        </p:style>
      </p:cxnSp>
      <p:sp>
        <p:nvSpPr>
          <p:cNvPr id="24" name="Tijdelijke aanduiding voor tekst 43">
            <a:extLst>
              <a:ext uri="{FF2B5EF4-FFF2-40B4-BE49-F238E27FC236}">
                <a16:creationId xmlns:a16="http://schemas.microsoft.com/office/drawing/2014/main" id="{E054E093-0CA2-4AA3-9379-A9449CBE767D}"/>
              </a:ext>
            </a:extLst>
          </p:cNvPr>
          <p:cNvSpPr>
            <a:spLocks noGrp="1"/>
          </p:cNvSpPr>
          <p:nvPr>
            <p:ph type="body" sz="quarter" idx="16" hasCustomPrompt="1"/>
          </p:nvPr>
        </p:nvSpPr>
        <p:spPr>
          <a:xfrm>
            <a:off x="540000" y="0"/>
            <a:ext cx="1080000" cy="72000"/>
          </a:xfrm>
          <a:solidFill>
            <a:schemeClr val="accent1"/>
          </a:solidFill>
        </p:spPr>
        <p:txBody>
          <a:bodyPr/>
          <a:lstStyle>
            <a:lvl1pPr marL="0" indent="0">
              <a:buNone/>
              <a:defRPr sz="100">
                <a:solidFill>
                  <a:schemeClr val="bg2"/>
                </a:solidFill>
              </a:defRPr>
            </a:lvl1pPr>
            <a:lvl5pPr>
              <a:defRPr/>
            </a:lvl5pPr>
          </a:lstStyle>
          <a:p>
            <a:pPr lvl="0"/>
            <a:r>
              <a:rPr lang="en-GB"/>
              <a:t> </a:t>
            </a:r>
          </a:p>
        </p:txBody>
      </p:sp>
      <p:sp>
        <p:nvSpPr>
          <p:cNvPr id="13" name="Tijdelijke aanduiding voor tabel 8">
            <a:extLst>
              <a:ext uri="{FF2B5EF4-FFF2-40B4-BE49-F238E27FC236}">
                <a16:creationId xmlns:a16="http://schemas.microsoft.com/office/drawing/2014/main" id="{5E3BB786-F36F-4F8B-9ECF-AA4D9B7F4C0E}"/>
              </a:ext>
            </a:extLst>
          </p:cNvPr>
          <p:cNvSpPr>
            <a:spLocks noGrp="1"/>
          </p:cNvSpPr>
          <p:nvPr>
            <p:ph type="tbl" sz="quarter" idx="17" hasCustomPrompt="1"/>
          </p:nvPr>
        </p:nvSpPr>
        <p:spPr>
          <a:xfrm>
            <a:off x="6636761" y="1459112"/>
            <a:ext cx="5015239" cy="1878839"/>
          </a:xfrm>
          <a:solidFill>
            <a:schemeClr val="bg1">
              <a:lumMod val="95000"/>
            </a:schemeClr>
          </a:solidFill>
        </p:spPr>
        <p:txBody>
          <a:bodyPr tIns="504000"/>
          <a:lstStyle>
            <a:lvl1pPr marL="0" marR="0" indent="0" algn="ctr" defTabSz="914400" rtl="0" eaLnBrk="1" fontAlgn="auto" latinLnBrk="0" hangingPunct="1">
              <a:lnSpc>
                <a:spcPct val="90000"/>
              </a:lnSpc>
              <a:spcBef>
                <a:spcPts val="500"/>
              </a:spcBef>
              <a:spcAft>
                <a:spcPts val="500"/>
              </a:spcAft>
              <a:buClr>
                <a:schemeClr val="bg2"/>
              </a:buClr>
              <a:buSzTx/>
              <a:buFont typeface="Wingdings" panose="05000000000000000000" pitchFamily="2" charset="2"/>
              <a:buNone/>
              <a:tabLst/>
              <a:defRPr sz="1200" i="1">
                <a:solidFill>
                  <a:schemeClr val="bg1">
                    <a:lumMod val="50000"/>
                  </a:schemeClr>
                </a:solidFill>
              </a:defRPr>
            </a:lvl1pPr>
          </a:lstStyle>
          <a:p>
            <a:pPr marL="0" marR="0" lvl="0" indent="0" algn="ctr" defTabSz="914400" rtl="0" eaLnBrk="1" fontAlgn="auto" latinLnBrk="0" hangingPunct="1">
              <a:lnSpc>
                <a:spcPct val="90000"/>
              </a:lnSpc>
              <a:spcBef>
                <a:spcPts val="500"/>
              </a:spcBef>
              <a:spcAft>
                <a:spcPts val="500"/>
              </a:spcAft>
              <a:buClr>
                <a:schemeClr val="bg2"/>
              </a:buClr>
              <a:buSzTx/>
              <a:buFont typeface="Wingdings" panose="05000000000000000000" pitchFamily="2" charset="2"/>
              <a:buNone/>
              <a:tabLst/>
              <a:defRPr/>
            </a:pPr>
            <a:r>
              <a:rPr lang="nl-NL" noProof="0"/>
              <a:t>Klik op onderstaand pictogram om een tabel in te voegen</a:t>
            </a:r>
          </a:p>
        </p:txBody>
      </p:sp>
      <p:grpSp>
        <p:nvGrpSpPr>
          <p:cNvPr id="14" name="GRID" hidden="1">
            <a:extLst>
              <a:ext uri="{FF2B5EF4-FFF2-40B4-BE49-F238E27FC236}">
                <a16:creationId xmlns:a16="http://schemas.microsoft.com/office/drawing/2014/main" id="{5DA96321-4290-48B4-9E31-25979D37A4BF}"/>
              </a:ext>
            </a:extLst>
          </p:cNvPr>
          <p:cNvGrpSpPr/>
          <p:nvPr userDrawn="1"/>
        </p:nvGrpSpPr>
        <p:grpSpPr>
          <a:xfrm>
            <a:off x="0" y="0"/>
            <a:ext cx="12192000" cy="6858000"/>
            <a:chOff x="0" y="0"/>
            <a:chExt cx="12192000" cy="6858000"/>
          </a:xfrm>
          <a:solidFill>
            <a:schemeClr val="tx1">
              <a:alpha val="30000"/>
            </a:schemeClr>
          </a:solidFill>
        </p:grpSpPr>
        <p:sp>
          <p:nvSpPr>
            <p:cNvPr id="15" name="Rechthoek 14">
              <a:extLst>
                <a:ext uri="{FF2B5EF4-FFF2-40B4-BE49-F238E27FC236}">
                  <a16:creationId xmlns:a16="http://schemas.microsoft.com/office/drawing/2014/main" id="{CB122825-8A60-40A8-B68A-699C82DDB342}"/>
                </a:ext>
              </a:extLst>
            </p:cNvPr>
            <p:cNvSpPr/>
            <p:nvPr userDrawn="1"/>
          </p:nvSpPr>
          <p:spPr>
            <a:xfrm>
              <a:off x="0" y="0"/>
              <a:ext cx="12192000" cy="5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6" name="Rechthoek 15">
              <a:extLst>
                <a:ext uri="{FF2B5EF4-FFF2-40B4-BE49-F238E27FC236}">
                  <a16:creationId xmlns:a16="http://schemas.microsoft.com/office/drawing/2014/main" id="{1120589F-D38A-4032-9F9B-3C5979236C42}"/>
                </a:ext>
              </a:extLst>
            </p:cNvPr>
            <p:cNvSpPr/>
            <p:nvPr userDrawn="1"/>
          </p:nvSpPr>
          <p:spPr>
            <a:xfrm>
              <a:off x="0"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9" name="Rechthoek 18">
              <a:extLst>
                <a:ext uri="{FF2B5EF4-FFF2-40B4-BE49-F238E27FC236}">
                  <a16:creationId xmlns:a16="http://schemas.microsoft.com/office/drawing/2014/main" id="{4A81EAD3-7EF1-4206-98D8-337B2A55A2B6}"/>
                </a:ext>
              </a:extLst>
            </p:cNvPr>
            <p:cNvSpPr/>
            <p:nvPr userDrawn="1"/>
          </p:nvSpPr>
          <p:spPr>
            <a:xfrm>
              <a:off x="11652000"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0" name="Rechthoek 19">
              <a:extLst>
                <a:ext uri="{FF2B5EF4-FFF2-40B4-BE49-F238E27FC236}">
                  <a16:creationId xmlns:a16="http://schemas.microsoft.com/office/drawing/2014/main" id="{A25CA14D-A742-4DC9-8077-66CC72097644}"/>
                </a:ext>
              </a:extLst>
            </p:cNvPr>
            <p:cNvSpPr/>
            <p:nvPr userDrawn="1"/>
          </p:nvSpPr>
          <p:spPr>
            <a:xfrm>
              <a:off x="0" y="1099111"/>
              <a:ext cx="12192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1" name="Rechthoek 20">
              <a:extLst>
                <a:ext uri="{FF2B5EF4-FFF2-40B4-BE49-F238E27FC236}">
                  <a16:creationId xmlns:a16="http://schemas.microsoft.com/office/drawing/2014/main" id="{CAEF66F7-FC99-4573-9A51-A226686CDB3A}"/>
                </a:ext>
              </a:extLst>
            </p:cNvPr>
            <p:cNvSpPr/>
            <p:nvPr userDrawn="1"/>
          </p:nvSpPr>
          <p:spPr>
            <a:xfrm>
              <a:off x="0" y="6678000"/>
              <a:ext cx="12192000" cy="18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2" name="Rechthoek 21">
              <a:extLst>
                <a:ext uri="{FF2B5EF4-FFF2-40B4-BE49-F238E27FC236}">
                  <a16:creationId xmlns:a16="http://schemas.microsoft.com/office/drawing/2014/main" id="{BF22E5F8-A866-4ECF-91EE-0FD2C05EA447}"/>
                </a:ext>
              </a:extLst>
            </p:cNvPr>
            <p:cNvSpPr/>
            <p:nvPr userDrawn="1"/>
          </p:nvSpPr>
          <p:spPr>
            <a:xfrm>
              <a:off x="0" y="5906871"/>
              <a:ext cx="12192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5" name="Rechthoek 24">
              <a:extLst>
                <a:ext uri="{FF2B5EF4-FFF2-40B4-BE49-F238E27FC236}">
                  <a16:creationId xmlns:a16="http://schemas.microsoft.com/office/drawing/2014/main" id="{141661C6-CEAA-4E71-877D-AFF8F9DA6F63}"/>
                </a:ext>
              </a:extLst>
            </p:cNvPr>
            <p:cNvSpPr/>
            <p:nvPr userDrawn="1"/>
          </p:nvSpPr>
          <p:spPr>
            <a:xfrm>
              <a:off x="0" y="6295673"/>
              <a:ext cx="12192000" cy="18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6" name="Rechthoek 25">
              <a:extLst>
                <a:ext uri="{FF2B5EF4-FFF2-40B4-BE49-F238E27FC236}">
                  <a16:creationId xmlns:a16="http://schemas.microsoft.com/office/drawing/2014/main" id="{106EF57B-5E81-4FFE-B917-76EE3E50BDBE}"/>
                </a:ext>
              </a:extLst>
            </p:cNvPr>
            <p:cNvSpPr/>
            <p:nvPr userDrawn="1"/>
          </p:nvSpPr>
          <p:spPr>
            <a:xfrm>
              <a:off x="0" y="5578887"/>
              <a:ext cx="12192000" cy="18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7" name="Rechthoek 26">
              <a:extLst>
                <a:ext uri="{FF2B5EF4-FFF2-40B4-BE49-F238E27FC236}">
                  <a16:creationId xmlns:a16="http://schemas.microsoft.com/office/drawing/2014/main" id="{206D8710-A5DB-4198-83DC-F4CAD94EB907}"/>
                </a:ext>
              </a:extLst>
            </p:cNvPr>
            <p:cNvSpPr/>
            <p:nvPr userDrawn="1"/>
          </p:nvSpPr>
          <p:spPr>
            <a:xfrm>
              <a:off x="12024980" y="0"/>
              <a:ext cx="16702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8" name="Rechthoek 27">
              <a:extLst>
                <a:ext uri="{FF2B5EF4-FFF2-40B4-BE49-F238E27FC236}">
                  <a16:creationId xmlns:a16="http://schemas.microsoft.com/office/drawing/2014/main" id="{A018895F-81C7-4C74-825A-4F37B0F61DC9}"/>
                </a:ext>
              </a:extLst>
            </p:cNvPr>
            <p:cNvSpPr/>
            <p:nvPr userDrawn="1"/>
          </p:nvSpPr>
          <p:spPr>
            <a:xfrm>
              <a:off x="0" y="0"/>
              <a:ext cx="16702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9" name="Rechthoek 28">
              <a:extLst>
                <a:ext uri="{FF2B5EF4-FFF2-40B4-BE49-F238E27FC236}">
                  <a16:creationId xmlns:a16="http://schemas.microsoft.com/office/drawing/2014/main" id="{1D2962F3-C415-4096-9444-8FD161521935}"/>
                </a:ext>
              </a:extLst>
            </p:cNvPr>
            <p:cNvSpPr/>
            <p:nvPr userDrawn="1"/>
          </p:nvSpPr>
          <p:spPr>
            <a:xfrm>
              <a:off x="6095744"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30" name="Rechthoek 29">
              <a:extLst>
                <a:ext uri="{FF2B5EF4-FFF2-40B4-BE49-F238E27FC236}">
                  <a16:creationId xmlns:a16="http://schemas.microsoft.com/office/drawing/2014/main" id="{AED4D8FD-078B-47B8-B991-58C716DDE36D}"/>
                </a:ext>
              </a:extLst>
            </p:cNvPr>
            <p:cNvSpPr/>
            <p:nvPr userDrawn="1"/>
          </p:nvSpPr>
          <p:spPr>
            <a:xfrm>
              <a:off x="5555744"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31" name="Rechthoek 30">
              <a:extLst>
                <a:ext uri="{FF2B5EF4-FFF2-40B4-BE49-F238E27FC236}">
                  <a16:creationId xmlns:a16="http://schemas.microsoft.com/office/drawing/2014/main" id="{AA783331-7115-4DED-99F6-A20C4CD37FBB}"/>
                </a:ext>
              </a:extLst>
            </p:cNvPr>
            <p:cNvSpPr/>
            <p:nvPr userDrawn="1"/>
          </p:nvSpPr>
          <p:spPr>
            <a:xfrm>
              <a:off x="5555238" y="3338999"/>
              <a:ext cx="6636762"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sp>
        <p:nvSpPr>
          <p:cNvPr id="32" name="Tijdelijke aanduiding voor tabel 8">
            <a:extLst>
              <a:ext uri="{FF2B5EF4-FFF2-40B4-BE49-F238E27FC236}">
                <a16:creationId xmlns:a16="http://schemas.microsoft.com/office/drawing/2014/main" id="{1791F0C3-BE15-409D-9204-AB5C32387DBC}"/>
              </a:ext>
            </a:extLst>
          </p:cNvPr>
          <p:cNvSpPr>
            <a:spLocks noGrp="1"/>
          </p:cNvSpPr>
          <p:nvPr>
            <p:ph type="tbl" sz="quarter" idx="18" hasCustomPrompt="1"/>
          </p:nvPr>
        </p:nvSpPr>
        <p:spPr>
          <a:xfrm>
            <a:off x="6636761" y="3699000"/>
            <a:ext cx="5015239" cy="1878839"/>
          </a:xfrm>
          <a:solidFill>
            <a:schemeClr val="bg1">
              <a:lumMod val="95000"/>
            </a:schemeClr>
          </a:solidFill>
        </p:spPr>
        <p:txBody>
          <a:bodyPr tIns="504000"/>
          <a:lstStyle>
            <a:lvl1pPr marL="0" marR="0" indent="0" algn="ctr" defTabSz="914400" rtl="0" eaLnBrk="1" fontAlgn="auto" latinLnBrk="0" hangingPunct="1">
              <a:lnSpc>
                <a:spcPct val="90000"/>
              </a:lnSpc>
              <a:spcBef>
                <a:spcPts val="500"/>
              </a:spcBef>
              <a:spcAft>
                <a:spcPts val="500"/>
              </a:spcAft>
              <a:buClr>
                <a:schemeClr val="bg2"/>
              </a:buClr>
              <a:buSzTx/>
              <a:buFont typeface="Wingdings" panose="05000000000000000000" pitchFamily="2" charset="2"/>
              <a:buNone/>
              <a:tabLst/>
              <a:defRPr sz="1200" i="1">
                <a:solidFill>
                  <a:schemeClr val="bg1">
                    <a:lumMod val="50000"/>
                  </a:schemeClr>
                </a:solidFill>
              </a:defRPr>
            </a:lvl1pPr>
          </a:lstStyle>
          <a:p>
            <a:pPr marL="0" marR="0" lvl="0" indent="0" algn="ctr" defTabSz="914400" rtl="0" eaLnBrk="1" fontAlgn="auto" latinLnBrk="0" hangingPunct="1">
              <a:lnSpc>
                <a:spcPct val="90000"/>
              </a:lnSpc>
              <a:spcBef>
                <a:spcPts val="500"/>
              </a:spcBef>
              <a:spcAft>
                <a:spcPts val="500"/>
              </a:spcAft>
              <a:buClr>
                <a:schemeClr val="bg2"/>
              </a:buClr>
              <a:buSzTx/>
              <a:buFont typeface="Wingdings" panose="05000000000000000000" pitchFamily="2" charset="2"/>
              <a:buNone/>
              <a:tabLst/>
              <a:defRPr/>
            </a:pPr>
            <a:r>
              <a:rPr lang="nl-NL" noProof="0"/>
              <a:t>Klik op onderstaand pictogram om een tabel in te voegen</a:t>
            </a:r>
          </a:p>
        </p:txBody>
      </p:sp>
    </p:spTree>
    <p:extLst>
      <p:ext uri="{BB962C8B-B14F-4D97-AF65-F5344CB8AC3E}">
        <p14:creationId xmlns:p14="http://schemas.microsoft.com/office/powerpoint/2010/main" val="3001376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KST / TABEL 4X">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B23073-572C-4F04-B89A-B107AB932F47}"/>
              </a:ext>
            </a:extLst>
          </p:cNvPr>
          <p:cNvSpPr>
            <a:spLocks noGrp="1"/>
          </p:cNvSpPr>
          <p:nvPr>
            <p:ph type="title" hasCustomPrompt="1"/>
          </p:nvPr>
        </p:nvSpPr>
        <p:spPr/>
        <p:txBody>
          <a:bodyPr/>
          <a:lstStyle>
            <a:lvl1pPr>
              <a:defRPr/>
            </a:lvl1pPr>
          </a:lstStyle>
          <a:p>
            <a:r>
              <a:rPr lang="nl-NL" noProof="0"/>
              <a:t>Voeg hier een titel in</a:t>
            </a:r>
            <a:endParaRPr lang="nl-NL"/>
          </a:p>
        </p:txBody>
      </p:sp>
      <p:sp>
        <p:nvSpPr>
          <p:cNvPr id="3" name="Tijdelijke aanduiding voor verticale tekst 2">
            <a:extLst>
              <a:ext uri="{FF2B5EF4-FFF2-40B4-BE49-F238E27FC236}">
                <a16:creationId xmlns:a16="http://schemas.microsoft.com/office/drawing/2014/main" id="{7C849E55-A25C-4202-801C-0514342EA9C6}"/>
              </a:ext>
            </a:extLst>
          </p:cNvPr>
          <p:cNvSpPr>
            <a:spLocks noGrp="1"/>
          </p:cNvSpPr>
          <p:nvPr>
            <p:ph type="body" orient="vert" idx="1" hasCustomPrompt="1"/>
          </p:nvPr>
        </p:nvSpPr>
        <p:spPr>
          <a:xfrm>
            <a:off x="540000" y="1459112"/>
            <a:ext cx="3934476" cy="4119774"/>
          </a:xfrm>
        </p:spPr>
        <p:txBody>
          <a:bodyPr vert="horz"/>
          <a:lstStyle>
            <a:lvl1pPr marL="285750" indent="-285750">
              <a:buFont typeface="Wingdings" panose="05000000000000000000" pitchFamily="2" charset="2"/>
              <a:buChar char="§"/>
              <a:defRPr/>
            </a:lvl1pPr>
            <a:lvl2pPr>
              <a:defRPr/>
            </a:lvl2pPr>
            <a:lvl3pPr>
              <a:defRPr/>
            </a:lvl3pPr>
            <a:lvl4pPr>
              <a:defRPr/>
            </a:lvl4pPr>
            <a:lvl5pPr>
              <a:defRPr/>
            </a:lvl5pPr>
            <a:lvl6pPr>
              <a:defRPr/>
            </a:lvl6pPr>
            <a:lvl7pPr>
              <a:defRPr/>
            </a:lvl7pPr>
            <a:lvl8pPr>
              <a:defRPr/>
            </a:lvl8pPr>
            <a:lvl9pPr>
              <a:defRPr/>
            </a:lvl9pPr>
          </a:lstStyle>
          <a:p>
            <a:pPr lvl="0"/>
            <a:r>
              <a:rPr lang="nl-NL" noProof="0" err="1"/>
              <a:t>Bullet</a:t>
            </a:r>
            <a:endParaRPr lang="nl-NL" noProof="0"/>
          </a:p>
          <a:p>
            <a:pPr lvl="1"/>
            <a:r>
              <a:rPr lang="nl-NL" noProof="0"/>
              <a:t>Sub-</a:t>
            </a:r>
            <a:r>
              <a:rPr lang="nl-NL" noProof="0" err="1"/>
              <a:t>bullet</a:t>
            </a:r>
            <a:r>
              <a:rPr lang="nl-NL" noProof="0"/>
              <a:t> #1</a:t>
            </a:r>
          </a:p>
          <a:p>
            <a:pPr lvl="2"/>
            <a:r>
              <a:rPr lang="nl-NL" noProof="0"/>
              <a:t>Sub-</a:t>
            </a:r>
            <a:r>
              <a:rPr lang="nl-NL" noProof="0" err="1"/>
              <a:t>bullet</a:t>
            </a:r>
            <a:r>
              <a:rPr lang="nl-NL" noProof="0"/>
              <a:t> #2</a:t>
            </a:r>
          </a:p>
          <a:p>
            <a:pPr lvl="3"/>
            <a:r>
              <a:rPr lang="nl-NL" noProof="0"/>
              <a:t>Leestekst</a:t>
            </a:r>
          </a:p>
          <a:p>
            <a:pPr lvl="4"/>
            <a:r>
              <a:rPr lang="nl-NL" noProof="0"/>
              <a:t>Tussenkop</a:t>
            </a:r>
          </a:p>
          <a:p>
            <a:pPr lvl="5"/>
            <a:r>
              <a:rPr lang="nl-NL" noProof="0"/>
              <a:t>Numerieke </a:t>
            </a:r>
            <a:r>
              <a:rPr lang="nl-NL" noProof="0" err="1"/>
              <a:t>bullet</a:t>
            </a:r>
            <a:endParaRPr lang="nl-NL" noProof="0"/>
          </a:p>
          <a:p>
            <a:pPr lvl="6"/>
            <a:r>
              <a:rPr lang="nl-NL" noProof="0"/>
              <a:t>Alfabetische </a:t>
            </a:r>
            <a:r>
              <a:rPr lang="nl-NL" noProof="0" err="1"/>
              <a:t>bullet</a:t>
            </a:r>
            <a:endParaRPr lang="nl-NL" noProof="0"/>
          </a:p>
          <a:p>
            <a:pPr lvl="7"/>
            <a:r>
              <a:rPr lang="nl-NL" noProof="0"/>
              <a:t>Fotobeschrijving</a:t>
            </a:r>
          </a:p>
          <a:p>
            <a:pPr lvl="8"/>
            <a:r>
              <a:rPr lang="nl-NL" noProof="0"/>
              <a:t>Quote tekst</a:t>
            </a:r>
          </a:p>
          <a:p>
            <a:pPr lvl="4"/>
            <a:endParaRPr lang="nl-NL"/>
          </a:p>
        </p:txBody>
      </p:sp>
      <p:sp>
        <p:nvSpPr>
          <p:cNvPr id="4" name="Tijdelijke aanduiding voor datum 3">
            <a:extLst>
              <a:ext uri="{FF2B5EF4-FFF2-40B4-BE49-F238E27FC236}">
                <a16:creationId xmlns:a16="http://schemas.microsoft.com/office/drawing/2014/main" id="{DABA8B2F-5EFD-4A05-8481-248C853EA1DE}"/>
              </a:ext>
            </a:extLst>
          </p:cNvPr>
          <p:cNvSpPr>
            <a:spLocks noGrp="1"/>
          </p:cNvSpPr>
          <p:nvPr>
            <p:ph type="dt" sz="half" idx="10"/>
          </p:nvPr>
        </p:nvSpPr>
        <p:spPr/>
        <p:txBody>
          <a:bodyPr/>
          <a:lstStyle/>
          <a:p>
            <a:fld id="{EADA35AA-7198-40DD-9327-7F9489FA48BC}" type="datetime4">
              <a:rPr lang="nl-NL" smtClean="0"/>
              <a:t>24 oktober 2024</a:t>
            </a:fld>
            <a:endParaRPr lang="nl-NL"/>
          </a:p>
        </p:txBody>
      </p:sp>
      <p:sp>
        <p:nvSpPr>
          <p:cNvPr id="6" name="Tijdelijke aanduiding voor dianummer 5">
            <a:extLst>
              <a:ext uri="{FF2B5EF4-FFF2-40B4-BE49-F238E27FC236}">
                <a16:creationId xmlns:a16="http://schemas.microsoft.com/office/drawing/2014/main" id="{A7656491-ADD5-4A7E-BAFA-5FCFF07D6EB0}"/>
              </a:ext>
            </a:extLst>
          </p:cNvPr>
          <p:cNvSpPr>
            <a:spLocks noGrp="1"/>
          </p:cNvSpPr>
          <p:nvPr>
            <p:ph type="sldNum" sz="quarter" idx="12"/>
          </p:nvPr>
        </p:nvSpPr>
        <p:spPr/>
        <p:txBody>
          <a:bodyPr/>
          <a:lstStyle/>
          <a:p>
            <a:fld id="{8D374ABD-355D-4B52-8A38-020B3DD5CC75}" type="slidenum">
              <a:rPr lang="nl-NL" smtClean="0"/>
              <a:t>‹#›</a:t>
            </a:fld>
            <a:endParaRPr lang="nl-NL"/>
          </a:p>
        </p:txBody>
      </p:sp>
      <p:sp>
        <p:nvSpPr>
          <p:cNvPr id="17" name="Tijdelijke aanduiding voor tekst 34">
            <a:extLst>
              <a:ext uri="{FF2B5EF4-FFF2-40B4-BE49-F238E27FC236}">
                <a16:creationId xmlns:a16="http://schemas.microsoft.com/office/drawing/2014/main" id="{9955CEC2-0160-42D3-9E2E-941A4A11119D}"/>
              </a:ext>
            </a:extLst>
          </p:cNvPr>
          <p:cNvSpPr>
            <a:spLocks noGrp="1"/>
          </p:cNvSpPr>
          <p:nvPr>
            <p:ph type="body" sz="quarter" idx="14" hasCustomPrompt="1"/>
          </p:nvPr>
        </p:nvSpPr>
        <p:spPr>
          <a:xfrm>
            <a:off x="539749" y="5758889"/>
            <a:ext cx="11112249" cy="147981"/>
          </a:xfrm>
        </p:spPr>
        <p:txBody>
          <a:bodyPr anchor="b"/>
          <a:lstStyle>
            <a:lvl1pPr marL="0" indent="0">
              <a:buNone/>
              <a:defRPr sz="1000" i="1"/>
            </a:lvl1pPr>
          </a:lstStyle>
          <a:p>
            <a:pPr lvl="0"/>
            <a:r>
              <a:rPr lang="nl-NL" noProof="0"/>
              <a:t>Bron…</a:t>
            </a:r>
          </a:p>
        </p:txBody>
      </p:sp>
      <p:sp>
        <p:nvSpPr>
          <p:cNvPr id="18" name="Rechthoek: afgeronde hoeken 17">
            <a:extLst>
              <a:ext uri="{FF2B5EF4-FFF2-40B4-BE49-F238E27FC236}">
                <a16:creationId xmlns:a16="http://schemas.microsoft.com/office/drawing/2014/main" id="{765A9402-96DA-4D08-A873-873C05E81C86}"/>
              </a:ext>
            </a:extLst>
          </p:cNvPr>
          <p:cNvSpPr/>
          <p:nvPr userDrawn="1"/>
        </p:nvSpPr>
        <p:spPr>
          <a:xfrm>
            <a:off x="3048000" y="-491319"/>
            <a:ext cx="6096000" cy="30025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lvl="0" algn="ctr"/>
            <a:r>
              <a:rPr lang="nl-NL" sz="2800" b="0" cap="all" baseline="0" noProof="0">
                <a:solidFill>
                  <a:schemeClr val="accent1"/>
                </a:solidFill>
                <a:latin typeface="+mn-lt"/>
              </a:rPr>
              <a:t>TEKST / TABEL 4X</a:t>
            </a:r>
          </a:p>
        </p:txBody>
      </p:sp>
      <p:cxnSp>
        <p:nvCxnSpPr>
          <p:cNvPr id="23" name="Rechte verbindingslijn 22">
            <a:extLst>
              <a:ext uri="{FF2B5EF4-FFF2-40B4-BE49-F238E27FC236}">
                <a16:creationId xmlns:a16="http://schemas.microsoft.com/office/drawing/2014/main" id="{F758FBF6-EBB0-4F05-96EB-8AEB1E4BB59E}"/>
              </a:ext>
            </a:extLst>
          </p:cNvPr>
          <p:cNvCxnSpPr>
            <a:cxnSpLocks/>
          </p:cNvCxnSpPr>
          <p:nvPr userDrawn="1"/>
        </p:nvCxnSpPr>
        <p:spPr>
          <a:xfrm>
            <a:off x="5015238" y="1446663"/>
            <a:ext cx="0" cy="4121624"/>
          </a:xfrm>
          <a:prstGeom prst="line">
            <a:avLst/>
          </a:prstGeom>
          <a:ln w="19050" cap="rnd">
            <a:solidFill>
              <a:schemeClr val="accent1"/>
            </a:solidFill>
            <a:prstDash val="solid"/>
            <a:round/>
          </a:ln>
        </p:spPr>
        <p:style>
          <a:lnRef idx="1">
            <a:schemeClr val="accent1"/>
          </a:lnRef>
          <a:fillRef idx="0">
            <a:schemeClr val="accent1"/>
          </a:fillRef>
          <a:effectRef idx="0">
            <a:schemeClr val="accent1"/>
          </a:effectRef>
          <a:fontRef idx="minor">
            <a:schemeClr val="tx1"/>
          </a:fontRef>
        </p:style>
      </p:cxnSp>
      <p:sp>
        <p:nvSpPr>
          <p:cNvPr id="24" name="Tijdelijke aanduiding voor tekst 43">
            <a:extLst>
              <a:ext uri="{FF2B5EF4-FFF2-40B4-BE49-F238E27FC236}">
                <a16:creationId xmlns:a16="http://schemas.microsoft.com/office/drawing/2014/main" id="{E054E093-0CA2-4AA3-9379-A9449CBE767D}"/>
              </a:ext>
            </a:extLst>
          </p:cNvPr>
          <p:cNvSpPr>
            <a:spLocks noGrp="1"/>
          </p:cNvSpPr>
          <p:nvPr>
            <p:ph type="body" sz="quarter" idx="16" hasCustomPrompt="1"/>
          </p:nvPr>
        </p:nvSpPr>
        <p:spPr>
          <a:xfrm>
            <a:off x="540000" y="0"/>
            <a:ext cx="1080000" cy="72000"/>
          </a:xfrm>
          <a:solidFill>
            <a:schemeClr val="accent1"/>
          </a:solidFill>
        </p:spPr>
        <p:txBody>
          <a:bodyPr/>
          <a:lstStyle>
            <a:lvl1pPr marL="0" indent="0">
              <a:buNone/>
              <a:defRPr sz="100">
                <a:solidFill>
                  <a:schemeClr val="bg2"/>
                </a:solidFill>
              </a:defRPr>
            </a:lvl1pPr>
            <a:lvl5pPr>
              <a:defRPr/>
            </a:lvl5pPr>
          </a:lstStyle>
          <a:p>
            <a:pPr lvl="0"/>
            <a:r>
              <a:rPr lang="en-GB"/>
              <a:t> </a:t>
            </a:r>
          </a:p>
        </p:txBody>
      </p:sp>
      <p:grpSp>
        <p:nvGrpSpPr>
          <p:cNvPr id="13" name="GRID" hidden="1">
            <a:extLst>
              <a:ext uri="{FF2B5EF4-FFF2-40B4-BE49-F238E27FC236}">
                <a16:creationId xmlns:a16="http://schemas.microsoft.com/office/drawing/2014/main" id="{2E339E7B-E5F0-4BB0-A7A8-08523662B92C}"/>
              </a:ext>
            </a:extLst>
          </p:cNvPr>
          <p:cNvGrpSpPr/>
          <p:nvPr userDrawn="1"/>
        </p:nvGrpSpPr>
        <p:grpSpPr>
          <a:xfrm>
            <a:off x="0" y="0"/>
            <a:ext cx="12192000" cy="6858000"/>
            <a:chOff x="0" y="0"/>
            <a:chExt cx="12192000" cy="6858000"/>
          </a:xfrm>
          <a:solidFill>
            <a:schemeClr val="tx1">
              <a:alpha val="30000"/>
            </a:schemeClr>
          </a:solidFill>
        </p:grpSpPr>
        <p:sp>
          <p:nvSpPr>
            <p:cNvPr id="14" name="Rechthoek 13">
              <a:extLst>
                <a:ext uri="{FF2B5EF4-FFF2-40B4-BE49-F238E27FC236}">
                  <a16:creationId xmlns:a16="http://schemas.microsoft.com/office/drawing/2014/main" id="{04FEBC71-862F-4C04-AFB8-6DB58D37BD7A}"/>
                </a:ext>
              </a:extLst>
            </p:cNvPr>
            <p:cNvSpPr/>
            <p:nvPr userDrawn="1"/>
          </p:nvSpPr>
          <p:spPr>
            <a:xfrm>
              <a:off x="0" y="0"/>
              <a:ext cx="12192000" cy="5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5" name="Rechthoek 14">
              <a:extLst>
                <a:ext uri="{FF2B5EF4-FFF2-40B4-BE49-F238E27FC236}">
                  <a16:creationId xmlns:a16="http://schemas.microsoft.com/office/drawing/2014/main" id="{0333C89B-97F8-441B-8124-3FCC1D1260BC}"/>
                </a:ext>
              </a:extLst>
            </p:cNvPr>
            <p:cNvSpPr/>
            <p:nvPr userDrawn="1"/>
          </p:nvSpPr>
          <p:spPr>
            <a:xfrm>
              <a:off x="0"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6" name="Rechthoek 15">
              <a:extLst>
                <a:ext uri="{FF2B5EF4-FFF2-40B4-BE49-F238E27FC236}">
                  <a16:creationId xmlns:a16="http://schemas.microsoft.com/office/drawing/2014/main" id="{59F01AF4-B6CB-4934-BDD9-96E56D3A7D49}"/>
                </a:ext>
              </a:extLst>
            </p:cNvPr>
            <p:cNvSpPr/>
            <p:nvPr userDrawn="1"/>
          </p:nvSpPr>
          <p:spPr>
            <a:xfrm>
              <a:off x="11652000"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9" name="Rechthoek 18">
              <a:extLst>
                <a:ext uri="{FF2B5EF4-FFF2-40B4-BE49-F238E27FC236}">
                  <a16:creationId xmlns:a16="http://schemas.microsoft.com/office/drawing/2014/main" id="{B6B9EB7F-0454-4FE8-8F4A-0FDE18AF83EB}"/>
                </a:ext>
              </a:extLst>
            </p:cNvPr>
            <p:cNvSpPr/>
            <p:nvPr userDrawn="1"/>
          </p:nvSpPr>
          <p:spPr>
            <a:xfrm>
              <a:off x="0" y="1099111"/>
              <a:ext cx="12192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0" name="Rechthoek 19">
              <a:extLst>
                <a:ext uri="{FF2B5EF4-FFF2-40B4-BE49-F238E27FC236}">
                  <a16:creationId xmlns:a16="http://schemas.microsoft.com/office/drawing/2014/main" id="{A0471D66-391B-4CA0-9CE3-3508EB3D7096}"/>
                </a:ext>
              </a:extLst>
            </p:cNvPr>
            <p:cNvSpPr/>
            <p:nvPr userDrawn="1"/>
          </p:nvSpPr>
          <p:spPr>
            <a:xfrm>
              <a:off x="0" y="6678000"/>
              <a:ext cx="12192000" cy="18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2" name="Rechthoek 21">
              <a:extLst>
                <a:ext uri="{FF2B5EF4-FFF2-40B4-BE49-F238E27FC236}">
                  <a16:creationId xmlns:a16="http://schemas.microsoft.com/office/drawing/2014/main" id="{F607FFD1-EE10-4EE4-974D-D68FF051167C}"/>
                </a:ext>
              </a:extLst>
            </p:cNvPr>
            <p:cNvSpPr/>
            <p:nvPr userDrawn="1"/>
          </p:nvSpPr>
          <p:spPr>
            <a:xfrm>
              <a:off x="0" y="5906871"/>
              <a:ext cx="12192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5" name="Rechthoek 24">
              <a:extLst>
                <a:ext uri="{FF2B5EF4-FFF2-40B4-BE49-F238E27FC236}">
                  <a16:creationId xmlns:a16="http://schemas.microsoft.com/office/drawing/2014/main" id="{267B1A24-E5B5-44EF-BB26-289EC0FC99CF}"/>
                </a:ext>
              </a:extLst>
            </p:cNvPr>
            <p:cNvSpPr/>
            <p:nvPr userDrawn="1"/>
          </p:nvSpPr>
          <p:spPr>
            <a:xfrm>
              <a:off x="0" y="6295673"/>
              <a:ext cx="12192000" cy="18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6" name="Rechthoek 25">
              <a:extLst>
                <a:ext uri="{FF2B5EF4-FFF2-40B4-BE49-F238E27FC236}">
                  <a16:creationId xmlns:a16="http://schemas.microsoft.com/office/drawing/2014/main" id="{05615BB2-213B-4BE9-9A19-7700EE534E20}"/>
                </a:ext>
              </a:extLst>
            </p:cNvPr>
            <p:cNvSpPr/>
            <p:nvPr userDrawn="1"/>
          </p:nvSpPr>
          <p:spPr>
            <a:xfrm>
              <a:off x="0" y="5578887"/>
              <a:ext cx="12192000" cy="18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7" name="Rechthoek 26">
              <a:extLst>
                <a:ext uri="{FF2B5EF4-FFF2-40B4-BE49-F238E27FC236}">
                  <a16:creationId xmlns:a16="http://schemas.microsoft.com/office/drawing/2014/main" id="{7B4D9E53-D3BA-46E2-B48B-1C4CE63D58E8}"/>
                </a:ext>
              </a:extLst>
            </p:cNvPr>
            <p:cNvSpPr/>
            <p:nvPr userDrawn="1"/>
          </p:nvSpPr>
          <p:spPr>
            <a:xfrm>
              <a:off x="12024980" y="0"/>
              <a:ext cx="16702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8" name="Rechthoek 27">
              <a:extLst>
                <a:ext uri="{FF2B5EF4-FFF2-40B4-BE49-F238E27FC236}">
                  <a16:creationId xmlns:a16="http://schemas.microsoft.com/office/drawing/2014/main" id="{ACE0CB45-9785-4BE8-B63D-A19B8F833E83}"/>
                </a:ext>
              </a:extLst>
            </p:cNvPr>
            <p:cNvSpPr/>
            <p:nvPr userDrawn="1"/>
          </p:nvSpPr>
          <p:spPr>
            <a:xfrm>
              <a:off x="0" y="0"/>
              <a:ext cx="16702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31" name="Rechthoek 30">
              <a:extLst>
                <a:ext uri="{FF2B5EF4-FFF2-40B4-BE49-F238E27FC236}">
                  <a16:creationId xmlns:a16="http://schemas.microsoft.com/office/drawing/2014/main" id="{E2FF30C8-090C-4BBB-B89D-01F3F22EDF02}"/>
                </a:ext>
              </a:extLst>
            </p:cNvPr>
            <p:cNvSpPr/>
            <p:nvPr userDrawn="1"/>
          </p:nvSpPr>
          <p:spPr>
            <a:xfrm>
              <a:off x="5555238" y="3338999"/>
              <a:ext cx="6636762"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33" name="Rechthoek 32">
              <a:extLst>
                <a:ext uri="{FF2B5EF4-FFF2-40B4-BE49-F238E27FC236}">
                  <a16:creationId xmlns:a16="http://schemas.microsoft.com/office/drawing/2014/main" id="{1C1AAD92-DAF5-42DC-B208-3E7B81FCA52A}"/>
                </a:ext>
              </a:extLst>
            </p:cNvPr>
            <p:cNvSpPr/>
            <p:nvPr userDrawn="1"/>
          </p:nvSpPr>
          <p:spPr>
            <a:xfrm>
              <a:off x="5015238"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34" name="Rechthoek 33">
              <a:extLst>
                <a:ext uri="{FF2B5EF4-FFF2-40B4-BE49-F238E27FC236}">
                  <a16:creationId xmlns:a16="http://schemas.microsoft.com/office/drawing/2014/main" id="{0461148A-D9B1-4FF0-B385-8C21A76C3054}"/>
                </a:ext>
              </a:extLst>
            </p:cNvPr>
            <p:cNvSpPr/>
            <p:nvPr userDrawn="1"/>
          </p:nvSpPr>
          <p:spPr>
            <a:xfrm>
              <a:off x="4475238"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35" name="Rechthoek 34">
              <a:extLst>
                <a:ext uri="{FF2B5EF4-FFF2-40B4-BE49-F238E27FC236}">
                  <a16:creationId xmlns:a16="http://schemas.microsoft.com/office/drawing/2014/main" id="{073B0056-68B2-4760-9151-D257D1A5794C}"/>
                </a:ext>
              </a:extLst>
            </p:cNvPr>
            <p:cNvSpPr/>
            <p:nvPr userDrawn="1"/>
          </p:nvSpPr>
          <p:spPr>
            <a:xfrm>
              <a:off x="8423619" y="1099111"/>
              <a:ext cx="360000" cy="51677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sp>
        <p:nvSpPr>
          <p:cNvPr id="38" name="Tijdelijke aanduiding voor tabel 8">
            <a:extLst>
              <a:ext uri="{FF2B5EF4-FFF2-40B4-BE49-F238E27FC236}">
                <a16:creationId xmlns:a16="http://schemas.microsoft.com/office/drawing/2014/main" id="{BC74F94D-24E2-4689-BA9F-19729FCE63A5}"/>
              </a:ext>
            </a:extLst>
          </p:cNvPr>
          <p:cNvSpPr>
            <a:spLocks noGrp="1"/>
          </p:cNvSpPr>
          <p:nvPr>
            <p:ph type="tbl" sz="quarter" idx="17" hasCustomPrompt="1"/>
          </p:nvPr>
        </p:nvSpPr>
        <p:spPr>
          <a:xfrm>
            <a:off x="5555238" y="1459112"/>
            <a:ext cx="2868382" cy="1878839"/>
          </a:xfrm>
          <a:solidFill>
            <a:schemeClr val="bg1">
              <a:lumMod val="95000"/>
            </a:schemeClr>
          </a:solidFill>
        </p:spPr>
        <p:txBody>
          <a:bodyPr lIns="432000" tIns="360000" rIns="432000"/>
          <a:lstStyle>
            <a:lvl1pPr marL="0" marR="0" indent="0" algn="ctr" defTabSz="914400" rtl="0" eaLnBrk="1" fontAlgn="auto" latinLnBrk="0" hangingPunct="1">
              <a:lnSpc>
                <a:spcPct val="90000"/>
              </a:lnSpc>
              <a:spcBef>
                <a:spcPts val="500"/>
              </a:spcBef>
              <a:spcAft>
                <a:spcPts val="500"/>
              </a:spcAft>
              <a:buClr>
                <a:schemeClr val="bg2"/>
              </a:buClr>
              <a:buSzTx/>
              <a:buFont typeface="Wingdings" panose="05000000000000000000" pitchFamily="2" charset="2"/>
              <a:buNone/>
              <a:tabLst/>
              <a:defRPr sz="1200" i="1">
                <a:solidFill>
                  <a:schemeClr val="bg1">
                    <a:lumMod val="50000"/>
                  </a:schemeClr>
                </a:solidFill>
              </a:defRPr>
            </a:lvl1pPr>
          </a:lstStyle>
          <a:p>
            <a:pPr marL="0" marR="0" lvl="0" indent="0" algn="ctr" defTabSz="914400" rtl="0" eaLnBrk="1" fontAlgn="auto" latinLnBrk="0" hangingPunct="1">
              <a:lnSpc>
                <a:spcPct val="90000"/>
              </a:lnSpc>
              <a:spcBef>
                <a:spcPts val="500"/>
              </a:spcBef>
              <a:spcAft>
                <a:spcPts val="500"/>
              </a:spcAft>
              <a:buClr>
                <a:schemeClr val="bg2"/>
              </a:buClr>
              <a:buSzTx/>
              <a:buFont typeface="Wingdings" panose="05000000000000000000" pitchFamily="2" charset="2"/>
              <a:buNone/>
              <a:tabLst/>
              <a:defRPr/>
            </a:pPr>
            <a:r>
              <a:rPr lang="nl-NL" noProof="0"/>
              <a:t>Klik op onderstaand pictogram om een tabel in te voegen</a:t>
            </a:r>
          </a:p>
        </p:txBody>
      </p:sp>
      <p:sp>
        <p:nvSpPr>
          <p:cNvPr id="39" name="Tijdelijke aanduiding voor tabel 8">
            <a:extLst>
              <a:ext uri="{FF2B5EF4-FFF2-40B4-BE49-F238E27FC236}">
                <a16:creationId xmlns:a16="http://schemas.microsoft.com/office/drawing/2014/main" id="{CAA8F510-F931-426F-B509-59B6B83A05C8}"/>
              </a:ext>
            </a:extLst>
          </p:cNvPr>
          <p:cNvSpPr>
            <a:spLocks noGrp="1"/>
          </p:cNvSpPr>
          <p:nvPr>
            <p:ph type="tbl" sz="quarter" idx="18" hasCustomPrompt="1"/>
          </p:nvPr>
        </p:nvSpPr>
        <p:spPr>
          <a:xfrm>
            <a:off x="8783616" y="1459112"/>
            <a:ext cx="2868382" cy="1878839"/>
          </a:xfrm>
          <a:solidFill>
            <a:schemeClr val="bg1">
              <a:lumMod val="95000"/>
            </a:schemeClr>
          </a:solidFill>
        </p:spPr>
        <p:txBody>
          <a:bodyPr lIns="432000" tIns="360000" rIns="432000"/>
          <a:lstStyle>
            <a:lvl1pPr marL="0" marR="0" indent="0" algn="ctr" defTabSz="914400" rtl="0" eaLnBrk="1" fontAlgn="auto" latinLnBrk="0" hangingPunct="1">
              <a:lnSpc>
                <a:spcPct val="90000"/>
              </a:lnSpc>
              <a:spcBef>
                <a:spcPts val="500"/>
              </a:spcBef>
              <a:spcAft>
                <a:spcPts val="500"/>
              </a:spcAft>
              <a:buClr>
                <a:schemeClr val="bg2"/>
              </a:buClr>
              <a:buSzTx/>
              <a:buFont typeface="Wingdings" panose="05000000000000000000" pitchFamily="2" charset="2"/>
              <a:buNone/>
              <a:tabLst/>
              <a:defRPr sz="1200" i="1">
                <a:solidFill>
                  <a:schemeClr val="bg1">
                    <a:lumMod val="50000"/>
                  </a:schemeClr>
                </a:solidFill>
              </a:defRPr>
            </a:lvl1pPr>
          </a:lstStyle>
          <a:p>
            <a:pPr marL="0" marR="0" lvl="0" indent="0" algn="ctr" defTabSz="914400" rtl="0" eaLnBrk="1" fontAlgn="auto" latinLnBrk="0" hangingPunct="1">
              <a:lnSpc>
                <a:spcPct val="90000"/>
              </a:lnSpc>
              <a:spcBef>
                <a:spcPts val="500"/>
              </a:spcBef>
              <a:spcAft>
                <a:spcPts val="500"/>
              </a:spcAft>
              <a:buClr>
                <a:schemeClr val="bg2"/>
              </a:buClr>
              <a:buSzTx/>
              <a:buFont typeface="Wingdings" panose="05000000000000000000" pitchFamily="2" charset="2"/>
              <a:buNone/>
              <a:tabLst/>
              <a:defRPr/>
            </a:pPr>
            <a:r>
              <a:rPr lang="nl-NL" noProof="0"/>
              <a:t>Klik op onderstaand pictogram om een tabel in te voegen</a:t>
            </a:r>
          </a:p>
        </p:txBody>
      </p:sp>
      <p:sp>
        <p:nvSpPr>
          <p:cNvPr id="40" name="Tijdelijke aanduiding voor tabel 8">
            <a:extLst>
              <a:ext uri="{FF2B5EF4-FFF2-40B4-BE49-F238E27FC236}">
                <a16:creationId xmlns:a16="http://schemas.microsoft.com/office/drawing/2014/main" id="{FDB6B68B-3679-4BF8-9C7A-212A5B9E0F36}"/>
              </a:ext>
            </a:extLst>
          </p:cNvPr>
          <p:cNvSpPr>
            <a:spLocks noGrp="1"/>
          </p:cNvSpPr>
          <p:nvPr>
            <p:ph type="tbl" sz="quarter" idx="19" hasCustomPrompt="1"/>
          </p:nvPr>
        </p:nvSpPr>
        <p:spPr>
          <a:xfrm>
            <a:off x="5555238" y="3698999"/>
            <a:ext cx="2868382" cy="1878839"/>
          </a:xfrm>
          <a:solidFill>
            <a:schemeClr val="bg1">
              <a:lumMod val="95000"/>
            </a:schemeClr>
          </a:solidFill>
        </p:spPr>
        <p:txBody>
          <a:bodyPr lIns="432000" tIns="360000" rIns="432000"/>
          <a:lstStyle>
            <a:lvl1pPr marL="0" marR="0" indent="0" algn="ctr" defTabSz="914400" rtl="0" eaLnBrk="1" fontAlgn="auto" latinLnBrk="0" hangingPunct="1">
              <a:lnSpc>
                <a:spcPct val="90000"/>
              </a:lnSpc>
              <a:spcBef>
                <a:spcPts val="500"/>
              </a:spcBef>
              <a:spcAft>
                <a:spcPts val="500"/>
              </a:spcAft>
              <a:buClr>
                <a:schemeClr val="bg2"/>
              </a:buClr>
              <a:buSzTx/>
              <a:buFont typeface="Wingdings" panose="05000000000000000000" pitchFamily="2" charset="2"/>
              <a:buNone/>
              <a:tabLst/>
              <a:defRPr sz="1200" i="1">
                <a:solidFill>
                  <a:schemeClr val="bg1">
                    <a:lumMod val="50000"/>
                  </a:schemeClr>
                </a:solidFill>
              </a:defRPr>
            </a:lvl1pPr>
          </a:lstStyle>
          <a:p>
            <a:pPr marL="0" marR="0" lvl="0" indent="0" algn="ctr" defTabSz="914400" rtl="0" eaLnBrk="1" fontAlgn="auto" latinLnBrk="0" hangingPunct="1">
              <a:lnSpc>
                <a:spcPct val="90000"/>
              </a:lnSpc>
              <a:spcBef>
                <a:spcPts val="500"/>
              </a:spcBef>
              <a:spcAft>
                <a:spcPts val="500"/>
              </a:spcAft>
              <a:buClr>
                <a:schemeClr val="bg2"/>
              </a:buClr>
              <a:buSzTx/>
              <a:buFont typeface="Wingdings" panose="05000000000000000000" pitchFamily="2" charset="2"/>
              <a:buNone/>
              <a:tabLst/>
              <a:defRPr/>
            </a:pPr>
            <a:r>
              <a:rPr lang="nl-NL" noProof="0"/>
              <a:t>Klik op onderstaand pictogram om een tabel in te voegen</a:t>
            </a:r>
          </a:p>
        </p:txBody>
      </p:sp>
      <p:sp>
        <p:nvSpPr>
          <p:cNvPr id="41" name="Tijdelijke aanduiding voor tabel 8">
            <a:extLst>
              <a:ext uri="{FF2B5EF4-FFF2-40B4-BE49-F238E27FC236}">
                <a16:creationId xmlns:a16="http://schemas.microsoft.com/office/drawing/2014/main" id="{9E5A0EB4-00D4-48A2-AC79-7D5EFF095F9E}"/>
              </a:ext>
            </a:extLst>
          </p:cNvPr>
          <p:cNvSpPr>
            <a:spLocks noGrp="1"/>
          </p:cNvSpPr>
          <p:nvPr>
            <p:ph type="tbl" sz="quarter" idx="20" hasCustomPrompt="1"/>
          </p:nvPr>
        </p:nvSpPr>
        <p:spPr>
          <a:xfrm>
            <a:off x="8783616" y="3698999"/>
            <a:ext cx="2868382" cy="1878839"/>
          </a:xfrm>
          <a:solidFill>
            <a:schemeClr val="bg1">
              <a:lumMod val="95000"/>
            </a:schemeClr>
          </a:solidFill>
        </p:spPr>
        <p:txBody>
          <a:bodyPr lIns="432000" tIns="360000" rIns="432000"/>
          <a:lstStyle>
            <a:lvl1pPr marL="0" marR="0" indent="0" algn="ctr" defTabSz="914400" rtl="0" eaLnBrk="1" fontAlgn="auto" latinLnBrk="0" hangingPunct="1">
              <a:lnSpc>
                <a:spcPct val="90000"/>
              </a:lnSpc>
              <a:spcBef>
                <a:spcPts val="500"/>
              </a:spcBef>
              <a:spcAft>
                <a:spcPts val="500"/>
              </a:spcAft>
              <a:buClr>
                <a:schemeClr val="bg2"/>
              </a:buClr>
              <a:buSzTx/>
              <a:buFont typeface="Wingdings" panose="05000000000000000000" pitchFamily="2" charset="2"/>
              <a:buNone/>
              <a:tabLst/>
              <a:defRPr sz="1200" i="1">
                <a:solidFill>
                  <a:schemeClr val="bg1">
                    <a:lumMod val="50000"/>
                  </a:schemeClr>
                </a:solidFill>
              </a:defRPr>
            </a:lvl1pPr>
          </a:lstStyle>
          <a:p>
            <a:pPr marL="0" marR="0" lvl="0" indent="0" algn="ctr" defTabSz="914400" rtl="0" eaLnBrk="1" fontAlgn="auto" latinLnBrk="0" hangingPunct="1">
              <a:lnSpc>
                <a:spcPct val="90000"/>
              </a:lnSpc>
              <a:spcBef>
                <a:spcPts val="500"/>
              </a:spcBef>
              <a:spcAft>
                <a:spcPts val="500"/>
              </a:spcAft>
              <a:buClr>
                <a:schemeClr val="bg2"/>
              </a:buClr>
              <a:buSzTx/>
              <a:buFont typeface="Wingdings" panose="05000000000000000000" pitchFamily="2" charset="2"/>
              <a:buNone/>
              <a:tabLst/>
              <a:defRPr/>
            </a:pPr>
            <a:r>
              <a:rPr lang="nl-NL" noProof="0"/>
              <a:t>Klik op onderstaand pictogram om een tabel in te voegen</a:t>
            </a:r>
          </a:p>
        </p:txBody>
      </p:sp>
      <p:sp>
        <p:nvSpPr>
          <p:cNvPr id="30" name="Tijdelijke aanduiding voor tekst 32">
            <a:extLst>
              <a:ext uri="{FF2B5EF4-FFF2-40B4-BE49-F238E27FC236}">
                <a16:creationId xmlns:a16="http://schemas.microsoft.com/office/drawing/2014/main" id="{41E2FCC3-D69A-4EF0-97EC-F35D2E831F07}"/>
              </a:ext>
            </a:extLst>
          </p:cNvPr>
          <p:cNvSpPr>
            <a:spLocks noGrp="1"/>
          </p:cNvSpPr>
          <p:nvPr>
            <p:ph type="body" sz="quarter" idx="13" hasCustomPrompt="1"/>
          </p:nvPr>
        </p:nvSpPr>
        <p:spPr>
          <a:xfrm>
            <a:off x="539998" y="839972"/>
            <a:ext cx="11112000" cy="259612"/>
          </a:xfrm>
        </p:spPr>
        <p:txBody>
          <a:bodyPr anchor="ctr"/>
          <a:lstStyle>
            <a:lvl1pPr marL="0" indent="0">
              <a:buNone/>
              <a:defRPr sz="2000" b="0">
                <a:solidFill>
                  <a:schemeClr val="accent1"/>
                </a:solidFill>
              </a:defRPr>
            </a:lvl1pPr>
          </a:lstStyle>
          <a:p>
            <a:pPr lvl="0"/>
            <a:r>
              <a:rPr lang="nl-NL" noProof="0" dirty="0"/>
              <a:t>Voeg hier een subtitel in</a:t>
            </a:r>
          </a:p>
        </p:txBody>
      </p:sp>
    </p:spTree>
    <p:extLst>
      <p:ext uri="{BB962C8B-B14F-4D97-AF65-F5344CB8AC3E}">
        <p14:creationId xmlns:p14="http://schemas.microsoft.com/office/powerpoint/2010/main" val="3326411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AB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B23073-572C-4F04-B89A-B107AB932F47}"/>
              </a:ext>
            </a:extLst>
          </p:cNvPr>
          <p:cNvSpPr>
            <a:spLocks noGrp="1"/>
          </p:cNvSpPr>
          <p:nvPr>
            <p:ph type="title" hasCustomPrompt="1"/>
          </p:nvPr>
        </p:nvSpPr>
        <p:spPr/>
        <p:txBody>
          <a:bodyPr/>
          <a:lstStyle>
            <a:lvl1pPr>
              <a:defRPr/>
            </a:lvl1pPr>
          </a:lstStyle>
          <a:p>
            <a:r>
              <a:rPr lang="nl-NL" noProof="0"/>
              <a:t>Voeg hier een titel in</a:t>
            </a:r>
            <a:endParaRPr lang="nl-NL"/>
          </a:p>
        </p:txBody>
      </p:sp>
      <p:sp>
        <p:nvSpPr>
          <p:cNvPr id="4" name="Tijdelijke aanduiding voor datum 3">
            <a:extLst>
              <a:ext uri="{FF2B5EF4-FFF2-40B4-BE49-F238E27FC236}">
                <a16:creationId xmlns:a16="http://schemas.microsoft.com/office/drawing/2014/main" id="{DABA8B2F-5EFD-4A05-8481-248C853EA1DE}"/>
              </a:ext>
            </a:extLst>
          </p:cNvPr>
          <p:cNvSpPr>
            <a:spLocks noGrp="1"/>
          </p:cNvSpPr>
          <p:nvPr>
            <p:ph type="dt" sz="half" idx="10"/>
          </p:nvPr>
        </p:nvSpPr>
        <p:spPr/>
        <p:txBody>
          <a:bodyPr/>
          <a:lstStyle/>
          <a:p>
            <a:fld id="{E3C045FD-2E7B-47FB-BD2C-52FF12D077A7}" type="datetime4">
              <a:rPr lang="nl-NL" smtClean="0"/>
              <a:t>24 oktober 2024</a:t>
            </a:fld>
            <a:endParaRPr lang="nl-NL"/>
          </a:p>
        </p:txBody>
      </p:sp>
      <p:sp>
        <p:nvSpPr>
          <p:cNvPr id="6" name="Tijdelijke aanduiding voor dianummer 5">
            <a:extLst>
              <a:ext uri="{FF2B5EF4-FFF2-40B4-BE49-F238E27FC236}">
                <a16:creationId xmlns:a16="http://schemas.microsoft.com/office/drawing/2014/main" id="{A7656491-ADD5-4A7E-BAFA-5FCFF07D6EB0}"/>
              </a:ext>
            </a:extLst>
          </p:cNvPr>
          <p:cNvSpPr>
            <a:spLocks noGrp="1"/>
          </p:cNvSpPr>
          <p:nvPr>
            <p:ph type="sldNum" sz="quarter" idx="12"/>
          </p:nvPr>
        </p:nvSpPr>
        <p:spPr/>
        <p:txBody>
          <a:bodyPr/>
          <a:lstStyle/>
          <a:p>
            <a:fld id="{8D374ABD-355D-4B52-8A38-020B3DD5CC75}" type="slidenum">
              <a:rPr lang="nl-NL" smtClean="0"/>
              <a:t>‹#›</a:t>
            </a:fld>
            <a:endParaRPr lang="nl-NL"/>
          </a:p>
        </p:txBody>
      </p:sp>
      <p:sp>
        <p:nvSpPr>
          <p:cNvPr id="17" name="Tijdelijke aanduiding voor tekst 34">
            <a:extLst>
              <a:ext uri="{FF2B5EF4-FFF2-40B4-BE49-F238E27FC236}">
                <a16:creationId xmlns:a16="http://schemas.microsoft.com/office/drawing/2014/main" id="{9955CEC2-0160-42D3-9E2E-941A4A11119D}"/>
              </a:ext>
            </a:extLst>
          </p:cNvPr>
          <p:cNvSpPr>
            <a:spLocks noGrp="1"/>
          </p:cNvSpPr>
          <p:nvPr>
            <p:ph type="body" sz="quarter" idx="14" hasCustomPrompt="1"/>
          </p:nvPr>
        </p:nvSpPr>
        <p:spPr>
          <a:xfrm>
            <a:off x="539749" y="5758889"/>
            <a:ext cx="11112249" cy="147981"/>
          </a:xfrm>
        </p:spPr>
        <p:txBody>
          <a:bodyPr anchor="b"/>
          <a:lstStyle>
            <a:lvl1pPr marL="0" indent="0">
              <a:buNone/>
              <a:defRPr sz="1000" i="1"/>
            </a:lvl1pPr>
          </a:lstStyle>
          <a:p>
            <a:pPr lvl="0"/>
            <a:r>
              <a:rPr lang="nl-NL" noProof="0"/>
              <a:t>Bron…</a:t>
            </a:r>
          </a:p>
        </p:txBody>
      </p:sp>
      <p:sp>
        <p:nvSpPr>
          <p:cNvPr id="18" name="Rechthoek: afgeronde hoeken 17">
            <a:extLst>
              <a:ext uri="{FF2B5EF4-FFF2-40B4-BE49-F238E27FC236}">
                <a16:creationId xmlns:a16="http://schemas.microsoft.com/office/drawing/2014/main" id="{765A9402-96DA-4D08-A873-873C05E81C86}"/>
              </a:ext>
            </a:extLst>
          </p:cNvPr>
          <p:cNvSpPr/>
          <p:nvPr userDrawn="1"/>
        </p:nvSpPr>
        <p:spPr>
          <a:xfrm>
            <a:off x="3048000" y="-491319"/>
            <a:ext cx="6096000" cy="30025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lvl="0" algn="ctr"/>
            <a:r>
              <a:rPr lang="nl-NL" sz="2800" b="0" cap="all" baseline="0" noProof="0">
                <a:solidFill>
                  <a:schemeClr val="accent1"/>
                </a:solidFill>
                <a:latin typeface="+mn-lt"/>
              </a:rPr>
              <a:t>Tabel</a:t>
            </a:r>
          </a:p>
        </p:txBody>
      </p:sp>
      <p:sp>
        <p:nvSpPr>
          <p:cNvPr id="22" name="Tijdelijke aanduiding voor tabel 8">
            <a:extLst>
              <a:ext uri="{FF2B5EF4-FFF2-40B4-BE49-F238E27FC236}">
                <a16:creationId xmlns:a16="http://schemas.microsoft.com/office/drawing/2014/main" id="{3A7B68F0-B315-4D78-8510-1A733C0EE1BD}"/>
              </a:ext>
            </a:extLst>
          </p:cNvPr>
          <p:cNvSpPr>
            <a:spLocks noGrp="1"/>
          </p:cNvSpPr>
          <p:nvPr>
            <p:ph type="tbl" sz="quarter" idx="17" hasCustomPrompt="1"/>
          </p:nvPr>
        </p:nvSpPr>
        <p:spPr>
          <a:xfrm>
            <a:off x="539749" y="1459112"/>
            <a:ext cx="11112251" cy="4119774"/>
          </a:xfrm>
          <a:solidFill>
            <a:schemeClr val="bg1">
              <a:lumMod val="95000"/>
            </a:schemeClr>
          </a:solidFill>
        </p:spPr>
        <p:txBody>
          <a:bodyPr tIns="1620000"/>
          <a:lstStyle>
            <a:lvl1pPr marL="0" marR="0" indent="0" algn="ctr" defTabSz="914400" rtl="0" eaLnBrk="1" fontAlgn="auto" latinLnBrk="0" hangingPunct="1">
              <a:lnSpc>
                <a:spcPct val="90000"/>
              </a:lnSpc>
              <a:spcBef>
                <a:spcPts val="500"/>
              </a:spcBef>
              <a:spcAft>
                <a:spcPts val="500"/>
              </a:spcAft>
              <a:buClr>
                <a:schemeClr val="bg2"/>
              </a:buClr>
              <a:buSzTx/>
              <a:buFont typeface="Wingdings" panose="05000000000000000000" pitchFamily="2" charset="2"/>
              <a:buNone/>
              <a:tabLst/>
              <a:defRPr sz="1200" i="1">
                <a:solidFill>
                  <a:schemeClr val="bg1">
                    <a:lumMod val="50000"/>
                  </a:schemeClr>
                </a:solidFill>
              </a:defRPr>
            </a:lvl1pPr>
          </a:lstStyle>
          <a:p>
            <a:pPr marL="0" marR="0" lvl="0" indent="0" algn="ctr" defTabSz="914400" rtl="0" eaLnBrk="1" fontAlgn="auto" latinLnBrk="0" hangingPunct="1">
              <a:lnSpc>
                <a:spcPct val="90000"/>
              </a:lnSpc>
              <a:spcBef>
                <a:spcPts val="500"/>
              </a:spcBef>
              <a:spcAft>
                <a:spcPts val="500"/>
              </a:spcAft>
              <a:buClr>
                <a:schemeClr val="bg2"/>
              </a:buClr>
              <a:buSzTx/>
              <a:buFont typeface="Wingdings" panose="05000000000000000000" pitchFamily="2" charset="2"/>
              <a:buNone/>
              <a:tabLst/>
              <a:defRPr/>
            </a:pPr>
            <a:r>
              <a:rPr lang="nl-NL" noProof="0"/>
              <a:t>Klik op onderstaand pictogram om een tabel in te voegen</a:t>
            </a:r>
          </a:p>
        </p:txBody>
      </p:sp>
      <p:sp>
        <p:nvSpPr>
          <p:cNvPr id="21" name="Tijdelijke aanduiding voor tekst 43">
            <a:extLst>
              <a:ext uri="{FF2B5EF4-FFF2-40B4-BE49-F238E27FC236}">
                <a16:creationId xmlns:a16="http://schemas.microsoft.com/office/drawing/2014/main" id="{E9870227-35F5-4343-95B9-F4996570B217}"/>
              </a:ext>
            </a:extLst>
          </p:cNvPr>
          <p:cNvSpPr>
            <a:spLocks noGrp="1"/>
          </p:cNvSpPr>
          <p:nvPr>
            <p:ph type="body" sz="quarter" idx="15" hasCustomPrompt="1"/>
          </p:nvPr>
        </p:nvSpPr>
        <p:spPr>
          <a:xfrm>
            <a:off x="540000" y="0"/>
            <a:ext cx="1080000" cy="72000"/>
          </a:xfrm>
          <a:solidFill>
            <a:schemeClr val="accent1"/>
          </a:solidFill>
        </p:spPr>
        <p:txBody>
          <a:bodyPr/>
          <a:lstStyle>
            <a:lvl1pPr marL="0" indent="0">
              <a:buNone/>
              <a:defRPr sz="100">
                <a:solidFill>
                  <a:schemeClr val="bg2"/>
                </a:solidFill>
              </a:defRPr>
            </a:lvl1pPr>
            <a:lvl5pPr>
              <a:defRPr/>
            </a:lvl5pPr>
          </a:lstStyle>
          <a:p>
            <a:pPr lvl="0"/>
            <a:r>
              <a:rPr lang="en-GB"/>
              <a:t> </a:t>
            </a:r>
          </a:p>
        </p:txBody>
      </p:sp>
      <p:sp>
        <p:nvSpPr>
          <p:cNvPr id="10" name="Tijdelijke aanduiding voor tekst 32">
            <a:extLst>
              <a:ext uri="{FF2B5EF4-FFF2-40B4-BE49-F238E27FC236}">
                <a16:creationId xmlns:a16="http://schemas.microsoft.com/office/drawing/2014/main" id="{B980B8E6-712C-4506-B6B3-E19DE47B1254}"/>
              </a:ext>
            </a:extLst>
          </p:cNvPr>
          <p:cNvSpPr>
            <a:spLocks noGrp="1"/>
          </p:cNvSpPr>
          <p:nvPr>
            <p:ph type="body" sz="quarter" idx="13" hasCustomPrompt="1"/>
          </p:nvPr>
        </p:nvSpPr>
        <p:spPr>
          <a:xfrm>
            <a:off x="539998" y="839972"/>
            <a:ext cx="11112000" cy="259612"/>
          </a:xfrm>
        </p:spPr>
        <p:txBody>
          <a:bodyPr anchor="ctr"/>
          <a:lstStyle>
            <a:lvl1pPr marL="0" indent="0">
              <a:buNone/>
              <a:defRPr sz="2000" b="0">
                <a:solidFill>
                  <a:schemeClr val="accent1"/>
                </a:solidFill>
              </a:defRPr>
            </a:lvl1pPr>
          </a:lstStyle>
          <a:p>
            <a:pPr lvl="0"/>
            <a:r>
              <a:rPr lang="nl-NL" noProof="0" dirty="0"/>
              <a:t>Voeg hier een subtitel in</a:t>
            </a:r>
          </a:p>
        </p:txBody>
      </p:sp>
    </p:spTree>
    <p:extLst>
      <p:ext uri="{BB962C8B-B14F-4D97-AF65-F5344CB8AC3E}">
        <p14:creationId xmlns:p14="http://schemas.microsoft.com/office/powerpoint/2010/main" val="4204614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ABEL 2X">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B23073-572C-4F04-B89A-B107AB932F47}"/>
              </a:ext>
            </a:extLst>
          </p:cNvPr>
          <p:cNvSpPr>
            <a:spLocks noGrp="1"/>
          </p:cNvSpPr>
          <p:nvPr>
            <p:ph type="title" hasCustomPrompt="1"/>
          </p:nvPr>
        </p:nvSpPr>
        <p:spPr/>
        <p:txBody>
          <a:bodyPr/>
          <a:lstStyle>
            <a:lvl1pPr>
              <a:defRPr/>
            </a:lvl1pPr>
          </a:lstStyle>
          <a:p>
            <a:r>
              <a:rPr lang="nl-NL" noProof="0"/>
              <a:t>Voeg hier een titel in</a:t>
            </a:r>
            <a:endParaRPr lang="nl-NL"/>
          </a:p>
        </p:txBody>
      </p:sp>
      <p:sp>
        <p:nvSpPr>
          <p:cNvPr id="4" name="Tijdelijke aanduiding voor datum 3">
            <a:extLst>
              <a:ext uri="{FF2B5EF4-FFF2-40B4-BE49-F238E27FC236}">
                <a16:creationId xmlns:a16="http://schemas.microsoft.com/office/drawing/2014/main" id="{DABA8B2F-5EFD-4A05-8481-248C853EA1DE}"/>
              </a:ext>
            </a:extLst>
          </p:cNvPr>
          <p:cNvSpPr>
            <a:spLocks noGrp="1"/>
          </p:cNvSpPr>
          <p:nvPr>
            <p:ph type="dt" sz="half" idx="10"/>
          </p:nvPr>
        </p:nvSpPr>
        <p:spPr/>
        <p:txBody>
          <a:bodyPr/>
          <a:lstStyle/>
          <a:p>
            <a:fld id="{105955DB-55BD-4E83-9E72-DD9EBE1A686D}" type="datetime4">
              <a:rPr lang="nl-NL" smtClean="0"/>
              <a:t>24 oktober 2024</a:t>
            </a:fld>
            <a:endParaRPr lang="nl-NL"/>
          </a:p>
        </p:txBody>
      </p:sp>
      <p:sp>
        <p:nvSpPr>
          <p:cNvPr id="6" name="Tijdelijke aanduiding voor dianummer 5">
            <a:extLst>
              <a:ext uri="{FF2B5EF4-FFF2-40B4-BE49-F238E27FC236}">
                <a16:creationId xmlns:a16="http://schemas.microsoft.com/office/drawing/2014/main" id="{A7656491-ADD5-4A7E-BAFA-5FCFF07D6EB0}"/>
              </a:ext>
            </a:extLst>
          </p:cNvPr>
          <p:cNvSpPr>
            <a:spLocks noGrp="1"/>
          </p:cNvSpPr>
          <p:nvPr>
            <p:ph type="sldNum" sz="quarter" idx="12"/>
          </p:nvPr>
        </p:nvSpPr>
        <p:spPr/>
        <p:txBody>
          <a:bodyPr/>
          <a:lstStyle/>
          <a:p>
            <a:fld id="{8D374ABD-355D-4B52-8A38-020B3DD5CC75}" type="slidenum">
              <a:rPr lang="nl-NL" smtClean="0"/>
              <a:t>‹#›</a:t>
            </a:fld>
            <a:endParaRPr lang="nl-NL"/>
          </a:p>
        </p:txBody>
      </p:sp>
      <p:sp>
        <p:nvSpPr>
          <p:cNvPr id="17" name="Tijdelijke aanduiding voor tekst 34">
            <a:extLst>
              <a:ext uri="{FF2B5EF4-FFF2-40B4-BE49-F238E27FC236}">
                <a16:creationId xmlns:a16="http://schemas.microsoft.com/office/drawing/2014/main" id="{9955CEC2-0160-42D3-9E2E-941A4A11119D}"/>
              </a:ext>
            </a:extLst>
          </p:cNvPr>
          <p:cNvSpPr>
            <a:spLocks noGrp="1"/>
          </p:cNvSpPr>
          <p:nvPr>
            <p:ph type="body" sz="quarter" idx="14" hasCustomPrompt="1"/>
          </p:nvPr>
        </p:nvSpPr>
        <p:spPr>
          <a:xfrm>
            <a:off x="539749" y="5758889"/>
            <a:ext cx="11112249" cy="147981"/>
          </a:xfrm>
        </p:spPr>
        <p:txBody>
          <a:bodyPr anchor="b"/>
          <a:lstStyle>
            <a:lvl1pPr marL="0" indent="0">
              <a:buNone/>
              <a:defRPr sz="1000" i="1"/>
            </a:lvl1pPr>
          </a:lstStyle>
          <a:p>
            <a:pPr lvl="0"/>
            <a:r>
              <a:rPr lang="nl-NL" noProof="0"/>
              <a:t>Bron…</a:t>
            </a:r>
          </a:p>
        </p:txBody>
      </p:sp>
      <p:sp>
        <p:nvSpPr>
          <p:cNvPr id="18" name="Rechthoek: afgeronde hoeken 17">
            <a:extLst>
              <a:ext uri="{FF2B5EF4-FFF2-40B4-BE49-F238E27FC236}">
                <a16:creationId xmlns:a16="http://schemas.microsoft.com/office/drawing/2014/main" id="{765A9402-96DA-4D08-A873-873C05E81C86}"/>
              </a:ext>
            </a:extLst>
          </p:cNvPr>
          <p:cNvSpPr/>
          <p:nvPr userDrawn="1"/>
        </p:nvSpPr>
        <p:spPr>
          <a:xfrm>
            <a:off x="3048000" y="-491319"/>
            <a:ext cx="6096000" cy="30025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lvl="0" algn="ctr"/>
            <a:r>
              <a:rPr lang="nl-NL" sz="2800" b="0" cap="all" baseline="0" noProof="0">
                <a:solidFill>
                  <a:schemeClr val="accent1"/>
                </a:solidFill>
                <a:latin typeface="+mn-lt"/>
              </a:rPr>
              <a:t>TABEL 2X</a:t>
            </a:r>
          </a:p>
        </p:txBody>
      </p:sp>
      <p:cxnSp>
        <p:nvCxnSpPr>
          <p:cNvPr id="23" name="Rechte verbindingslijn 22">
            <a:extLst>
              <a:ext uri="{FF2B5EF4-FFF2-40B4-BE49-F238E27FC236}">
                <a16:creationId xmlns:a16="http://schemas.microsoft.com/office/drawing/2014/main" id="{F758FBF6-EBB0-4F05-96EB-8AEB1E4BB59E}"/>
              </a:ext>
            </a:extLst>
          </p:cNvPr>
          <p:cNvCxnSpPr>
            <a:cxnSpLocks/>
          </p:cNvCxnSpPr>
          <p:nvPr userDrawn="1"/>
        </p:nvCxnSpPr>
        <p:spPr>
          <a:xfrm>
            <a:off x="6096000" y="1446663"/>
            <a:ext cx="0" cy="4121624"/>
          </a:xfrm>
          <a:prstGeom prst="line">
            <a:avLst/>
          </a:prstGeom>
          <a:ln w="19050" cap="rnd">
            <a:solidFill>
              <a:schemeClr val="accent1"/>
            </a:solidFill>
            <a:prstDash val="solid"/>
            <a:round/>
          </a:ln>
        </p:spPr>
        <p:style>
          <a:lnRef idx="1">
            <a:schemeClr val="accent1"/>
          </a:lnRef>
          <a:fillRef idx="0">
            <a:schemeClr val="accent1"/>
          </a:fillRef>
          <a:effectRef idx="0">
            <a:schemeClr val="accent1"/>
          </a:effectRef>
          <a:fontRef idx="minor">
            <a:schemeClr val="tx1"/>
          </a:fontRef>
        </p:style>
      </p:cxnSp>
      <p:sp>
        <p:nvSpPr>
          <p:cNvPr id="24" name="Tijdelijke aanduiding voor tekst 43">
            <a:extLst>
              <a:ext uri="{FF2B5EF4-FFF2-40B4-BE49-F238E27FC236}">
                <a16:creationId xmlns:a16="http://schemas.microsoft.com/office/drawing/2014/main" id="{E054E093-0CA2-4AA3-9379-A9449CBE767D}"/>
              </a:ext>
            </a:extLst>
          </p:cNvPr>
          <p:cNvSpPr>
            <a:spLocks noGrp="1"/>
          </p:cNvSpPr>
          <p:nvPr>
            <p:ph type="body" sz="quarter" idx="16" hasCustomPrompt="1"/>
          </p:nvPr>
        </p:nvSpPr>
        <p:spPr>
          <a:xfrm>
            <a:off x="540000" y="0"/>
            <a:ext cx="1080000" cy="72000"/>
          </a:xfrm>
          <a:solidFill>
            <a:schemeClr val="accent1"/>
          </a:solidFill>
        </p:spPr>
        <p:txBody>
          <a:bodyPr/>
          <a:lstStyle>
            <a:lvl1pPr marL="0" indent="0">
              <a:buNone/>
              <a:defRPr sz="100">
                <a:solidFill>
                  <a:schemeClr val="bg2"/>
                </a:solidFill>
              </a:defRPr>
            </a:lvl1pPr>
            <a:lvl5pPr>
              <a:defRPr/>
            </a:lvl5pPr>
          </a:lstStyle>
          <a:p>
            <a:pPr lvl="0"/>
            <a:r>
              <a:rPr lang="en-GB"/>
              <a:t> </a:t>
            </a:r>
          </a:p>
        </p:txBody>
      </p:sp>
      <p:sp>
        <p:nvSpPr>
          <p:cNvPr id="13" name="Tijdelijke aanduiding voor tabel 8">
            <a:extLst>
              <a:ext uri="{FF2B5EF4-FFF2-40B4-BE49-F238E27FC236}">
                <a16:creationId xmlns:a16="http://schemas.microsoft.com/office/drawing/2014/main" id="{5E3BB786-F36F-4F8B-9ECF-AA4D9B7F4C0E}"/>
              </a:ext>
            </a:extLst>
          </p:cNvPr>
          <p:cNvSpPr>
            <a:spLocks noGrp="1"/>
          </p:cNvSpPr>
          <p:nvPr>
            <p:ph type="tbl" sz="quarter" idx="17" hasCustomPrompt="1"/>
          </p:nvPr>
        </p:nvSpPr>
        <p:spPr>
          <a:xfrm>
            <a:off x="6636761" y="1459112"/>
            <a:ext cx="5015239" cy="4119774"/>
          </a:xfrm>
          <a:solidFill>
            <a:schemeClr val="bg1">
              <a:lumMod val="95000"/>
            </a:schemeClr>
          </a:solidFill>
        </p:spPr>
        <p:txBody>
          <a:bodyPr tIns="1620000"/>
          <a:lstStyle>
            <a:lvl1pPr marL="0" marR="0" indent="0" algn="ctr" defTabSz="914400" rtl="0" eaLnBrk="1" fontAlgn="auto" latinLnBrk="0" hangingPunct="1">
              <a:lnSpc>
                <a:spcPct val="90000"/>
              </a:lnSpc>
              <a:spcBef>
                <a:spcPts val="500"/>
              </a:spcBef>
              <a:spcAft>
                <a:spcPts val="500"/>
              </a:spcAft>
              <a:buClr>
                <a:schemeClr val="bg2"/>
              </a:buClr>
              <a:buSzTx/>
              <a:buFont typeface="Wingdings" panose="05000000000000000000" pitchFamily="2" charset="2"/>
              <a:buNone/>
              <a:tabLst/>
              <a:defRPr sz="1200" i="1">
                <a:solidFill>
                  <a:schemeClr val="bg1">
                    <a:lumMod val="50000"/>
                  </a:schemeClr>
                </a:solidFill>
              </a:defRPr>
            </a:lvl1pPr>
          </a:lstStyle>
          <a:p>
            <a:pPr marL="0" marR="0" lvl="0" indent="0" algn="ctr" defTabSz="914400" rtl="0" eaLnBrk="1" fontAlgn="auto" latinLnBrk="0" hangingPunct="1">
              <a:lnSpc>
                <a:spcPct val="90000"/>
              </a:lnSpc>
              <a:spcBef>
                <a:spcPts val="500"/>
              </a:spcBef>
              <a:spcAft>
                <a:spcPts val="500"/>
              </a:spcAft>
              <a:buClr>
                <a:schemeClr val="bg2"/>
              </a:buClr>
              <a:buSzTx/>
              <a:buFont typeface="Wingdings" panose="05000000000000000000" pitchFamily="2" charset="2"/>
              <a:buNone/>
              <a:tabLst/>
              <a:defRPr/>
            </a:pPr>
            <a:r>
              <a:rPr lang="nl-NL" noProof="0"/>
              <a:t>Klik op onderstaand pictogram om een tabel in te voegen</a:t>
            </a:r>
          </a:p>
        </p:txBody>
      </p:sp>
      <p:sp>
        <p:nvSpPr>
          <p:cNvPr id="14" name="Tijdelijke aanduiding voor tabel 8">
            <a:extLst>
              <a:ext uri="{FF2B5EF4-FFF2-40B4-BE49-F238E27FC236}">
                <a16:creationId xmlns:a16="http://schemas.microsoft.com/office/drawing/2014/main" id="{A226F564-B653-436B-A00E-574B5C7449F3}"/>
              </a:ext>
            </a:extLst>
          </p:cNvPr>
          <p:cNvSpPr>
            <a:spLocks noGrp="1"/>
          </p:cNvSpPr>
          <p:nvPr>
            <p:ph type="tbl" sz="quarter" idx="18" hasCustomPrompt="1"/>
          </p:nvPr>
        </p:nvSpPr>
        <p:spPr>
          <a:xfrm>
            <a:off x="540380" y="1459112"/>
            <a:ext cx="5015239" cy="4119774"/>
          </a:xfrm>
          <a:solidFill>
            <a:schemeClr val="bg1">
              <a:lumMod val="95000"/>
            </a:schemeClr>
          </a:solidFill>
        </p:spPr>
        <p:txBody>
          <a:bodyPr tIns="1620000"/>
          <a:lstStyle>
            <a:lvl1pPr marL="0" marR="0" indent="0" algn="ctr" defTabSz="914400" rtl="0" eaLnBrk="1" fontAlgn="auto" latinLnBrk="0" hangingPunct="1">
              <a:lnSpc>
                <a:spcPct val="90000"/>
              </a:lnSpc>
              <a:spcBef>
                <a:spcPts val="500"/>
              </a:spcBef>
              <a:spcAft>
                <a:spcPts val="500"/>
              </a:spcAft>
              <a:buClr>
                <a:schemeClr val="bg2"/>
              </a:buClr>
              <a:buSzTx/>
              <a:buFont typeface="Wingdings" panose="05000000000000000000" pitchFamily="2" charset="2"/>
              <a:buNone/>
              <a:tabLst/>
              <a:defRPr sz="1200" i="1">
                <a:solidFill>
                  <a:schemeClr val="bg1">
                    <a:lumMod val="50000"/>
                  </a:schemeClr>
                </a:solidFill>
              </a:defRPr>
            </a:lvl1pPr>
          </a:lstStyle>
          <a:p>
            <a:pPr marL="0" marR="0" lvl="0" indent="0" algn="ctr" defTabSz="914400" rtl="0" eaLnBrk="1" fontAlgn="auto" latinLnBrk="0" hangingPunct="1">
              <a:lnSpc>
                <a:spcPct val="90000"/>
              </a:lnSpc>
              <a:spcBef>
                <a:spcPts val="500"/>
              </a:spcBef>
              <a:spcAft>
                <a:spcPts val="500"/>
              </a:spcAft>
              <a:buClr>
                <a:schemeClr val="bg2"/>
              </a:buClr>
              <a:buSzTx/>
              <a:buFont typeface="Wingdings" panose="05000000000000000000" pitchFamily="2" charset="2"/>
              <a:buNone/>
              <a:tabLst/>
              <a:defRPr/>
            </a:pPr>
            <a:r>
              <a:rPr lang="nl-NL" noProof="0"/>
              <a:t>Klik op onderstaand pictogram om een tabel in te voegen</a:t>
            </a:r>
          </a:p>
        </p:txBody>
      </p:sp>
      <p:sp>
        <p:nvSpPr>
          <p:cNvPr id="12" name="Tijdelijke aanduiding voor tekst 32">
            <a:extLst>
              <a:ext uri="{FF2B5EF4-FFF2-40B4-BE49-F238E27FC236}">
                <a16:creationId xmlns:a16="http://schemas.microsoft.com/office/drawing/2014/main" id="{871E56F2-7813-4527-B945-BF16BCDE0047}"/>
              </a:ext>
            </a:extLst>
          </p:cNvPr>
          <p:cNvSpPr>
            <a:spLocks noGrp="1"/>
          </p:cNvSpPr>
          <p:nvPr>
            <p:ph type="body" sz="quarter" idx="13" hasCustomPrompt="1"/>
          </p:nvPr>
        </p:nvSpPr>
        <p:spPr>
          <a:xfrm>
            <a:off x="539998" y="839972"/>
            <a:ext cx="11112000" cy="259612"/>
          </a:xfrm>
        </p:spPr>
        <p:txBody>
          <a:bodyPr anchor="ctr"/>
          <a:lstStyle>
            <a:lvl1pPr marL="0" indent="0">
              <a:buNone/>
              <a:defRPr sz="2000" b="0">
                <a:solidFill>
                  <a:schemeClr val="accent1"/>
                </a:solidFill>
              </a:defRPr>
            </a:lvl1pPr>
          </a:lstStyle>
          <a:p>
            <a:pPr lvl="0"/>
            <a:r>
              <a:rPr lang="nl-NL" noProof="0" dirty="0"/>
              <a:t>Voeg hier een subtitel in</a:t>
            </a:r>
          </a:p>
        </p:txBody>
      </p:sp>
    </p:spTree>
    <p:extLst>
      <p:ext uri="{BB962C8B-B14F-4D97-AF65-F5344CB8AC3E}">
        <p14:creationId xmlns:p14="http://schemas.microsoft.com/office/powerpoint/2010/main" val="2070754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ABEL 6X">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B23073-572C-4F04-B89A-B107AB932F47}"/>
              </a:ext>
            </a:extLst>
          </p:cNvPr>
          <p:cNvSpPr>
            <a:spLocks noGrp="1"/>
          </p:cNvSpPr>
          <p:nvPr>
            <p:ph type="title" hasCustomPrompt="1"/>
          </p:nvPr>
        </p:nvSpPr>
        <p:spPr/>
        <p:txBody>
          <a:bodyPr/>
          <a:lstStyle>
            <a:lvl1pPr>
              <a:defRPr/>
            </a:lvl1pPr>
          </a:lstStyle>
          <a:p>
            <a:r>
              <a:rPr lang="nl-NL" noProof="0"/>
              <a:t>Voeg hier een titel in</a:t>
            </a:r>
            <a:endParaRPr lang="nl-NL"/>
          </a:p>
        </p:txBody>
      </p:sp>
      <p:sp>
        <p:nvSpPr>
          <p:cNvPr id="4" name="Tijdelijke aanduiding voor datum 3">
            <a:extLst>
              <a:ext uri="{FF2B5EF4-FFF2-40B4-BE49-F238E27FC236}">
                <a16:creationId xmlns:a16="http://schemas.microsoft.com/office/drawing/2014/main" id="{DABA8B2F-5EFD-4A05-8481-248C853EA1DE}"/>
              </a:ext>
            </a:extLst>
          </p:cNvPr>
          <p:cNvSpPr>
            <a:spLocks noGrp="1"/>
          </p:cNvSpPr>
          <p:nvPr>
            <p:ph type="dt" sz="half" idx="10"/>
          </p:nvPr>
        </p:nvSpPr>
        <p:spPr/>
        <p:txBody>
          <a:bodyPr/>
          <a:lstStyle/>
          <a:p>
            <a:fld id="{F07F57D6-663D-4B05-AA10-D58B0C4A0596}" type="datetime4">
              <a:rPr lang="nl-NL" smtClean="0"/>
              <a:t>24 oktober 2024</a:t>
            </a:fld>
            <a:endParaRPr lang="nl-NL"/>
          </a:p>
        </p:txBody>
      </p:sp>
      <p:sp>
        <p:nvSpPr>
          <p:cNvPr id="6" name="Tijdelijke aanduiding voor dianummer 5">
            <a:extLst>
              <a:ext uri="{FF2B5EF4-FFF2-40B4-BE49-F238E27FC236}">
                <a16:creationId xmlns:a16="http://schemas.microsoft.com/office/drawing/2014/main" id="{A7656491-ADD5-4A7E-BAFA-5FCFF07D6EB0}"/>
              </a:ext>
            </a:extLst>
          </p:cNvPr>
          <p:cNvSpPr>
            <a:spLocks noGrp="1"/>
          </p:cNvSpPr>
          <p:nvPr>
            <p:ph type="sldNum" sz="quarter" idx="12"/>
          </p:nvPr>
        </p:nvSpPr>
        <p:spPr/>
        <p:txBody>
          <a:bodyPr/>
          <a:lstStyle/>
          <a:p>
            <a:fld id="{8D374ABD-355D-4B52-8A38-020B3DD5CC75}" type="slidenum">
              <a:rPr lang="nl-NL" smtClean="0"/>
              <a:t>‹#›</a:t>
            </a:fld>
            <a:endParaRPr lang="nl-NL"/>
          </a:p>
        </p:txBody>
      </p:sp>
      <p:sp>
        <p:nvSpPr>
          <p:cNvPr id="17" name="Tijdelijke aanduiding voor tekst 34">
            <a:extLst>
              <a:ext uri="{FF2B5EF4-FFF2-40B4-BE49-F238E27FC236}">
                <a16:creationId xmlns:a16="http://schemas.microsoft.com/office/drawing/2014/main" id="{9955CEC2-0160-42D3-9E2E-941A4A11119D}"/>
              </a:ext>
            </a:extLst>
          </p:cNvPr>
          <p:cNvSpPr>
            <a:spLocks noGrp="1"/>
          </p:cNvSpPr>
          <p:nvPr>
            <p:ph type="body" sz="quarter" idx="14" hasCustomPrompt="1"/>
          </p:nvPr>
        </p:nvSpPr>
        <p:spPr>
          <a:xfrm>
            <a:off x="539749" y="5758889"/>
            <a:ext cx="11112249" cy="147981"/>
          </a:xfrm>
        </p:spPr>
        <p:txBody>
          <a:bodyPr anchor="b"/>
          <a:lstStyle>
            <a:lvl1pPr marL="0" indent="0">
              <a:buNone/>
              <a:defRPr sz="1000" i="1"/>
            </a:lvl1pPr>
          </a:lstStyle>
          <a:p>
            <a:pPr lvl="0"/>
            <a:r>
              <a:rPr lang="nl-NL" noProof="0"/>
              <a:t>Bron…</a:t>
            </a:r>
          </a:p>
        </p:txBody>
      </p:sp>
      <p:sp>
        <p:nvSpPr>
          <p:cNvPr id="18" name="Rechthoek: afgeronde hoeken 17">
            <a:extLst>
              <a:ext uri="{FF2B5EF4-FFF2-40B4-BE49-F238E27FC236}">
                <a16:creationId xmlns:a16="http://schemas.microsoft.com/office/drawing/2014/main" id="{765A9402-96DA-4D08-A873-873C05E81C86}"/>
              </a:ext>
            </a:extLst>
          </p:cNvPr>
          <p:cNvSpPr/>
          <p:nvPr userDrawn="1"/>
        </p:nvSpPr>
        <p:spPr>
          <a:xfrm>
            <a:off x="3048000" y="-491319"/>
            <a:ext cx="6096000" cy="30025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lvl="0" algn="ctr"/>
            <a:r>
              <a:rPr lang="nl-NL" sz="2800" b="0" cap="all" baseline="0" noProof="0">
                <a:solidFill>
                  <a:schemeClr val="accent1"/>
                </a:solidFill>
                <a:latin typeface="+mn-lt"/>
              </a:rPr>
              <a:t>TABEL 6X</a:t>
            </a:r>
          </a:p>
        </p:txBody>
      </p:sp>
      <p:sp>
        <p:nvSpPr>
          <p:cNvPr id="24" name="Tijdelijke aanduiding voor tekst 43">
            <a:extLst>
              <a:ext uri="{FF2B5EF4-FFF2-40B4-BE49-F238E27FC236}">
                <a16:creationId xmlns:a16="http://schemas.microsoft.com/office/drawing/2014/main" id="{E054E093-0CA2-4AA3-9379-A9449CBE767D}"/>
              </a:ext>
            </a:extLst>
          </p:cNvPr>
          <p:cNvSpPr>
            <a:spLocks noGrp="1"/>
          </p:cNvSpPr>
          <p:nvPr>
            <p:ph type="body" sz="quarter" idx="16" hasCustomPrompt="1"/>
          </p:nvPr>
        </p:nvSpPr>
        <p:spPr>
          <a:xfrm>
            <a:off x="540000" y="0"/>
            <a:ext cx="1080000" cy="72000"/>
          </a:xfrm>
          <a:solidFill>
            <a:schemeClr val="accent1"/>
          </a:solidFill>
        </p:spPr>
        <p:txBody>
          <a:bodyPr/>
          <a:lstStyle>
            <a:lvl1pPr marL="0" indent="0">
              <a:buNone/>
              <a:defRPr sz="100">
                <a:solidFill>
                  <a:schemeClr val="bg2"/>
                </a:solidFill>
              </a:defRPr>
            </a:lvl1pPr>
            <a:lvl5pPr>
              <a:defRPr/>
            </a:lvl5pPr>
          </a:lstStyle>
          <a:p>
            <a:pPr lvl="0"/>
            <a:r>
              <a:rPr lang="en-GB"/>
              <a:t> </a:t>
            </a:r>
          </a:p>
        </p:txBody>
      </p:sp>
      <p:grpSp>
        <p:nvGrpSpPr>
          <p:cNvPr id="13" name="GRID" hidden="1">
            <a:extLst>
              <a:ext uri="{FF2B5EF4-FFF2-40B4-BE49-F238E27FC236}">
                <a16:creationId xmlns:a16="http://schemas.microsoft.com/office/drawing/2014/main" id="{2E339E7B-E5F0-4BB0-A7A8-08523662B92C}"/>
              </a:ext>
            </a:extLst>
          </p:cNvPr>
          <p:cNvGrpSpPr/>
          <p:nvPr userDrawn="1"/>
        </p:nvGrpSpPr>
        <p:grpSpPr>
          <a:xfrm>
            <a:off x="0" y="0"/>
            <a:ext cx="12192000" cy="6858000"/>
            <a:chOff x="0" y="0"/>
            <a:chExt cx="12192000" cy="6858000"/>
          </a:xfrm>
          <a:solidFill>
            <a:schemeClr val="tx1">
              <a:alpha val="30000"/>
            </a:schemeClr>
          </a:solidFill>
        </p:grpSpPr>
        <p:sp>
          <p:nvSpPr>
            <p:cNvPr id="14" name="Rechthoek 13">
              <a:extLst>
                <a:ext uri="{FF2B5EF4-FFF2-40B4-BE49-F238E27FC236}">
                  <a16:creationId xmlns:a16="http://schemas.microsoft.com/office/drawing/2014/main" id="{04FEBC71-862F-4C04-AFB8-6DB58D37BD7A}"/>
                </a:ext>
              </a:extLst>
            </p:cNvPr>
            <p:cNvSpPr/>
            <p:nvPr userDrawn="1"/>
          </p:nvSpPr>
          <p:spPr>
            <a:xfrm>
              <a:off x="0" y="0"/>
              <a:ext cx="12192000" cy="5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5" name="Rechthoek 14">
              <a:extLst>
                <a:ext uri="{FF2B5EF4-FFF2-40B4-BE49-F238E27FC236}">
                  <a16:creationId xmlns:a16="http://schemas.microsoft.com/office/drawing/2014/main" id="{0333C89B-97F8-441B-8124-3FCC1D1260BC}"/>
                </a:ext>
              </a:extLst>
            </p:cNvPr>
            <p:cNvSpPr/>
            <p:nvPr userDrawn="1"/>
          </p:nvSpPr>
          <p:spPr>
            <a:xfrm>
              <a:off x="0"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6" name="Rechthoek 15">
              <a:extLst>
                <a:ext uri="{FF2B5EF4-FFF2-40B4-BE49-F238E27FC236}">
                  <a16:creationId xmlns:a16="http://schemas.microsoft.com/office/drawing/2014/main" id="{59F01AF4-B6CB-4934-BDD9-96E56D3A7D49}"/>
                </a:ext>
              </a:extLst>
            </p:cNvPr>
            <p:cNvSpPr/>
            <p:nvPr userDrawn="1"/>
          </p:nvSpPr>
          <p:spPr>
            <a:xfrm>
              <a:off x="11652000"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9" name="Rechthoek 18">
              <a:extLst>
                <a:ext uri="{FF2B5EF4-FFF2-40B4-BE49-F238E27FC236}">
                  <a16:creationId xmlns:a16="http://schemas.microsoft.com/office/drawing/2014/main" id="{B6B9EB7F-0454-4FE8-8F4A-0FDE18AF83EB}"/>
                </a:ext>
              </a:extLst>
            </p:cNvPr>
            <p:cNvSpPr/>
            <p:nvPr userDrawn="1"/>
          </p:nvSpPr>
          <p:spPr>
            <a:xfrm>
              <a:off x="0" y="1099111"/>
              <a:ext cx="12192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0" name="Rechthoek 19">
              <a:extLst>
                <a:ext uri="{FF2B5EF4-FFF2-40B4-BE49-F238E27FC236}">
                  <a16:creationId xmlns:a16="http://schemas.microsoft.com/office/drawing/2014/main" id="{A0471D66-391B-4CA0-9CE3-3508EB3D7096}"/>
                </a:ext>
              </a:extLst>
            </p:cNvPr>
            <p:cNvSpPr/>
            <p:nvPr userDrawn="1"/>
          </p:nvSpPr>
          <p:spPr>
            <a:xfrm>
              <a:off x="0" y="6678000"/>
              <a:ext cx="12192000" cy="18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2" name="Rechthoek 21">
              <a:extLst>
                <a:ext uri="{FF2B5EF4-FFF2-40B4-BE49-F238E27FC236}">
                  <a16:creationId xmlns:a16="http://schemas.microsoft.com/office/drawing/2014/main" id="{F607FFD1-EE10-4EE4-974D-D68FF051167C}"/>
                </a:ext>
              </a:extLst>
            </p:cNvPr>
            <p:cNvSpPr/>
            <p:nvPr userDrawn="1"/>
          </p:nvSpPr>
          <p:spPr>
            <a:xfrm>
              <a:off x="0" y="5906871"/>
              <a:ext cx="12192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5" name="Rechthoek 24">
              <a:extLst>
                <a:ext uri="{FF2B5EF4-FFF2-40B4-BE49-F238E27FC236}">
                  <a16:creationId xmlns:a16="http://schemas.microsoft.com/office/drawing/2014/main" id="{267B1A24-E5B5-44EF-BB26-289EC0FC99CF}"/>
                </a:ext>
              </a:extLst>
            </p:cNvPr>
            <p:cNvSpPr/>
            <p:nvPr userDrawn="1"/>
          </p:nvSpPr>
          <p:spPr>
            <a:xfrm>
              <a:off x="0" y="6295673"/>
              <a:ext cx="12192000" cy="18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6" name="Rechthoek 25">
              <a:extLst>
                <a:ext uri="{FF2B5EF4-FFF2-40B4-BE49-F238E27FC236}">
                  <a16:creationId xmlns:a16="http://schemas.microsoft.com/office/drawing/2014/main" id="{05615BB2-213B-4BE9-9A19-7700EE534E20}"/>
                </a:ext>
              </a:extLst>
            </p:cNvPr>
            <p:cNvSpPr/>
            <p:nvPr userDrawn="1"/>
          </p:nvSpPr>
          <p:spPr>
            <a:xfrm>
              <a:off x="0" y="5578887"/>
              <a:ext cx="12192000" cy="18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7" name="Rechthoek 26">
              <a:extLst>
                <a:ext uri="{FF2B5EF4-FFF2-40B4-BE49-F238E27FC236}">
                  <a16:creationId xmlns:a16="http://schemas.microsoft.com/office/drawing/2014/main" id="{7B4D9E53-D3BA-46E2-B48B-1C4CE63D58E8}"/>
                </a:ext>
              </a:extLst>
            </p:cNvPr>
            <p:cNvSpPr/>
            <p:nvPr userDrawn="1"/>
          </p:nvSpPr>
          <p:spPr>
            <a:xfrm>
              <a:off x="12024980" y="0"/>
              <a:ext cx="16702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8" name="Rechthoek 27">
              <a:extLst>
                <a:ext uri="{FF2B5EF4-FFF2-40B4-BE49-F238E27FC236}">
                  <a16:creationId xmlns:a16="http://schemas.microsoft.com/office/drawing/2014/main" id="{ACE0CB45-9785-4BE8-B63D-A19B8F833E83}"/>
                </a:ext>
              </a:extLst>
            </p:cNvPr>
            <p:cNvSpPr/>
            <p:nvPr userDrawn="1"/>
          </p:nvSpPr>
          <p:spPr>
            <a:xfrm>
              <a:off x="0" y="0"/>
              <a:ext cx="16702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31" name="Rechthoek 30">
              <a:extLst>
                <a:ext uri="{FF2B5EF4-FFF2-40B4-BE49-F238E27FC236}">
                  <a16:creationId xmlns:a16="http://schemas.microsoft.com/office/drawing/2014/main" id="{E2FF30C8-090C-4BBB-B89D-01F3F22EDF02}"/>
                </a:ext>
              </a:extLst>
            </p:cNvPr>
            <p:cNvSpPr/>
            <p:nvPr userDrawn="1"/>
          </p:nvSpPr>
          <p:spPr>
            <a:xfrm>
              <a:off x="0" y="3338999"/>
              <a:ext cx="12192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35" name="Rechthoek 34">
              <a:extLst>
                <a:ext uri="{FF2B5EF4-FFF2-40B4-BE49-F238E27FC236}">
                  <a16:creationId xmlns:a16="http://schemas.microsoft.com/office/drawing/2014/main" id="{073B0056-68B2-4760-9151-D257D1A5794C}"/>
                </a:ext>
              </a:extLst>
            </p:cNvPr>
            <p:cNvSpPr/>
            <p:nvPr userDrawn="1"/>
          </p:nvSpPr>
          <p:spPr>
            <a:xfrm>
              <a:off x="7828000" y="1099111"/>
              <a:ext cx="360000" cy="51677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38" name="Rechthoek 37">
              <a:extLst>
                <a:ext uri="{FF2B5EF4-FFF2-40B4-BE49-F238E27FC236}">
                  <a16:creationId xmlns:a16="http://schemas.microsoft.com/office/drawing/2014/main" id="{BAA97654-86F5-45C9-B8DC-C6648BCE9369}"/>
                </a:ext>
              </a:extLst>
            </p:cNvPr>
            <p:cNvSpPr/>
            <p:nvPr userDrawn="1"/>
          </p:nvSpPr>
          <p:spPr>
            <a:xfrm>
              <a:off x="4004000" y="1099111"/>
              <a:ext cx="360000" cy="51677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sp>
        <p:nvSpPr>
          <p:cNvPr id="30" name="Tijdelijke aanduiding voor tabel 8">
            <a:extLst>
              <a:ext uri="{FF2B5EF4-FFF2-40B4-BE49-F238E27FC236}">
                <a16:creationId xmlns:a16="http://schemas.microsoft.com/office/drawing/2014/main" id="{80107622-679C-4B64-AA31-F30D636B17F5}"/>
              </a:ext>
            </a:extLst>
          </p:cNvPr>
          <p:cNvSpPr>
            <a:spLocks noGrp="1"/>
          </p:cNvSpPr>
          <p:nvPr>
            <p:ph type="tbl" sz="quarter" idx="17" hasCustomPrompt="1"/>
          </p:nvPr>
        </p:nvSpPr>
        <p:spPr>
          <a:xfrm>
            <a:off x="539748" y="1459112"/>
            <a:ext cx="3464251" cy="1878839"/>
          </a:xfrm>
          <a:solidFill>
            <a:schemeClr val="bg1">
              <a:lumMod val="95000"/>
            </a:schemeClr>
          </a:solidFill>
        </p:spPr>
        <p:txBody>
          <a:bodyPr lIns="720000" tIns="360000" rIns="720000"/>
          <a:lstStyle>
            <a:lvl1pPr marL="0" marR="0" indent="0" algn="ctr" defTabSz="914400" rtl="0" eaLnBrk="1" fontAlgn="auto" latinLnBrk="0" hangingPunct="1">
              <a:lnSpc>
                <a:spcPct val="90000"/>
              </a:lnSpc>
              <a:spcBef>
                <a:spcPts val="500"/>
              </a:spcBef>
              <a:spcAft>
                <a:spcPts val="500"/>
              </a:spcAft>
              <a:buClr>
                <a:schemeClr val="bg2"/>
              </a:buClr>
              <a:buSzTx/>
              <a:buFont typeface="Wingdings" panose="05000000000000000000" pitchFamily="2" charset="2"/>
              <a:buNone/>
              <a:tabLst/>
              <a:defRPr sz="1200" i="1">
                <a:solidFill>
                  <a:schemeClr val="bg1">
                    <a:lumMod val="50000"/>
                  </a:schemeClr>
                </a:solidFill>
              </a:defRPr>
            </a:lvl1pPr>
          </a:lstStyle>
          <a:p>
            <a:pPr marL="0" marR="0" lvl="0" indent="0" algn="ctr" defTabSz="914400" rtl="0" eaLnBrk="1" fontAlgn="auto" latinLnBrk="0" hangingPunct="1">
              <a:lnSpc>
                <a:spcPct val="90000"/>
              </a:lnSpc>
              <a:spcBef>
                <a:spcPts val="500"/>
              </a:spcBef>
              <a:spcAft>
                <a:spcPts val="500"/>
              </a:spcAft>
              <a:buClr>
                <a:schemeClr val="bg2"/>
              </a:buClr>
              <a:buSzTx/>
              <a:buFont typeface="Wingdings" panose="05000000000000000000" pitchFamily="2" charset="2"/>
              <a:buNone/>
              <a:tabLst/>
              <a:defRPr/>
            </a:pPr>
            <a:r>
              <a:rPr lang="nl-NL" noProof="0"/>
              <a:t>Klik op onderstaand pictogram om een tabel in te voegen</a:t>
            </a:r>
          </a:p>
        </p:txBody>
      </p:sp>
      <p:sp>
        <p:nvSpPr>
          <p:cNvPr id="34" name="Tijdelijke aanduiding voor tabel 8">
            <a:extLst>
              <a:ext uri="{FF2B5EF4-FFF2-40B4-BE49-F238E27FC236}">
                <a16:creationId xmlns:a16="http://schemas.microsoft.com/office/drawing/2014/main" id="{182F6DBE-CDDA-4656-9BC7-F8AE251C1B1B}"/>
              </a:ext>
            </a:extLst>
          </p:cNvPr>
          <p:cNvSpPr>
            <a:spLocks noGrp="1"/>
          </p:cNvSpPr>
          <p:nvPr>
            <p:ph type="tbl" sz="quarter" idx="18" hasCustomPrompt="1"/>
          </p:nvPr>
        </p:nvSpPr>
        <p:spPr>
          <a:xfrm>
            <a:off x="4363747" y="1459112"/>
            <a:ext cx="3464251" cy="1878839"/>
          </a:xfrm>
          <a:solidFill>
            <a:schemeClr val="bg1">
              <a:lumMod val="95000"/>
            </a:schemeClr>
          </a:solidFill>
        </p:spPr>
        <p:txBody>
          <a:bodyPr lIns="720000" tIns="360000" rIns="720000"/>
          <a:lstStyle>
            <a:lvl1pPr marL="0" marR="0" indent="0" algn="ctr" defTabSz="914400" rtl="0" eaLnBrk="1" fontAlgn="auto" latinLnBrk="0" hangingPunct="1">
              <a:lnSpc>
                <a:spcPct val="90000"/>
              </a:lnSpc>
              <a:spcBef>
                <a:spcPts val="500"/>
              </a:spcBef>
              <a:spcAft>
                <a:spcPts val="500"/>
              </a:spcAft>
              <a:buClr>
                <a:schemeClr val="bg2"/>
              </a:buClr>
              <a:buSzTx/>
              <a:buFont typeface="Wingdings" panose="05000000000000000000" pitchFamily="2" charset="2"/>
              <a:buNone/>
              <a:tabLst/>
              <a:defRPr sz="1200" i="1">
                <a:solidFill>
                  <a:schemeClr val="bg1">
                    <a:lumMod val="50000"/>
                  </a:schemeClr>
                </a:solidFill>
              </a:defRPr>
            </a:lvl1pPr>
          </a:lstStyle>
          <a:p>
            <a:pPr marL="0" marR="0" lvl="0" indent="0" algn="ctr" defTabSz="914400" rtl="0" eaLnBrk="1" fontAlgn="auto" latinLnBrk="0" hangingPunct="1">
              <a:lnSpc>
                <a:spcPct val="90000"/>
              </a:lnSpc>
              <a:spcBef>
                <a:spcPts val="500"/>
              </a:spcBef>
              <a:spcAft>
                <a:spcPts val="500"/>
              </a:spcAft>
              <a:buClr>
                <a:schemeClr val="bg2"/>
              </a:buClr>
              <a:buSzTx/>
              <a:buFont typeface="Wingdings" panose="05000000000000000000" pitchFamily="2" charset="2"/>
              <a:buNone/>
              <a:tabLst/>
              <a:defRPr/>
            </a:pPr>
            <a:r>
              <a:rPr lang="nl-NL" noProof="0"/>
              <a:t>Klik op onderstaand pictogram om een tabel in te voegen</a:t>
            </a:r>
          </a:p>
        </p:txBody>
      </p:sp>
      <p:sp>
        <p:nvSpPr>
          <p:cNvPr id="41" name="Tijdelijke aanduiding voor tabel 8">
            <a:extLst>
              <a:ext uri="{FF2B5EF4-FFF2-40B4-BE49-F238E27FC236}">
                <a16:creationId xmlns:a16="http://schemas.microsoft.com/office/drawing/2014/main" id="{15D495A5-2912-4282-BCD4-3A183BAFFDCB}"/>
              </a:ext>
            </a:extLst>
          </p:cNvPr>
          <p:cNvSpPr>
            <a:spLocks noGrp="1"/>
          </p:cNvSpPr>
          <p:nvPr>
            <p:ph type="tbl" sz="quarter" idx="19" hasCustomPrompt="1"/>
          </p:nvPr>
        </p:nvSpPr>
        <p:spPr>
          <a:xfrm>
            <a:off x="8187745" y="1459112"/>
            <a:ext cx="3464251" cy="1878839"/>
          </a:xfrm>
          <a:solidFill>
            <a:schemeClr val="bg1">
              <a:lumMod val="95000"/>
            </a:schemeClr>
          </a:solidFill>
        </p:spPr>
        <p:txBody>
          <a:bodyPr lIns="720000" tIns="360000" rIns="720000"/>
          <a:lstStyle>
            <a:lvl1pPr marL="0" marR="0" indent="0" algn="ctr" defTabSz="914400" rtl="0" eaLnBrk="1" fontAlgn="auto" latinLnBrk="0" hangingPunct="1">
              <a:lnSpc>
                <a:spcPct val="90000"/>
              </a:lnSpc>
              <a:spcBef>
                <a:spcPts val="500"/>
              </a:spcBef>
              <a:spcAft>
                <a:spcPts val="500"/>
              </a:spcAft>
              <a:buClr>
                <a:schemeClr val="bg2"/>
              </a:buClr>
              <a:buSzTx/>
              <a:buFont typeface="Wingdings" panose="05000000000000000000" pitchFamily="2" charset="2"/>
              <a:buNone/>
              <a:tabLst/>
              <a:defRPr sz="1200" i="1">
                <a:solidFill>
                  <a:schemeClr val="bg1">
                    <a:lumMod val="50000"/>
                  </a:schemeClr>
                </a:solidFill>
              </a:defRPr>
            </a:lvl1pPr>
          </a:lstStyle>
          <a:p>
            <a:pPr marL="0" marR="0" lvl="0" indent="0" algn="ctr" defTabSz="914400" rtl="0" eaLnBrk="1" fontAlgn="auto" latinLnBrk="0" hangingPunct="1">
              <a:lnSpc>
                <a:spcPct val="90000"/>
              </a:lnSpc>
              <a:spcBef>
                <a:spcPts val="500"/>
              </a:spcBef>
              <a:spcAft>
                <a:spcPts val="500"/>
              </a:spcAft>
              <a:buClr>
                <a:schemeClr val="bg2"/>
              </a:buClr>
              <a:buSzTx/>
              <a:buFont typeface="Wingdings" panose="05000000000000000000" pitchFamily="2" charset="2"/>
              <a:buNone/>
              <a:tabLst/>
              <a:defRPr/>
            </a:pPr>
            <a:r>
              <a:rPr lang="nl-NL" noProof="0"/>
              <a:t>Klik op onderstaand pictogram om een tabel in te voegen</a:t>
            </a:r>
          </a:p>
        </p:txBody>
      </p:sp>
      <p:sp>
        <p:nvSpPr>
          <p:cNvPr id="42" name="Tijdelijke aanduiding voor tabel 8">
            <a:extLst>
              <a:ext uri="{FF2B5EF4-FFF2-40B4-BE49-F238E27FC236}">
                <a16:creationId xmlns:a16="http://schemas.microsoft.com/office/drawing/2014/main" id="{073422C5-11F8-403A-B63D-02CF5E5EC9FE}"/>
              </a:ext>
            </a:extLst>
          </p:cNvPr>
          <p:cNvSpPr>
            <a:spLocks noGrp="1"/>
          </p:cNvSpPr>
          <p:nvPr>
            <p:ph type="tbl" sz="quarter" idx="20" hasCustomPrompt="1"/>
          </p:nvPr>
        </p:nvSpPr>
        <p:spPr>
          <a:xfrm>
            <a:off x="539748" y="3698999"/>
            <a:ext cx="3464251" cy="1878839"/>
          </a:xfrm>
          <a:solidFill>
            <a:schemeClr val="bg1">
              <a:lumMod val="95000"/>
            </a:schemeClr>
          </a:solidFill>
        </p:spPr>
        <p:txBody>
          <a:bodyPr lIns="720000" tIns="360000" rIns="720000"/>
          <a:lstStyle>
            <a:lvl1pPr marL="0" marR="0" indent="0" algn="ctr" defTabSz="914400" rtl="0" eaLnBrk="1" fontAlgn="auto" latinLnBrk="0" hangingPunct="1">
              <a:lnSpc>
                <a:spcPct val="90000"/>
              </a:lnSpc>
              <a:spcBef>
                <a:spcPts val="500"/>
              </a:spcBef>
              <a:spcAft>
                <a:spcPts val="500"/>
              </a:spcAft>
              <a:buClr>
                <a:schemeClr val="bg2"/>
              </a:buClr>
              <a:buSzTx/>
              <a:buFont typeface="Wingdings" panose="05000000000000000000" pitchFamily="2" charset="2"/>
              <a:buNone/>
              <a:tabLst/>
              <a:defRPr sz="1200" i="1">
                <a:solidFill>
                  <a:schemeClr val="bg1">
                    <a:lumMod val="50000"/>
                  </a:schemeClr>
                </a:solidFill>
              </a:defRPr>
            </a:lvl1pPr>
          </a:lstStyle>
          <a:p>
            <a:pPr marL="0" marR="0" lvl="0" indent="0" algn="ctr" defTabSz="914400" rtl="0" eaLnBrk="1" fontAlgn="auto" latinLnBrk="0" hangingPunct="1">
              <a:lnSpc>
                <a:spcPct val="90000"/>
              </a:lnSpc>
              <a:spcBef>
                <a:spcPts val="500"/>
              </a:spcBef>
              <a:spcAft>
                <a:spcPts val="500"/>
              </a:spcAft>
              <a:buClr>
                <a:schemeClr val="bg2"/>
              </a:buClr>
              <a:buSzTx/>
              <a:buFont typeface="Wingdings" panose="05000000000000000000" pitchFamily="2" charset="2"/>
              <a:buNone/>
              <a:tabLst/>
              <a:defRPr/>
            </a:pPr>
            <a:r>
              <a:rPr lang="nl-NL" noProof="0"/>
              <a:t>Klik op onderstaand pictogram om een tabel in te voegen</a:t>
            </a:r>
          </a:p>
        </p:txBody>
      </p:sp>
      <p:sp>
        <p:nvSpPr>
          <p:cNvPr id="43" name="Tijdelijke aanduiding voor tabel 8">
            <a:extLst>
              <a:ext uri="{FF2B5EF4-FFF2-40B4-BE49-F238E27FC236}">
                <a16:creationId xmlns:a16="http://schemas.microsoft.com/office/drawing/2014/main" id="{0D40636B-2477-4352-B8C2-76C3F881622A}"/>
              </a:ext>
            </a:extLst>
          </p:cNvPr>
          <p:cNvSpPr>
            <a:spLocks noGrp="1"/>
          </p:cNvSpPr>
          <p:nvPr>
            <p:ph type="tbl" sz="quarter" idx="21" hasCustomPrompt="1"/>
          </p:nvPr>
        </p:nvSpPr>
        <p:spPr>
          <a:xfrm>
            <a:off x="4363747" y="3698999"/>
            <a:ext cx="3464251" cy="1878839"/>
          </a:xfrm>
          <a:solidFill>
            <a:schemeClr val="bg1">
              <a:lumMod val="95000"/>
            </a:schemeClr>
          </a:solidFill>
        </p:spPr>
        <p:txBody>
          <a:bodyPr lIns="720000" tIns="360000" rIns="720000"/>
          <a:lstStyle>
            <a:lvl1pPr marL="0" marR="0" indent="0" algn="ctr" defTabSz="914400" rtl="0" eaLnBrk="1" fontAlgn="auto" latinLnBrk="0" hangingPunct="1">
              <a:lnSpc>
                <a:spcPct val="90000"/>
              </a:lnSpc>
              <a:spcBef>
                <a:spcPts val="500"/>
              </a:spcBef>
              <a:spcAft>
                <a:spcPts val="500"/>
              </a:spcAft>
              <a:buClr>
                <a:schemeClr val="bg2"/>
              </a:buClr>
              <a:buSzTx/>
              <a:buFont typeface="Wingdings" panose="05000000000000000000" pitchFamily="2" charset="2"/>
              <a:buNone/>
              <a:tabLst/>
              <a:defRPr sz="1200" i="1">
                <a:solidFill>
                  <a:schemeClr val="bg1">
                    <a:lumMod val="50000"/>
                  </a:schemeClr>
                </a:solidFill>
              </a:defRPr>
            </a:lvl1pPr>
          </a:lstStyle>
          <a:p>
            <a:pPr marL="0" marR="0" lvl="0" indent="0" algn="ctr" defTabSz="914400" rtl="0" eaLnBrk="1" fontAlgn="auto" latinLnBrk="0" hangingPunct="1">
              <a:lnSpc>
                <a:spcPct val="90000"/>
              </a:lnSpc>
              <a:spcBef>
                <a:spcPts val="500"/>
              </a:spcBef>
              <a:spcAft>
                <a:spcPts val="500"/>
              </a:spcAft>
              <a:buClr>
                <a:schemeClr val="bg2"/>
              </a:buClr>
              <a:buSzTx/>
              <a:buFont typeface="Wingdings" panose="05000000000000000000" pitchFamily="2" charset="2"/>
              <a:buNone/>
              <a:tabLst/>
              <a:defRPr/>
            </a:pPr>
            <a:r>
              <a:rPr lang="nl-NL" noProof="0"/>
              <a:t>Klik op onderstaand pictogram om een tabel in te voegen</a:t>
            </a:r>
          </a:p>
        </p:txBody>
      </p:sp>
      <p:sp>
        <p:nvSpPr>
          <p:cNvPr id="44" name="Tijdelijke aanduiding voor tabel 8">
            <a:extLst>
              <a:ext uri="{FF2B5EF4-FFF2-40B4-BE49-F238E27FC236}">
                <a16:creationId xmlns:a16="http://schemas.microsoft.com/office/drawing/2014/main" id="{AD8194A7-CE39-4217-886D-D9AFC72F0DA9}"/>
              </a:ext>
            </a:extLst>
          </p:cNvPr>
          <p:cNvSpPr>
            <a:spLocks noGrp="1"/>
          </p:cNvSpPr>
          <p:nvPr>
            <p:ph type="tbl" sz="quarter" idx="22" hasCustomPrompt="1"/>
          </p:nvPr>
        </p:nvSpPr>
        <p:spPr>
          <a:xfrm>
            <a:off x="8187745" y="3698999"/>
            <a:ext cx="3464251" cy="1878839"/>
          </a:xfrm>
          <a:solidFill>
            <a:schemeClr val="bg1">
              <a:lumMod val="95000"/>
            </a:schemeClr>
          </a:solidFill>
        </p:spPr>
        <p:txBody>
          <a:bodyPr lIns="720000" tIns="360000" rIns="720000"/>
          <a:lstStyle>
            <a:lvl1pPr marL="0" marR="0" indent="0" algn="ctr" defTabSz="914400" rtl="0" eaLnBrk="1" fontAlgn="auto" latinLnBrk="0" hangingPunct="1">
              <a:lnSpc>
                <a:spcPct val="90000"/>
              </a:lnSpc>
              <a:spcBef>
                <a:spcPts val="500"/>
              </a:spcBef>
              <a:spcAft>
                <a:spcPts val="500"/>
              </a:spcAft>
              <a:buClr>
                <a:schemeClr val="bg2"/>
              </a:buClr>
              <a:buSzTx/>
              <a:buFont typeface="Wingdings" panose="05000000000000000000" pitchFamily="2" charset="2"/>
              <a:buNone/>
              <a:tabLst/>
              <a:defRPr sz="1200" i="1">
                <a:solidFill>
                  <a:schemeClr val="bg1">
                    <a:lumMod val="50000"/>
                  </a:schemeClr>
                </a:solidFill>
              </a:defRPr>
            </a:lvl1pPr>
          </a:lstStyle>
          <a:p>
            <a:pPr marL="0" marR="0" lvl="0" indent="0" algn="ctr" defTabSz="914400" rtl="0" eaLnBrk="1" fontAlgn="auto" latinLnBrk="0" hangingPunct="1">
              <a:lnSpc>
                <a:spcPct val="90000"/>
              </a:lnSpc>
              <a:spcBef>
                <a:spcPts val="500"/>
              </a:spcBef>
              <a:spcAft>
                <a:spcPts val="500"/>
              </a:spcAft>
              <a:buClr>
                <a:schemeClr val="bg2"/>
              </a:buClr>
              <a:buSzTx/>
              <a:buFont typeface="Wingdings" panose="05000000000000000000" pitchFamily="2" charset="2"/>
              <a:buNone/>
              <a:tabLst/>
              <a:defRPr/>
            </a:pPr>
            <a:r>
              <a:rPr lang="nl-NL" noProof="0"/>
              <a:t>Klik op onderstaand pictogram om een tabel in te voegen</a:t>
            </a:r>
          </a:p>
        </p:txBody>
      </p:sp>
      <p:sp>
        <p:nvSpPr>
          <p:cNvPr id="29" name="Tijdelijke aanduiding voor tekst 32">
            <a:extLst>
              <a:ext uri="{FF2B5EF4-FFF2-40B4-BE49-F238E27FC236}">
                <a16:creationId xmlns:a16="http://schemas.microsoft.com/office/drawing/2014/main" id="{BFEB3D1A-5F78-425B-BC3B-EDAEA40EE803}"/>
              </a:ext>
            </a:extLst>
          </p:cNvPr>
          <p:cNvSpPr>
            <a:spLocks noGrp="1"/>
          </p:cNvSpPr>
          <p:nvPr>
            <p:ph type="body" sz="quarter" idx="13" hasCustomPrompt="1"/>
          </p:nvPr>
        </p:nvSpPr>
        <p:spPr>
          <a:xfrm>
            <a:off x="539998" y="839972"/>
            <a:ext cx="11112000" cy="259612"/>
          </a:xfrm>
        </p:spPr>
        <p:txBody>
          <a:bodyPr anchor="ctr"/>
          <a:lstStyle>
            <a:lvl1pPr marL="0" indent="0">
              <a:buNone/>
              <a:defRPr sz="2000" b="0">
                <a:solidFill>
                  <a:schemeClr val="accent1"/>
                </a:solidFill>
              </a:defRPr>
            </a:lvl1pPr>
          </a:lstStyle>
          <a:p>
            <a:pPr lvl="0"/>
            <a:r>
              <a:rPr lang="nl-NL" noProof="0" dirty="0"/>
              <a:t>Voeg hier een subtitel in</a:t>
            </a:r>
          </a:p>
        </p:txBody>
      </p:sp>
    </p:spTree>
    <p:extLst>
      <p:ext uri="{BB962C8B-B14F-4D97-AF65-F5344CB8AC3E}">
        <p14:creationId xmlns:p14="http://schemas.microsoft.com/office/powerpoint/2010/main" val="3587515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8" name="Tijdelijke aanduiding voor media 7">
            <a:extLst>
              <a:ext uri="{FF2B5EF4-FFF2-40B4-BE49-F238E27FC236}">
                <a16:creationId xmlns:a16="http://schemas.microsoft.com/office/drawing/2014/main" id="{BE6A6D5B-9ECB-44A7-854F-A4E3691CCAC3}"/>
              </a:ext>
            </a:extLst>
          </p:cNvPr>
          <p:cNvSpPr>
            <a:spLocks noGrp="1"/>
          </p:cNvSpPr>
          <p:nvPr>
            <p:ph type="media" sz="quarter" idx="16" hasCustomPrompt="1"/>
          </p:nvPr>
        </p:nvSpPr>
        <p:spPr>
          <a:xfrm>
            <a:off x="0" y="0"/>
            <a:ext cx="12192000" cy="6858000"/>
          </a:xfrm>
          <a:solidFill>
            <a:schemeClr val="bg1">
              <a:lumMod val="95000"/>
            </a:schemeClr>
          </a:solidFill>
        </p:spPr>
        <p:txBody>
          <a:bodyPr tIns="3024000"/>
          <a:lstStyle>
            <a:lvl1pPr marL="0" indent="0" algn="ctr">
              <a:buNone/>
              <a:defRPr sz="1200" i="1">
                <a:solidFill>
                  <a:schemeClr val="bg1">
                    <a:lumMod val="50000"/>
                  </a:schemeClr>
                </a:solidFill>
              </a:defRPr>
            </a:lvl1pPr>
          </a:lstStyle>
          <a:p>
            <a:r>
              <a:rPr lang="nl-NL" noProof="0"/>
              <a:t>Klik op onderstaand pictogram om een video in te voegen</a:t>
            </a:r>
          </a:p>
        </p:txBody>
      </p:sp>
      <p:sp>
        <p:nvSpPr>
          <p:cNvPr id="4" name="Tijdelijke aanduiding voor datum 3">
            <a:extLst>
              <a:ext uri="{FF2B5EF4-FFF2-40B4-BE49-F238E27FC236}">
                <a16:creationId xmlns:a16="http://schemas.microsoft.com/office/drawing/2014/main" id="{DABA8B2F-5EFD-4A05-8481-248C853EA1DE}"/>
              </a:ext>
            </a:extLst>
          </p:cNvPr>
          <p:cNvSpPr>
            <a:spLocks noGrp="1"/>
          </p:cNvSpPr>
          <p:nvPr>
            <p:ph type="dt" sz="half" idx="10"/>
          </p:nvPr>
        </p:nvSpPr>
        <p:spPr/>
        <p:txBody>
          <a:bodyPr/>
          <a:lstStyle/>
          <a:p>
            <a:fld id="{91ED0A3D-F69F-4A96-B2FA-A18868C6F61F}" type="datetime4">
              <a:rPr lang="nl-NL" noProof="0" smtClean="0"/>
              <a:t>24 oktober 2024</a:t>
            </a:fld>
            <a:endParaRPr lang="nl-NL" noProof="0"/>
          </a:p>
        </p:txBody>
      </p:sp>
      <p:sp>
        <p:nvSpPr>
          <p:cNvPr id="5" name="Tijdelijke aanduiding voor voettekst 4">
            <a:extLst>
              <a:ext uri="{FF2B5EF4-FFF2-40B4-BE49-F238E27FC236}">
                <a16:creationId xmlns:a16="http://schemas.microsoft.com/office/drawing/2014/main" id="{7D35606D-4D2E-4F0A-88AD-FA9467155265}"/>
              </a:ext>
            </a:extLst>
          </p:cNvPr>
          <p:cNvSpPr>
            <a:spLocks noGrp="1"/>
          </p:cNvSpPr>
          <p:nvPr>
            <p:ph type="ftr" sz="quarter" idx="11"/>
          </p:nvPr>
        </p:nvSpPr>
        <p:spPr>
          <a:xfrm>
            <a:off x="7952874" y="7108010"/>
            <a:ext cx="3699126" cy="368122"/>
          </a:xfrm>
          <a:prstGeom prst="rect">
            <a:avLst/>
          </a:prstGeom>
        </p:spPr>
        <p:txBody>
          <a:bodyPr/>
          <a:lstStyle>
            <a:lvl1pPr algn="r">
              <a:defRPr sz="1100"/>
            </a:lvl1pPr>
          </a:lstStyle>
          <a:p>
            <a:r>
              <a:rPr lang="nl-NL"/>
              <a:t>Achmea HR</a:t>
            </a:r>
          </a:p>
        </p:txBody>
      </p:sp>
      <p:sp>
        <p:nvSpPr>
          <p:cNvPr id="6" name="Tijdelijke aanduiding voor dianummer 5">
            <a:extLst>
              <a:ext uri="{FF2B5EF4-FFF2-40B4-BE49-F238E27FC236}">
                <a16:creationId xmlns:a16="http://schemas.microsoft.com/office/drawing/2014/main" id="{A7656491-ADD5-4A7E-BAFA-5FCFF07D6EB0}"/>
              </a:ext>
            </a:extLst>
          </p:cNvPr>
          <p:cNvSpPr>
            <a:spLocks noGrp="1"/>
          </p:cNvSpPr>
          <p:nvPr>
            <p:ph type="sldNum" sz="quarter" idx="12"/>
          </p:nvPr>
        </p:nvSpPr>
        <p:spPr>
          <a:xfrm>
            <a:off x="11741399" y="7133798"/>
            <a:ext cx="264977" cy="158273"/>
          </a:xfrm>
        </p:spPr>
        <p:txBody>
          <a:bodyPr/>
          <a:lstStyle>
            <a:lvl1pPr algn="r">
              <a:defRPr/>
            </a:lvl1pPr>
          </a:lstStyle>
          <a:p>
            <a:fld id="{8D374ABD-355D-4B52-8A38-020B3DD5CC75}" type="slidenum">
              <a:rPr lang="nl-NL" smtClean="0"/>
              <a:pPr/>
              <a:t>‹#›</a:t>
            </a:fld>
            <a:endParaRPr lang="nl-NL"/>
          </a:p>
        </p:txBody>
      </p:sp>
      <p:sp>
        <p:nvSpPr>
          <p:cNvPr id="18" name="Rechthoek: afgeronde hoeken 17">
            <a:extLst>
              <a:ext uri="{FF2B5EF4-FFF2-40B4-BE49-F238E27FC236}">
                <a16:creationId xmlns:a16="http://schemas.microsoft.com/office/drawing/2014/main" id="{765A9402-96DA-4D08-A873-873C05E81C86}"/>
              </a:ext>
            </a:extLst>
          </p:cNvPr>
          <p:cNvSpPr/>
          <p:nvPr userDrawn="1"/>
        </p:nvSpPr>
        <p:spPr>
          <a:xfrm>
            <a:off x="3048000" y="-491319"/>
            <a:ext cx="6096000" cy="30025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lvl="0" algn="ctr"/>
            <a:r>
              <a:rPr lang="nl-NL" sz="2800" b="0" cap="all" baseline="0" noProof="0">
                <a:solidFill>
                  <a:schemeClr val="accent1"/>
                </a:solidFill>
                <a:latin typeface="+mn-lt"/>
              </a:rPr>
              <a:t>VIDEO</a:t>
            </a:r>
          </a:p>
        </p:txBody>
      </p:sp>
      <p:sp>
        <p:nvSpPr>
          <p:cNvPr id="24" name="Tijdelijke aanduiding voor tekst 43">
            <a:extLst>
              <a:ext uri="{FF2B5EF4-FFF2-40B4-BE49-F238E27FC236}">
                <a16:creationId xmlns:a16="http://schemas.microsoft.com/office/drawing/2014/main" id="{F0C29EF0-5106-4385-97E3-F0A64F5B85EB}"/>
              </a:ext>
            </a:extLst>
          </p:cNvPr>
          <p:cNvSpPr>
            <a:spLocks noGrp="1"/>
          </p:cNvSpPr>
          <p:nvPr>
            <p:ph type="body" sz="quarter" idx="15" hasCustomPrompt="1"/>
          </p:nvPr>
        </p:nvSpPr>
        <p:spPr>
          <a:xfrm>
            <a:off x="540000" y="0"/>
            <a:ext cx="1080000" cy="72000"/>
          </a:xfrm>
          <a:solidFill>
            <a:schemeClr val="accent1"/>
          </a:solidFill>
        </p:spPr>
        <p:txBody>
          <a:bodyPr/>
          <a:lstStyle>
            <a:lvl1pPr marL="0" indent="0">
              <a:buNone/>
              <a:defRPr sz="100">
                <a:solidFill>
                  <a:schemeClr val="bg2"/>
                </a:solidFill>
              </a:defRPr>
            </a:lvl1pPr>
            <a:lvl5pPr>
              <a:defRPr/>
            </a:lvl5pPr>
          </a:lstStyle>
          <a:p>
            <a:pPr lvl="0"/>
            <a:r>
              <a:rPr lang="nl-NL" noProof="0"/>
              <a:t> </a:t>
            </a:r>
          </a:p>
        </p:txBody>
      </p:sp>
      <p:grpSp>
        <p:nvGrpSpPr>
          <p:cNvPr id="37" name="Instructie">
            <a:extLst>
              <a:ext uri="{FF2B5EF4-FFF2-40B4-BE49-F238E27FC236}">
                <a16:creationId xmlns:a16="http://schemas.microsoft.com/office/drawing/2014/main" id="{B2A2EEEF-6899-43EA-A420-2F27C18CCE18}"/>
              </a:ext>
            </a:extLst>
          </p:cNvPr>
          <p:cNvGrpSpPr/>
          <p:nvPr userDrawn="1"/>
        </p:nvGrpSpPr>
        <p:grpSpPr>
          <a:xfrm>
            <a:off x="12391601" y="0"/>
            <a:ext cx="3183678" cy="3883011"/>
            <a:chOff x="12391601" y="0"/>
            <a:chExt cx="3183678" cy="3883011"/>
          </a:xfrm>
        </p:grpSpPr>
        <p:grpSp>
          <p:nvGrpSpPr>
            <p:cNvPr id="38" name="Groep 37">
              <a:extLst>
                <a:ext uri="{FF2B5EF4-FFF2-40B4-BE49-F238E27FC236}">
                  <a16:creationId xmlns:a16="http://schemas.microsoft.com/office/drawing/2014/main" id="{777F5D38-8845-435C-8625-F82501433ED5}"/>
                </a:ext>
              </a:extLst>
            </p:cNvPr>
            <p:cNvGrpSpPr/>
            <p:nvPr userDrawn="1"/>
          </p:nvGrpSpPr>
          <p:grpSpPr>
            <a:xfrm>
              <a:off x="12757282" y="3100116"/>
              <a:ext cx="1499406" cy="678267"/>
              <a:chOff x="12757283" y="3120781"/>
              <a:chExt cx="1499406" cy="678267"/>
            </a:xfrm>
          </p:grpSpPr>
          <p:sp>
            <p:nvSpPr>
              <p:cNvPr id="62" name="Rechthoek 61">
                <a:extLst>
                  <a:ext uri="{FF2B5EF4-FFF2-40B4-BE49-F238E27FC236}">
                    <a16:creationId xmlns:a16="http://schemas.microsoft.com/office/drawing/2014/main" id="{71F9E537-8C64-4FD1-AA88-58151D5CABCB}"/>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63" name="Rechthoek 62">
                <a:extLst>
                  <a:ext uri="{FF2B5EF4-FFF2-40B4-BE49-F238E27FC236}">
                    <a16:creationId xmlns:a16="http://schemas.microsoft.com/office/drawing/2014/main" id="{FEFFC45A-A206-4EBE-8313-320389848735}"/>
                  </a:ext>
                </a:extLst>
              </p:cNvPr>
              <p:cNvSpPr/>
              <p:nvPr userDrawn="1"/>
            </p:nvSpPr>
            <p:spPr>
              <a:xfrm>
                <a:off x="12761843" y="343217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64" name="Tekstvak 63">
                <a:extLst>
                  <a:ext uri="{FF2B5EF4-FFF2-40B4-BE49-F238E27FC236}">
                    <a16:creationId xmlns:a16="http://schemas.microsoft.com/office/drawing/2014/main" id="{180EB770-FA7A-45A2-8B7E-0021C17B03D6}"/>
                  </a:ext>
                </a:extLst>
              </p:cNvPr>
              <p:cNvSpPr txBox="1"/>
              <p:nvPr userDrawn="1"/>
            </p:nvSpPr>
            <p:spPr>
              <a:xfrm>
                <a:off x="12997648" y="315989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65" name="Tekstvak 64">
                <a:extLst>
                  <a:ext uri="{FF2B5EF4-FFF2-40B4-BE49-F238E27FC236}">
                    <a16:creationId xmlns:a16="http://schemas.microsoft.com/office/drawing/2014/main" id="{95D1FF77-1B90-464F-9AB4-9D164C639A55}"/>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66" name="Picture 3">
                <a:extLst>
                  <a:ext uri="{FF2B5EF4-FFF2-40B4-BE49-F238E27FC236}">
                    <a16:creationId xmlns:a16="http://schemas.microsoft.com/office/drawing/2014/main" id="{8DEFE058-EE60-456D-876D-9F60956A98EF}"/>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56771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7" name="Gelijkbenige driehoek 66">
                <a:extLst>
                  <a:ext uri="{FF2B5EF4-FFF2-40B4-BE49-F238E27FC236}">
                    <a16:creationId xmlns:a16="http://schemas.microsoft.com/office/drawing/2014/main" id="{85ED4A2E-5B7D-4ADF-AA34-41CCC0F3C1CB}"/>
                  </a:ext>
                </a:extLst>
              </p:cNvPr>
              <p:cNvSpPr/>
              <p:nvPr userDrawn="1"/>
            </p:nvSpPr>
            <p:spPr>
              <a:xfrm rot="5400000">
                <a:off x="14094210" y="35489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68" name="Groep 67">
                <a:extLst>
                  <a:ext uri="{FF2B5EF4-FFF2-40B4-BE49-F238E27FC236}">
                    <a16:creationId xmlns:a16="http://schemas.microsoft.com/office/drawing/2014/main" id="{501F1A80-AFBE-44E4-8DE0-1587BC6DC44F}"/>
                  </a:ext>
                </a:extLst>
              </p:cNvPr>
              <p:cNvGrpSpPr/>
              <p:nvPr userDrawn="1"/>
            </p:nvGrpSpPr>
            <p:grpSpPr>
              <a:xfrm>
                <a:off x="12822311" y="3178534"/>
                <a:ext cx="182309" cy="163794"/>
                <a:chOff x="12832541" y="3162395"/>
                <a:chExt cx="219532" cy="197236"/>
              </a:xfrm>
            </p:grpSpPr>
            <p:sp>
              <p:nvSpPr>
                <p:cNvPr id="73" name="Rechthoek 72">
                  <a:extLst>
                    <a:ext uri="{FF2B5EF4-FFF2-40B4-BE49-F238E27FC236}">
                      <a16:creationId xmlns:a16="http://schemas.microsoft.com/office/drawing/2014/main" id="{22A2F926-5BF1-4F88-947D-DD978CE25ABA}"/>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sp>
              <p:nvSpPr>
                <p:cNvPr id="74" name="Rechthoek 73">
                  <a:extLst>
                    <a:ext uri="{FF2B5EF4-FFF2-40B4-BE49-F238E27FC236}">
                      <a16:creationId xmlns:a16="http://schemas.microsoft.com/office/drawing/2014/main" id="{8BC638EB-CDD3-4E48-A9A1-6086279A0595}"/>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sp>
              <p:nvSpPr>
                <p:cNvPr id="75" name="Rechthoek 74">
                  <a:extLst>
                    <a:ext uri="{FF2B5EF4-FFF2-40B4-BE49-F238E27FC236}">
                      <a16:creationId xmlns:a16="http://schemas.microsoft.com/office/drawing/2014/main" id="{2F2E1424-81F9-42BF-A20F-F20BD4641436}"/>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grpSp>
          <p:grpSp>
            <p:nvGrpSpPr>
              <p:cNvPr id="69" name="Groep 68">
                <a:extLst>
                  <a:ext uri="{FF2B5EF4-FFF2-40B4-BE49-F238E27FC236}">
                    <a16:creationId xmlns:a16="http://schemas.microsoft.com/office/drawing/2014/main" id="{A1B093F0-00B4-4923-B76A-129C63B1890C}"/>
                  </a:ext>
                </a:extLst>
              </p:cNvPr>
              <p:cNvGrpSpPr/>
              <p:nvPr userDrawn="1"/>
            </p:nvGrpSpPr>
            <p:grpSpPr>
              <a:xfrm>
                <a:off x="12822311" y="3480352"/>
                <a:ext cx="182309" cy="163794"/>
                <a:chOff x="12832541" y="3162395"/>
                <a:chExt cx="219532" cy="197236"/>
              </a:xfrm>
            </p:grpSpPr>
            <p:sp>
              <p:nvSpPr>
                <p:cNvPr id="70" name="Rechthoek 69">
                  <a:extLst>
                    <a:ext uri="{FF2B5EF4-FFF2-40B4-BE49-F238E27FC236}">
                      <a16:creationId xmlns:a16="http://schemas.microsoft.com/office/drawing/2014/main" id="{229BC8A6-D2B3-4F65-9241-59C2DA929F4E}"/>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sp>
              <p:nvSpPr>
                <p:cNvPr id="71" name="Rechthoek 70">
                  <a:extLst>
                    <a:ext uri="{FF2B5EF4-FFF2-40B4-BE49-F238E27FC236}">
                      <a16:creationId xmlns:a16="http://schemas.microsoft.com/office/drawing/2014/main" id="{F6D5CA3A-51CD-498E-8746-0869C11EEBAF}"/>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sp>
              <p:nvSpPr>
                <p:cNvPr id="72" name="Rechthoek 71">
                  <a:extLst>
                    <a:ext uri="{FF2B5EF4-FFF2-40B4-BE49-F238E27FC236}">
                      <a16:creationId xmlns:a16="http://schemas.microsoft.com/office/drawing/2014/main" id="{D608BBC9-1001-4E66-A312-6088C407AFB4}"/>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grpSp>
        </p:grpSp>
        <p:sp>
          <p:nvSpPr>
            <p:cNvPr id="40" name="Rechthoek 39">
              <a:extLst>
                <a:ext uri="{FF2B5EF4-FFF2-40B4-BE49-F238E27FC236}">
                  <a16:creationId xmlns:a16="http://schemas.microsoft.com/office/drawing/2014/main" id="{C0C7C318-3E96-4B81-ACB4-7C36BF469744}"/>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bg1">
                      <a:lumMod val="50000"/>
                    </a:schemeClr>
                  </a:solidFill>
                  <a:effectLst/>
                  <a:uLnTx/>
                  <a:uFillTx/>
                  <a:latin typeface="+mj-lt"/>
                  <a:cs typeface="Segoe UI Light" panose="020B0502040204020203" pitchFamily="34" charset="0"/>
                </a:rPr>
                <a:t>Video invoegen/veranderen</a:t>
              </a:r>
            </a:p>
          </p:txBody>
        </p:sp>
        <p:sp>
          <p:nvSpPr>
            <p:cNvPr id="41" name="Ovaal 40">
              <a:extLst>
                <a:ext uri="{FF2B5EF4-FFF2-40B4-BE49-F238E27FC236}">
                  <a16:creationId xmlns:a16="http://schemas.microsoft.com/office/drawing/2014/main" id="{D0743919-FB33-451B-8DC4-F2B387D8CEF3}"/>
                </a:ext>
              </a:extLst>
            </p:cNvPr>
            <p:cNvSpPr/>
            <p:nvPr userDrawn="1"/>
          </p:nvSpPr>
          <p:spPr>
            <a:xfrm>
              <a:off x="12391601" y="366490"/>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42" name="Rechte verbindingslijn 41">
              <a:extLst>
                <a:ext uri="{FF2B5EF4-FFF2-40B4-BE49-F238E27FC236}">
                  <a16:creationId xmlns:a16="http://schemas.microsoft.com/office/drawing/2014/main" id="{A1EB5A75-89AB-4158-BF50-215212A08A01}"/>
                </a:ext>
              </a:extLst>
            </p:cNvPr>
            <p:cNvCxnSpPr>
              <a:cxnSpLocks/>
            </p:cNvCxnSpPr>
            <p:nvPr userDrawn="1"/>
          </p:nvCxnSpPr>
          <p:spPr>
            <a:xfrm>
              <a:off x="12397261" y="241635"/>
              <a:ext cx="3178017" cy="0"/>
            </a:xfrm>
            <a:prstGeom prst="line">
              <a:avLst/>
            </a:prstGeom>
            <a:noFill/>
            <a:ln w="3175" cap="flat" cmpd="sng" algn="ctr">
              <a:solidFill>
                <a:schemeClr val="bg1">
                  <a:lumMod val="50000"/>
                </a:schemeClr>
              </a:solidFill>
              <a:prstDash val="solid"/>
            </a:ln>
            <a:effectLst/>
          </p:spPr>
        </p:cxnSp>
        <p:cxnSp>
          <p:nvCxnSpPr>
            <p:cNvPr id="43" name="Rechte verbindingslijn 42">
              <a:extLst>
                <a:ext uri="{FF2B5EF4-FFF2-40B4-BE49-F238E27FC236}">
                  <a16:creationId xmlns:a16="http://schemas.microsoft.com/office/drawing/2014/main" id="{B0B3092D-0DFD-4D6E-9146-A41AA2C4735E}"/>
                </a:ext>
              </a:extLst>
            </p:cNvPr>
            <p:cNvCxnSpPr>
              <a:cxnSpLocks/>
            </p:cNvCxnSpPr>
            <p:nvPr userDrawn="1"/>
          </p:nvCxnSpPr>
          <p:spPr>
            <a:xfrm>
              <a:off x="12397261" y="1577933"/>
              <a:ext cx="3178017" cy="0"/>
            </a:xfrm>
            <a:prstGeom prst="line">
              <a:avLst/>
            </a:prstGeom>
            <a:noFill/>
            <a:ln w="3175" cap="flat" cmpd="sng" algn="ctr">
              <a:solidFill>
                <a:schemeClr val="bg1">
                  <a:lumMod val="50000"/>
                </a:schemeClr>
              </a:solidFill>
              <a:prstDash val="solid"/>
            </a:ln>
            <a:effectLst/>
          </p:spPr>
        </p:cxnSp>
        <p:sp>
          <p:nvSpPr>
            <p:cNvPr id="44" name="Rechthoek 43">
              <a:extLst>
                <a:ext uri="{FF2B5EF4-FFF2-40B4-BE49-F238E27FC236}">
                  <a16:creationId xmlns:a16="http://schemas.microsoft.com/office/drawing/2014/main" id="{D1F3E125-8E03-486C-B4D8-8D9811393DEB}"/>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afbeelding/video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video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45" name="Rechte verbindingslijn 44">
              <a:extLst>
                <a:ext uri="{FF2B5EF4-FFF2-40B4-BE49-F238E27FC236}">
                  <a16:creationId xmlns:a16="http://schemas.microsoft.com/office/drawing/2014/main" id="{0E12CFCD-3A49-4E90-AD60-63DF6D637287}"/>
                </a:ext>
              </a:extLst>
            </p:cNvPr>
            <p:cNvCxnSpPr>
              <a:cxnSpLocks/>
            </p:cNvCxnSpPr>
            <p:nvPr userDrawn="1"/>
          </p:nvCxnSpPr>
          <p:spPr>
            <a:xfrm>
              <a:off x="12397261" y="3883011"/>
              <a:ext cx="3178017" cy="0"/>
            </a:xfrm>
            <a:prstGeom prst="line">
              <a:avLst/>
            </a:prstGeom>
            <a:noFill/>
            <a:ln w="3175" cap="flat" cmpd="sng" algn="ctr">
              <a:solidFill>
                <a:schemeClr val="bg1">
                  <a:lumMod val="50000"/>
                </a:schemeClr>
              </a:solidFill>
              <a:prstDash val="solid"/>
            </a:ln>
            <a:effectLst/>
          </p:spPr>
        </p:cxnSp>
        <p:sp>
          <p:nvSpPr>
            <p:cNvPr id="46" name="Ovaal 45">
              <a:extLst>
                <a:ext uri="{FF2B5EF4-FFF2-40B4-BE49-F238E27FC236}">
                  <a16:creationId xmlns:a16="http://schemas.microsoft.com/office/drawing/2014/main" id="{B6877113-4806-4C8A-AF8A-DC1F93F8FBEF}"/>
                </a:ext>
              </a:extLst>
            </p:cNvPr>
            <p:cNvSpPr/>
            <p:nvPr userDrawn="1"/>
          </p:nvSpPr>
          <p:spPr>
            <a:xfrm>
              <a:off x="12391601" y="1706398"/>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47" name="Rechthoek 46">
              <a:extLst>
                <a:ext uri="{FF2B5EF4-FFF2-40B4-BE49-F238E27FC236}">
                  <a16:creationId xmlns:a16="http://schemas.microsoft.com/office/drawing/2014/main" id="{F01103AC-E18C-44A5-BA89-6A49E2A01FF4}"/>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video</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48" name="Groep 47">
              <a:extLst>
                <a:ext uri="{FF2B5EF4-FFF2-40B4-BE49-F238E27FC236}">
                  <a16:creationId xmlns:a16="http://schemas.microsoft.com/office/drawing/2014/main" id="{C12A0970-B4FD-4023-B57B-3980B33E6B3D}"/>
                </a:ext>
              </a:extLst>
            </p:cNvPr>
            <p:cNvGrpSpPr/>
            <p:nvPr userDrawn="1"/>
          </p:nvGrpSpPr>
          <p:grpSpPr>
            <a:xfrm>
              <a:off x="12757282" y="2184550"/>
              <a:ext cx="825500" cy="209550"/>
              <a:chOff x="13504624" y="2482850"/>
              <a:chExt cx="825500" cy="209550"/>
            </a:xfrm>
          </p:grpSpPr>
          <p:sp>
            <p:nvSpPr>
              <p:cNvPr id="56" name="Rechthoek 55">
                <a:extLst>
                  <a:ext uri="{FF2B5EF4-FFF2-40B4-BE49-F238E27FC236}">
                    <a16:creationId xmlns:a16="http://schemas.microsoft.com/office/drawing/2014/main" id="{36AC0901-09AF-4907-8355-39CA730014D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57" name="Rechte verbindingslijn 56">
                <a:extLst>
                  <a:ext uri="{FF2B5EF4-FFF2-40B4-BE49-F238E27FC236}">
                    <a16:creationId xmlns:a16="http://schemas.microsoft.com/office/drawing/2014/main" id="{2EE6CC0C-00EB-4E2B-A3D5-47B1FADD317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58" name="Gelijkbenige driehoek 57">
                <a:extLst>
                  <a:ext uri="{FF2B5EF4-FFF2-40B4-BE49-F238E27FC236}">
                    <a16:creationId xmlns:a16="http://schemas.microsoft.com/office/drawing/2014/main" id="{E6CDECED-9158-47AD-9032-44003A5B8C1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sp>
          <p:nvSpPr>
            <p:cNvPr id="49" name="Ovaal 48">
              <a:extLst>
                <a:ext uri="{FF2B5EF4-FFF2-40B4-BE49-F238E27FC236}">
                  <a16:creationId xmlns:a16="http://schemas.microsoft.com/office/drawing/2014/main" id="{78BCD690-05FD-4530-813A-8676AE327152}"/>
                </a:ext>
              </a:extLst>
            </p:cNvPr>
            <p:cNvSpPr/>
            <p:nvPr userDrawn="1"/>
          </p:nvSpPr>
          <p:spPr>
            <a:xfrm>
              <a:off x="12391601" y="2617951"/>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3</a:t>
              </a:r>
            </a:p>
          </p:txBody>
        </p:sp>
        <p:sp>
          <p:nvSpPr>
            <p:cNvPr id="50" name="Rechthoek 49">
              <a:extLst>
                <a:ext uri="{FF2B5EF4-FFF2-40B4-BE49-F238E27FC236}">
                  <a16:creationId xmlns:a16="http://schemas.microsoft.com/office/drawing/2014/main" id="{1C57B8CD-55B0-4BE8-9A34-4803A8723C58}"/>
                </a:ext>
              </a:extLst>
            </p:cNvPr>
            <p:cNvSpPr/>
            <p:nvPr userDrawn="1"/>
          </p:nvSpPr>
          <p:spPr>
            <a:xfrm>
              <a:off x="12757283" y="2684015"/>
              <a:ext cx="2817996" cy="31661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Klik met de rechter muisknop op de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video en kies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51" name="Rechte verbindingslijn 50">
              <a:extLst>
                <a:ext uri="{FF2B5EF4-FFF2-40B4-BE49-F238E27FC236}">
                  <a16:creationId xmlns:a16="http://schemas.microsoft.com/office/drawing/2014/main" id="{761C4B32-44A6-4B00-805F-C7B6DB018D5F}"/>
                </a:ext>
              </a:extLst>
            </p:cNvPr>
            <p:cNvCxnSpPr>
              <a:cxnSpLocks/>
            </p:cNvCxnSpPr>
            <p:nvPr userDrawn="1"/>
          </p:nvCxnSpPr>
          <p:spPr>
            <a:xfrm>
              <a:off x="12397261" y="2499789"/>
              <a:ext cx="3178017" cy="0"/>
            </a:xfrm>
            <a:prstGeom prst="line">
              <a:avLst/>
            </a:prstGeom>
            <a:noFill/>
            <a:ln w="3175" cap="flat" cmpd="sng" algn="ctr">
              <a:solidFill>
                <a:schemeClr val="bg1">
                  <a:lumMod val="50000"/>
                </a:schemeClr>
              </a:solidFill>
              <a:prstDash val="solid"/>
            </a:ln>
            <a:effectLst/>
          </p:spPr>
        </p:cxnSp>
        <p:grpSp>
          <p:nvGrpSpPr>
            <p:cNvPr id="52" name="Video icoon">
              <a:extLst>
                <a:ext uri="{FF2B5EF4-FFF2-40B4-BE49-F238E27FC236}">
                  <a16:creationId xmlns:a16="http://schemas.microsoft.com/office/drawing/2014/main" id="{91A37CCC-AF39-465F-BEA1-73B0A456E011}"/>
                </a:ext>
              </a:extLst>
            </p:cNvPr>
            <p:cNvGrpSpPr/>
            <p:nvPr userDrawn="1"/>
          </p:nvGrpSpPr>
          <p:grpSpPr>
            <a:xfrm>
              <a:off x="12757282" y="1122460"/>
              <a:ext cx="326087" cy="328143"/>
              <a:chOff x="8066315" y="1676399"/>
              <a:chExt cx="1371600" cy="1380253"/>
            </a:xfrm>
          </p:grpSpPr>
          <p:sp>
            <p:nvSpPr>
              <p:cNvPr id="53" name="Rechthoek 52">
                <a:extLst>
                  <a:ext uri="{FF2B5EF4-FFF2-40B4-BE49-F238E27FC236}">
                    <a16:creationId xmlns:a16="http://schemas.microsoft.com/office/drawing/2014/main" id="{8ECF6D49-2487-49C3-B7E5-83526196CF45}"/>
                  </a:ext>
                </a:extLst>
              </p:cNvPr>
              <p:cNvSpPr/>
              <p:nvPr userDrawn="1"/>
            </p:nvSpPr>
            <p:spPr>
              <a:xfrm>
                <a:off x="8066315" y="1687286"/>
                <a:ext cx="1360714" cy="1360714"/>
              </a:xfrm>
              <a:prstGeom prst="rect">
                <a:avLst/>
              </a:prstGeom>
              <a:solidFill>
                <a:schemeClr val="bg1"/>
              </a:solid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sp>
            <p:nvSpPr>
              <p:cNvPr id="54" name="Vrije vorm 112">
                <a:extLst>
                  <a:ext uri="{FF2B5EF4-FFF2-40B4-BE49-F238E27FC236}">
                    <a16:creationId xmlns:a16="http://schemas.microsoft.com/office/drawing/2014/main" id="{412C8A5D-7A14-4590-B55F-183B23A72F12}"/>
                  </a:ext>
                </a:extLst>
              </p:cNvPr>
              <p:cNvSpPr/>
              <p:nvPr userDrawn="1"/>
            </p:nvSpPr>
            <p:spPr>
              <a:xfrm>
                <a:off x="8077201" y="1676399"/>
                <a:ext cx="1360714" cy="206829"/>
              </a:xfrm>
              <a:custGeom>
                <a:avLst/>
                <a:gdLst>
                  <a:gd name="connsiteX0" fmla="*/ 1186901 w 1360714"/>
                  <a:gd name="connsiteY0" fmla="*/ 41746 h 206829"/>
                  <a:gd name="connsiteX1" fmla="*/ 1186901 w 1360714"/>
                  <a:gd name="connsiteY1" fmla="*/ 175847 h 206829"/>
                  <a:gd name="connsiteX2" fmla="*/ 1315854 w 1360714"/>
                  <a:gd name="connsiteY2" fmla="*/ 175847 h 206829"/>
                  <a:gd name="connsiteX3" fmla="*/ 1315854 w 1360714"/>
                  <a:gd name="connsiteY3" fmla="*/ 41746 h 206829"/>
                  <a:gd name="connsiteX4" fmla="*/ 958249 w 1360714"/>
                  <a:gd name="connsiteY4" fmla="*/ 41746 h 206829"/>
                  <a:gd name="connsiteX5" fmla="*/ 958249 w 1360714"/>
                  <a:gd name="connsiteY5" fmla="*/ 175847 h 206829"/>
                  <a:gd name="connsiteX6" fmla="*/ 1087202 w 1360714"/>
                  <a:gd name="connsiteY6" fmla="*/ 175847 h 206829"/>
                  <a:gd name="connsiteX7" fmla="*/ 1087202 w 1360714"/>
                  <a:gd name="connsiteY7" fmla="*/ 41746 h 206829"/>
                  <a:gd name="connsiteX8" fmla="*/ 729440 w 1360714"/>
                  <a:gd name="connsiteY8" fmla="*/ 41746 h 206829"/>
                  <a:gd name="connsiteX9" fmla="*/ 729440 w 1360714"/>
                  <a:gd name="connsiteY9" fmla="*/ 175847 h 206829"/>
                  <a:gd name="connsiteX10" fmla="*/ 858393 w 1360714"/>
                  <a:gd name="connsiteY10" fmla="*/ 175847 h 206829"/>
                  <a:gd name="connsiteX11" fmla="*/ 858393 w 1360714"/>
                  <a:gd name="connsiteY11" fmla="*/ 41746 h 206829"/>
                  <a:gd name="connsiteX12" fmla="*/ 493889 w 1360714"/>
                  <a:gd name="connsiteY12" fmla="*/ 41746 h 206829"/>
                  <a:gd name="connsiteX13" fmla="*/ 493889 w 1360714"/>
                  <a:gd name="connsiteY13" fmla="*/ 175847 h 206829"/>
                  <a:gd name="connsiteX14" fmla="*/ 622842 w 1360714"/>
                  <a:gd name="connsiteY14" fmla="*/ 175847 h 206829"/>
                  <a:gd name="connsiteX15" fmla="*/ 622842 w 1360714"/>
                  <a:gd name="connsiteY15" fmla="*/ 41746 h 206829"/>
                  <a:gd name="connsiteX16" fmla="*/ 260368 w 1360714"/>
                  <a:gd name="connsiteY16" fmla="*/ 41746 h 206829"/>
                  <a:gd name="connsiteX17" fmla="*/ 260368 w 1360714"/>
                  <a:gd name="connsiteY17" fmla="*/ 175847 h 206829"/>
                  <a:gd name="connsiteX18" fmla="*/ 389321 w 1360714"/>
                  <a:gd name="connsiteY18" fmla="*/ 175847 h 206829"/>
                  <a:gd name="connsiteX19" fmla="*/ 389321 w 1360714"/>
                  <a:gd name="connsiteY19" fmla="*/ 41746 h 206829"/>
                  <a:gd name="connsiteX20" fmla="*/ 35169 w 1360714"/>
                  <a:gd name="connsiteY20" fmla="*/ 41746 h 206829"/>
                  <a:gd name="connsiteX21" fmla="*/ 35169 w 1360714"/>
                  <a:gd name="connsiteY21" fmla="*/ 175847 h 206829"/>
                  <a:gd name="connsiteX22" fmla="*/ 164122 w 1360714"/>
                  <a:gd name="connsiteY22" fmla="*/ 175847 h 206829"/>
                  <a:gd name="connsiteX23" fmla="*/ 164122 w 1360714"/>
                  <a:gd name="connsiteY23" fmla="*/ 41746 h 206829"/>
                  <a:gd name="connsiteX24" fmla="*/ 0 w 1360714"/>
                  <a:gd name="connsiteY24" fmla="*/ 0 h 206829"/>
                  <a:gd name="connsiteX25" fmla="*/ 1360714 w 1360714"/>
                  <a:gd name="connsiteY25" fmla="*/ 0 h 206829"/>
                  <a:gd name="connsiteX26" fmla="*/ 1360714 w 1360714"/>
                  <a:gd name="connsiteY26" fmla="*/ 206829 h 206829"/>
                  <a:gd name="connsiteX27" fmla="*/ 0 w 1360714"/>
                  <a:gd name="connsiteY27" fmla="*/ 206829 h 20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60714" h="206829">
                    <a:moveTo>
                      <a:pt x="1186901" y="41746"/>
                    </a:moveTo>
                    <a:lnTo>
                      <a:pt x="1186901" y="175847"/>
                    </a:lnTo>
                    <a:lnTo>
                      <a:pt x="1315854" y="175847"/>
                    </a:lnTo>
                    <a:lnTo>
                      <a:pt x="1315854" y="41746"/>
                    </a:lnTo>
                    <a:close/>
                    <a:moveTo>
                      <a:pt x="958249" y="41746"/>
                    </a:moveTo>
                    <a:lnTo>
                      <a:pt x="958249" y="175847"/>
                    </a:lnTo>
                    <a:lnTo>
                      <a:pt x="1087202" y="175847"/>
                    </a:lnTo>
                    <a:lnTo>
                      <a:pt x="1087202" y="41746"/>
                    </a:lnTo>
                    <a:close/>
                    <a:moveTo>
                      <a:pt x="729440" y="41746"/>
                    </a:moveTo>
                    <a:lnTo>
                      <a:pt x="729440" y="175847"/>
                    </a:lnTo>
                    <a:lnTo>
                      <a:pt x="858393" y="175847"/>
                    </a:lnTo>
                    <a:lnTo>
                      <a:pt x="858393" y="41746"/>
                    </a:lnTo>
                    <a:close/>
                    <a:moveTo>
                      <a:pt x="493889" y="41746"/>
                    </a:moveTo>
                    <a:lnTo>
                      <a:pt x="493889" y="175847"/>
                    </a:lnTo>
                    <a:lnTo>
                      <a:pt x="622842" y="175847"/>
                    </a:lnTo>
                    <a:lnTo>
                      <a:pt x="622842" y="41746"/>
                    </a:lnTo>
                    <a:close/>
                    <a:moveTo>
                      <a:pt x="260368" y="41746"/>
                    </a:moveTo>
                    <a:lnTo>
                      <a:pt x="260368" y="175847"/>
                    </a:lnTo>
                    <a:lnTo>
                      <a:pt x="389321" y="175847"/>
                    </a:lnTo>
                    <a:lnTo>
                      <a:pt x="389321" y="41746"/>
                    </a:lnTo>
                    <a:close/>
                    <a:moveTo>
                      <a:pt x="35169" y="41746"/>
                    </a:moveTo>
                    <a:lnTo>
                      <a:pt x="35169" y="175847"/>
                    </a:lnTo>
                    <a:lnTo>
                      <a:pt x="164122" y="175847"/>
                    </a:lnTo>
                    <a:lnTo>
                      <a:pt x="164122" y="41746"/>
                    </a:lnTo>
                    <a:close/>
                    <a:moveTo>
                      <a:pt x="0" y="0"/>
                    </a:moveTo>
                    <a:lnTo>
                      <a:pt x="1360714" y="0"/>
                    </a:lnTo>
                    <a:lnTo>
                      <a:pt x="1360714" y="206829"/>
                    </a:lnTo>
                    <a:lnTo>
                      <a:pt x="0" y="206829"/>
                    </a:lnTo>
                    <a:close/>
                  </a:path>
                </a:pathLst>
              </a:custGeom>
              <a:solidFill>
                <a:srgbClr val="6C6C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sp>
            <p:nvSpPr>
              <p:cNvPr id="55" name="Vrije vorm 113">
                <a:extLst>
                  <a:ext uri="{FF2B5EF4-FFF2-40B4-BE49-F238E27FC236}">
                    <a16:creationId xmlns:a16="http://schemas.microsoft.com/office/drawing/2014/main" id="{E67C5FB5-833D-438E-A7D8-2E3FFB73E3E2}"/>
                  </a:ext>
                </a:extLst>
              </p:cNvPr>
              <p:cNvSpPr/>
              <p:nvPr userDrawn="1"/>
            </p:nvSpPr>
            <p:spPr>
              <a:xfrm>
                <a:off x="8071339" y="2849823"/>
                <a:ext cx="1360714" cy="206829"/>
              </a:xfrm>
              <a:custGeom>
                <a:avLst/>
                <a:gdLst>
                  <a:gd name="connsiteX0" fmla="*/ 1186901 w 1360714"/>
                  <a:gd name="connsiteY0" fmla="*/ 41746 h 206829"/>
                  <a:gd name="connsiteX1" fmla="*/ 1186901 w 1360714"/>
                  <a:gd name="connsiteY1" fmla="*/ 175847 h 206829"/>
                  <a:gd name="connsiteX2" fmla="*/ 1315854 w 1360714"/>
                  <a:gd name="connsiteY2" fmla="*/ 175847 h 206829"/>
                  <a:gd name="connsiteX3" fmla="*/ 1315854 w 1360714"/>
                  <a:gd name="connsiteY3" fmla="*/ 41746 h 206829"/>
                  <a:gd name="connsiteX4" fmla="*/ 958249 w 1360714"/>
                  <a:gd name="connsiteY4" fmla="*/ 41746 h 206829"/>
                  <a:gd name="connsiteX5" fmla="*/ 958249 w 1360714"/>
                  <a:gd name="connsiteY5" fmla="*/ 175847 h 206829"/>
                  <a:gd name="connsiteX6" fmla="*/ 1087202 w 1360714"/>
                  <a:gd name="connsiteY6" fmla="*/ 175847 h 206829"/>
                  <a:gd name="connsiteX7" fmla="*/ 1087202 w 1360714"/>
                  <a:gd name="connsiteY7" fmla="*/ 41746 h 206829"/>
                  <a:gd name="connsiteX8" fmla="*/ 729440 w 1360714"/>
                  <a:gd name="connsiteY8" fmla="*/ 41746 h 206829"/>
                  <a:gd name="connsiteX9" fmla="*/ 729440 w 1360714"/>
                  <a:gd name="connsiteY9" fmla="*/ 175847 h 206829"/>
                  <a:gd name="connsiteX10" fmla="*/ 858393 w 1360714"/>
                  <a:gd name="connsiteY10" fmla="*/ 175847 h 206829"/>
                  <a:gd name="connsiteX11" fmla="*/ 858393 w 1360714"/>
                  <a:gd name="connsiteY11" fmla="*/ 41746 h 206829"/>
                  <a:gd name="connsiteX12" fmla="*/ 493889 w 1360714"/>
                  <a:gd name="connsiteY12" fmla="*/ 41746 h 206829"/>
                  <a:gd name="connsiteX13" fmla="*/ 493889 w 1360714"/>
                  <a:gd name="connsiteY13" fmla="*/ 175847 h 206829"/>
                  <a:gd name="connsiteX14" fmla="*/ 622842 w 1360714"/>
                  <a:gd name="connsiteY14" fmla="*/ 175847 h 206829"/>
                  <a:gd name="connsiteX15" fmla="*/ 622842 w 1360714"/>
                  <a:gd name="connsiteY15" fmla="*/ 41746 h 206829"/>
                  <a:gd name="connsiteX16" fmla="*/ 260368 w 1360714"/>
                  <a:gd name="connsiteY16" fmla="*/ 41746 h 206829"/>
                  <a:gd name="connsiteX17" fmla="*/ 260368 w 1360714"/>
                  <a:gd name="connsiteY17" fmla="*/ 175847 h 206829"/>
                  <a:gd name="connsiteX18" fmla="*/ 389321 w 1360714"/>
                  <a:gd name="connsiteY18" fmla="*/ 175847 h 206829"/>
                  <a:gd name="connsiteX19" fmla="*/ 389321 w 1360714"/>
                  <a:gd name="connsiteY19" fmla="*/ 41746 h 206829"/>
                  <a:gd name="connsiteX20" fmla="*/ 35169 w 1360714"/>
                  <a:gd name="connsiteY20" fmla="*/ 41746 h 206829"/>
                  <a:gd name="connsiteX21" fmla="*/ 35169 w 1360714"/>
                  <a:gd name="connsiteY21" fmla="*/ 175847 h 206829"/>
                  <a:gd name="connsiteX22" fmla="*/ 164122 w 1360714"/>
                  <a:gd name="connsiteY22" fmla="*/ 175847 h 206829"/>
                  <a:gd name="connsiteX23" fmla="*/ 164122 w 1360714"/>
                  <a:gd name="connsiteY23" fmla="*/ 41746 h 206829"/>
                  <a:gd name="connsiteX24" fmla="*/ 0 w 1360714"/>
                  <a:gd name="connsiteY24" fmla="*/ 0 h 206829"/>
                  <a:gd name="connsiteX25" fmla="*/ 1360714 w 1360714"/>
                  <a:gd name="connsiteY25" fmla="*/ 0 h 206829"/>
                  <a:gd name="connsiteX26" fmla="*/ 1360714 w 1360714"/>
                  <a:gd name="connsiteY26" fmla="*/ 206829 h 206829"/>
                  <a:gd name="connsiteX27" fmla="*/ 0 w 1360714"/>
                  <a:gd name="connsiteY27" fmla="*/ 206829 h 20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60714" h="206829">
                    <a:moveTo>
                      <a:pt x="1186901" y="41746"/>
                    </a:moveTo>
                    <a:lnTo>
                      <a:pt x="1186901" y="175847"/>
                    </a:lnTo>
                    <a:lnTo>
                      <a:pt x="1315854" y="175847"/>
                    </a:lnTo>
                    <a:lnTo>
                      <a:pt x="1315854" y="41746"/>
                    </a:lnTo>
                    <a:close/>
                    <a:moveTo>
                      <a:pt x="958249" y="41746"/>
                    </a:moveTo>
                    <a:lnTo>
                      <a:pt x="958249" y="175847"/>
                    </a:lnTo>
                    <a:lnTo>
                      <a:pt x="1087202" y="175847"/>
                    </a:lnTo>
                    <a:lnTo>
                      <a:pt x="1087202" y="41746"/>
                    </a:lnTo>
                    <a:close/>
                    <a:moveTo>
                      <a:pt x="729440" y="41746"/>
                    </a:moveTo>
                    <a:lnTo>
                      <a:pt x="729440" y="175847"/>
                    </a:lnTo>
                    <a:lnTo>
                      <a:pt x="858393" y="175847"/>
                    </a:lnTo>
                    <a:lnTo>
                      <a:pt x="858393" y="41746"/>
                    </a:lnTo>
                    <a:close/>
                    <a:moveTo>
                      <a:pt x="493889" y="41746"/>
                    </a:moveTo>
                    <a:lnTo>
                      <a:pt x="493889" y="175847"/>
                    </a:lnTo>
                    <a:lnTo>
                      <a:pt x="622842" y="175847"/>
                    </a:lnTo>
                    <a:lnTo>
                      <a:pt x="622842" y="41746"/>
                    </a:lnTo>
                    <a:close/>
                    <a:moveTo>
                      <a:pt x="260368" y="41746"/>
                    </a:moveTo>
                    <a:lnTo>
                      <a:pt x="260368" y="175847"/>
                    </a:lnTo>
                    <a:lnTo>
                      <a:pt x="389321" y="175847"/>
                    </a:lnTo>
                    <a:lnTo>
                      <a:pt x="389321" y="41746"/>
                    </a:lnTo>
                    <a:close/>
                    <a:moveTo>
                      <a:pt x="35169" y="41746"/>
                    </a:moveTo>
                    <a:lnTo>
                      <a:pt x="35169" y="175847"/>
                    </a:lnTo>
                    <a:lnTo>
                      <a:pt x="164122" y="175847"/>
                    </a:lnTo>
                    <a:lnTo>
                      <a:pt x="164122" y="41746"/>
                    </a:lnTo>
                    <a:close/>
                    <a:moveTo>
                      <a:pt x="0" y="0"/>
                    </a:moveTo>
                    <a:lnTo>
                      <a:pt x="1360714" y="0"/>
                    </a:lnTo>
                    <a:lnTo>
                      <a:pt x="1360714" y="206829"/>
                    </a:lnTo>
                    <a:lnTo>
                      <a:pt x="0" y="206829"/>
                    </a:lnTo>
                    <a:close/>
                  </a:path>
                </a:pathLst>
              </a:custGeom>
              <a:solidFill>
                <a:srgbClr val="6C6C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p>
            </p:txBody>
          </p:sp>
        </p:grpSp>
      </p:grpSp>
      <p:grpSp>
        <p:nvGrpSpPr>
          <p:cNvPr id="7" name="Groep 6">
            <a:extLst>
              <a:ext uri="{FF2B5EF4-FFF2-40B4-BE49-F238E27FC236}">
                <a16:creationId xmlns:a16="http://schemas.microsoft.com/office/drawing/2014/main" id="{BEFF6C6F-6B4A-4D33-A5D7-E56B6DFBFF7A}"/>
              </a:ext>
            </a:extLst>
          </p:cNvPr>
          <p:cNvGrpSpPr/>
          <p:nvPr userDrawn="1"/>
        </p:nvGrpSpPr>
        <p:grpSpPr>
          <a:xfrm>
            <a:off x="12391601" y="3998810"/>
            <a:ext cx="3183677" cy="2859190"/>
            <a:chOff x="12391601" y="3998810"/>
            <a:chExt cx="3183677" cy="2859190"/>
          </a:xfrm>
        </p:grpSpPr>
        <p:sp>
          <p:nvSpPr>
            <p:cNvPr id="80" name="Rechthoek 79">
              <a:extLst>
                <a:ext uri="{FF2B5EF4-FFF2-40B4-BE49-F238E27FC236}">
                  <a16:creationId xmlns:a16="http://schemas.microsoft.com/office/drawing/2014/main" id="{9D5C4836-49E1-437D-A0AC-11DEE1B33CAE}"/>
                </a:ext>
              </a:extLst>
            </p:cNvPr>
            <p:cNvSpPr/>
            <p:nvPr userDrawn="1"/>
          </p:nvSpPr>
          <p:spPr>
            <a:xfrm>
              <a:off x="12397262" y="399881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bg1">
                      <a:lumMod val="50000"/>
                    </a:schemeClr>
                  </a:solidFill>
                  <a:effectLst/>
                  <a:uLnTx/>
                  <a:uFillTx/>
                  <a:latin typeface="+mj-lt"/>
                  <a:cs typeface="Segoe UI Light" panose="020B0502040204020203" pitchFamily="34" charset="0"/>
                </a:rPr>
                <a:t>Video automatisch laten afspelen</a:t>
              </a:r>
            </a:p>
          </p:txBody>
        </p:sp>
        <p:sp>
          <p:nvSpPr>
            <p:cNvPr id="81" name="Ovaal 80">
              <a:extLst>
                <a:ext uri="{FF2B5EF4-FFF2-40B4-BE49-F238E27FC236}">
                  <a16:creationId xmlns:a16="http://schemas.microsoft.com/office/drawing/2014/main" id="{F4410F6C-0971-4B24-A4E0-A9F0C8FC1665}"/>
                </a:ext>
              </a:extLst>
            </p:cNvPr>
            <p:cNvSpPr/>
            <p:nvPr userDrawn="1"/>
          </p:nvSpPr>
          <p:spPr>
            <a:xfrm>
              <a:off x="12391601" y="4365300"/>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82" name="Rechte verbindingslijn 81">
              <a:extLst>
                <a:ext uri="{FF2B5EF4-FFF2-40B4-BE49-F238E27FC236}">
                  <a16:creationId xmlns:a16="http://schemas.microsoft.com/office/drawing/2014/main" id="{223CA539-791E-464C-8AF4-4FF2D5BB1978}"/>
                </a:ext>
              </a:extLst>
            </p:cNvPr>
            <p:cNvCxnSpPr>
              <a:cxnSpLocks/>
            </p:cNvCxnSpPr>
            <p:nvPr userDrawn="1"/>
          </p:nvCxnSpPr>
          <p:spPr>
            <a:xfrm>
              <a:off x="12397261" y="4240445"/>
              <a:ext cx="3178017" cy="0"/>
            </a:xfrm>
            <a:prstGeom prst="line">
              <a:avLst/>
            </a:prstGeom>
            <a:noFill/>
            <a:ln w="3175" cap="flat" cmpd="sng" algn="ctr">
              <a:solidFill>
                <a:schemeClr val="bg1">
                  <a:lumMod val="50000"/>
                </a:schemeClr>
              </a:solidFill>
              <a:prstDash val="solid"/>
            </a:ln>
            <a:effectLst/>
          </p:spPr>
        </p:cxnSp>
        <p:sp>
          <p:nvSpPr>
            <p:cNvPr id="84" name="Rechthoek 83">
              <a:extLst>
                <a:ext uri="{FF2B5EF4-FFF2-40B4-BE49-F238E27FC236}">
                  <a16:creationId xmlns:a16="http://schemas.microsoft.com/office/drawing/2014/main" id="{AD26DEDE-987C-4ABA-B8EC-8D14D6B40409}"/>
                </a:ext>
              </a:extLst>
            </p:cNvPr>
            <p:cNvSpPr/>
            <p:nvPr userDrawn="1"/>
          </p:nvSpPr>
          <p:spPr>
            <a:xfrm>
              <a:off x="12757282" y="443136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video door er op te klikken. Ga naar de tab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‘Hulpmiddelen voor video – Afspelen’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en klik bij ‘Begin’ het keuze menu open door op het pijltje naar beneden te klikken.</a:t>
              </a:r>
            </a:p>
          </p:txBody>
        </p:sp>
        <p:pic>
          <p:nvPicPr>
            <p:cNvPr id="2" name="Afbeelding 1">
              <a:extLst>
                <a:ext uri="{FF2B5EF4-FFF2-40B4-BE49-F238E27FC236}">
                  <a16:creationId xmlns:a16="http://schemas.microsoft.com/office/drawing/2014/main" id="{09DAFE33-AC6E-4D6F-B14F-56F3A9758AF4}"/>
                </a:ext>
              </a:extLst>
            </p:cNvPr>
            <p:cNvPicPr>
              <a:picLocks noChangeAspect="1"/>
            </p:cNvPicPr>
            <p:nvPr userDrawn="1"/>
          </p:nvPicPr>
          <p:blipFill rotWithShape="1">
            <a:blip r:embed="rId3"/>
            <a:srcRect l="1140" r="1773" b="3305"/>
            <a:stretch/>
          </p:blipFill>
          <p:spPr>
            <a:xfrm>
              <a:off x="12757281" y="5888445"/>
              <a:ext cx="1518277" cy="860372"/>
            </a:xfrm>
            <a:prstGeom prst="rect">
              <a:avLst/>
            </a:prstGeom>
          </p:spPr>
        </p:pic>
        <p:pic>
          <p:nvPicPr>
            <p:cNvPr id="3" name="Afbeelding 2">
              <a:extLst>
                <a:ext uri="{FF2B5EF4-FFF2-40B4-BE49-F238E27FC236}">
                  <a16:creationId xmlns:a16="http://schemas.microsoft.com/office/drawing/2014/main" id="{60153270-ACD1-4483-9549-881A0264CEA9}"/>
                </a:ext>
              </a:extLst>
            </p:cNvPr>
            <p:cNvPicPr>
              <a:picLocks noChangeAspect="1"/>
            </p:cNvPicPr>
            <p:nvPr userDrawn="1"/>
          </p:nvPicPr>
          <p:blipFill rotWithShape="1">
            <a:blip r:embed="rId4"/>
            <a:srcRect l="9571" t="19546" r="12230" b="24211"/>
            <a:stretch/>
          </p:blipFill>
          <p:spPr>
            <a:xfrm>
              <a:off x="12761416" y="5127585"/>
              <a:ext cx="628605" cy="206109"/>
            </a:xfrm>
            <a:prstGeom prst="rect">
              <a:avLst/>
            </a:prstGeom>
          </p:spPr>
        </p:pic>
        <p:sp>
          <p:nvSpPr>
            <p:cNvPr id="113" name="Ovaal 112">
              <a:extLst>
                <a:ext uri="{FF2B5EF4-FFF2-40B4-BE49-F238E27FC236}">
                  <a16:creationId xmlns:a16="http://schemas.microsoft.com/office/drawing/2014/main" id="{6D67AD96-9036-4375-9159-F3D26402DB8E}"/>
                </a:ext>
              </a:extLst>
            </p:cNvPr>
            <p:cNvSpPr/>
            <p:nvPr userDrawn="1"/>
          </p:nvSpPr>
          <p:spPr>
            <a:xfrm>
              <a:off x="12391601" y="5579950"/>
              <a:ext cx="260914" cy="259683"/>
            </a:xfrm>
            <a:prstGeom prst="ellipse">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cxnSp>
          <p:nvCxnSpPr>
            <p:cNvPr id="114" name="Rechte verbindingslijn 113">
              <a:extLst>
                <a:ext uri="{FF2B5EF4-FFF2-40B4-BE49-F238E27FC236}">
                  <a16:creationId xmlns:a16="http://schemas.microsoft.com/office/drawing/2014/main" id="{6B105775-15A2-4253-BF55-3E264D54FD11}"/>
                </a:ext>
              </a:extLst>
            </p:cNvPr>
            <p:cNvCxnSpPr>
              <a:cxnSpLocks/>
            </p:cNvCxnSpPr>
            <p:nvPr userDrawn="1"/>
          </p:nvCxnSpPr>
          <p:spPr>
            <a:xfrm>
              <a:off x="12397261" y="5455095"/>
              <a:ext cx="3178017" cy="0"/>
            </a:xfrm>
            <a:prstGeom prst="line">
              <a:avLst/>
            </a:prstGeom>
            <a:noFill/>
            <a:ln w="3175" cap="flat" cmpd="sng" algn="ctr">
              <a:solidFill>
                <a:schemeClr val="bg1">
                  <a:lumMod val="50000"/>
                </a:schemeClr>
              </a:solidFill>
              <a:prstDash val="solid"/>
            </a:ln>
            <a:effectLst/>
          </p:spPr>
        </p:cxnSp>
        <p:sp>
          <p:nvSpPr>
            <p:cNvPr id="115" name="Rechthoek 114">
              <a:extLst>
                <a:ext uri="{FF2B5EF4-FFF2-40B4-BE49-F238E27FC236}">
                  <a16:creationId xmlns:a16="http://schemas.microsoft.com/office/drawing/2014/main" id="{E70B9610-5594-43B7-93B3-ECE3B8E0C0FE}"/>
                </a:ext>
              </a:extLst>
            </p:cNvPr>
            <p:cNvSpPr/>
            <p:nvPr userDrawn="1"/>
          </p:nvSpPr>
          <p:spPr>
            <a:xfrm>
              <a:off x="12757282" y="5646012"/>
              <a:ext cx="2817995" cy="167949"/>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Klik in het keuze menu op ‘Automatisch’ </a:t>
              </a:r>
            </a:p>
          </p:txBody>
        </p:sp>
        <p:cxnSp>
          <p:nvCxnSpPr>
            <p:cNvPr id="116" name="Rechte verbindingslijn 115">
              <a:extLst>
                <a:ext uri="{FF2B5EF4-FFF2-40B4-BE49-F238E27FC236}">
                  <a16:creationId xmlns:a16="http://schemas.microsoft.com/office/drawing/2014/main" id="{425F5135-4E4D-46DC-AA50-6C6D60AB5276}"/>
                </a:ext>
              </a:extLst>
            </p:cNvPr>
            <p:cNvCxnSpPr>
              <a:cxnSpLocks/>
            </p:cNvCxnSpPr>
            <p:nvPr userDrawn="1"/>
          </p:nvCxnSpPr>
          <p:spPr>
            <a:xfrm>
              <a:off x="12397261" y="6858000"/>
              <a:ext cx="3178017" cy="0"/>
            </a:xfrm>
            <a:prstGeom prst="line">
              <a:avLst/>
            </a:prstGeom>
            <a:noFill/>
            <a:ln w="3175" cap="flat" cmpd="sng" algn="ctr">
              <a:solidFill>
                <a:schemeClr val="bg1">
                  <a:lumMod val="50000"/>
                </a:schemeClr>
              </a:solidFill>
              <a:prstDash val="solid"/>
            </a:ln>
            <a:effectLst/>
          </p:spPr>
        </p:cxnSp>
      </p:grpSp>
    </p:spTree>
    <p:extLst>
      <p:ext uri="{BB962C8B-B14F-4D97-AF65-F5344CB8AC3E}">
        <p14:creationId xmlns:p14="http://schemas.microsoft.com/office/powerpoint/2010/main" val="1888419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B23073-572C-4F04-B89A-B107AB932F47}"/>
              </a:ext>
            </a:extLst>
          </p:cNvPr>
          <p:cNvSpPr>
            <a:spLocks noGrp="1"/>
          </p:cNvSpPr>
          <p:nvPr>
            <p:ph type="title" hasCustomPrompt="1"/>
          </p:nvPr>
        </p:nvSpPr>
        <p:spPr/>
        <p:txBody>
          <a:bodyPr/>
          <a:lstStyle>
            <a:lvl1pPr>
              <a:defRPr/>
            </a:lvl1pPr>
          </a:lstStyle>
          <a:p>
            <a:r>
              <a:rPr lang="nl-NL" noProof="0"/>
              <a:t>Voeg hier een titel in</a:t>
            </a:r>
            <a:endParaRPr lang="nl-NL"/>
          </a:p>
        </p:txBody>
      </p:sp>
      <p:sp>
        <p:nvSpPr>
          <p:cNvPr id="4" name="Tijdelijke aanduiding voor datum 3">
            <a:extLst>
              <a:ext uri="{FF2B5EF4-FFF2-40B4-BE49-F238E27FC236}">
                <a16:creationId xmlns:a16="http://schemas.microsoft.com/office/drawing/2014/main" id="{DABA8B2F-5EFD-4A05-8481-248C853EA1DE}"/>
              </a:ext>
            </a:extLst>
          </p:cNvPr>
          <p:cNvSpPr>
            <a:spLocks noGrp="1"/>
          </p:cNvSpPr>
          <p:nvPr>
            <p:ph type="dt" sz="half" idx="10"/>
          </p:nvPr>
        </p:nvSpPr>
        <p:spPr/>
        <p:txBody>
          <a:bodyPr/>
          <a:lstStyle/>
          <a:p>
            <a:fld id="{2437450C-7362-4224-8FF3-4231227FE8DE}" type="datetime4">
              <a:rPr lang="nl-NL" smtClean="0"/>
              <a:t>24 oktober 2024</a:t>
            </a:fld>
            <a:endParaRPr lang="nl-NL"/>
          </a:p>
        </p:txBody>
      </p:sp>
      <p:sp>
        <p:nvSpPr>
          <p:cNvPr id="6" name="Tijdelijke aanduiding voor dianummer 5">
            <a:extLst>
              <a:ext uri="{FF2B5EF4-FFF2-40B4-BE49-F238E27FC236}">
                <a16:creationId xmlns:a16="http://schemas.microsoft.com/office/drawing/2014/main" id="{A7656491-ADD5-4A7E-BAFA-5FCFF07D6EB0}"/>
              </a:ext>
            </a:extLst>
          </p:cNvPr>
          <p:cNvSpPr>
            <a:spLocks noGrp="1"/>
          </p:cNvSpPr>
          <p:nvPr>
            <p:ph type="sldNum" sz="quarter" idx="12"/>
          </p:nvPr>
        </p:nvSpPr>
        <p:spPr/>
        <p:txBody>
          <a:bodyPr/>
          <a:lstStyle/>
          <a:p>
            <a:fld id="{8D374ABD-355D-4B52-8A38-020B3DD5CC75}" type="slidenum">
              <a:rPr lang="nl-NL" smtClean="0"/>
              <a:t>‹#›</a:t>
            </a:fld>
            <a:endParaRPr lang="nl-NL"/>
          </a:p>
        </p:txBody>
      </p:sp>
      <p:sp>
        <p:nvSpPr>
          <p:cNvPr id="7" name="Tijdelijke aanduiding voor tekst 32">
            <a:extLst>
              <a:ext uri="{FF2B5EF4-FFF2-40B4-BE49-F238E27FC236}">
                <a16:creationId xmlns:a16="http://schemas.microsoft.com/office/drawing/2014/main" id="{7175F566-3665-4B0F-B70C-72779DF2FDD6}"/>
              </a:ext>
            </a:extLst>
          </p:cNvPr>
          <p:cNvSpPr>
            <a:spLocks noGrp="1"/>
          </p:cNvSpPr>
          <p:nvPr>
            <p:ph type="body" sz="quarter" idx="13" hasCustomPrompt="1"/>
          </p:nvPr>
        </p:nvSpPr>
        <p:spPr>
          <a:xfrm>
            <a:off x="539998" y="839972"/>
            <a:ext cx="11112000" cy="259612"/>
          </a:xfrm>
        </p:spPr>
        <p:txBody>
          <a:bodyPr anchor="ctr"/>
          <a:lstStyle>
            <a:lvl1pPr marL="0" indent="0">
              <a:buNone/>
              <a:defRPr sz="2000" b="0">
                <a:solidFill>
                  <a:schemeClr val="accent1"/>
                </a:solidFill>
              </a:defRPr>
            </a:lvl1pPr>
          </a:lstStyle>
          <a:p>
            <a:pPr lvl="0"/>
            <a:r>
              <a:rPr lang="nl-NL" noProof="0"/>
              <a:t>Voeg hier een subtitel in</a:t>
            </a:r>
          </a:p>
        </p:txBody>
      </p:sp>
      <p:sp>
        <p:nvSpPr>
          <p:cNvPr id="17" name="Tijdelijke aanduiding voor tekst 34">
            <a:extLst>
              <a:ext uri="{FF2B5EF4-FFF2-40B4-BE49-F238E27FC236}">
                <a16:creationId xmlns:a16="http://schemas.microsoft.com/office/drawing/2014/main" id="{9955CEC2-0160-42D3-9E2E-941A4A11119D}"/>
              </a:ext>
            </a:extLst>
          </p:cNvPr>
          <p:cNvSpPr>
            <a:spLocks noGrp="1"/>
          </p:cNvSpPr>
          <p:nvPr>
            <p:ph type="body" sz="quarter" idx="14" hasCustomPrompt="1"/>
          </p:nvPr>
        </p:nvSpPr>
        <p:spPr>
          <a:xfrm>
            <a:off x="539749" y="5758889"/>
            <a:ext cx="11112249" cy="147981"/>
          </a:xfrm>
        </p:spPr>
        <p:txBody>
          <a:bodyPr anchor="b"/>
          <a:lstStyle>
            <a:lvl1pPr marL="0" indent="0">
              <a:buNone/>
              <a:defRPr sz="1000" i="1"/>
            </a:lvl1pPr>
          </a:lstStyle>
          <a:p>
            <a:pPr lvl="0"/>
            <a:r>
              <a:rPr lang="nl-NL" noProof="0"/>
              <a:t>Bron…</a:t>
            </a:r>
          </a:p>
        </p:txBody>
      </p:sp>
      <p:sp>
        <p:nvSpPr>
          <p:cNvPr id="18" name="Rechthoek: afgeronde hoeken 17">
            <a:extLst>
              <a:ext uri="{FF2B5EF4-FFF2-40B4-BE49-F238E27FC236}">
                <a16:creationId xmlns:a16="http://schemas.microsoft.com/office/drawing/2014/main" id="{765A9402-96DA-4D08-A873-873C05E81C86}"/>
              </a:ext>
            </a:extLst>
          </p:cNvPr>
          <p:cNvSpPr/>
          <p:nvPr userDrawn="1"/>
        </p:nvSpPr>
        <p:spPr>
          <a:xfrm>
            <a:off x="3048000" y="-491319"/>
            <a:ext cx="6096000" cy="30025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lvl="0" algn="ctr"/>
            <a:r>
              <a:rPr lang="nl-NL" sz="2800" b="0" cap="all" baseline="0" noProof="0">
                <a:solidFill>
                  <a:schemeClr val="accent1"/>
                </a:solidFill>
                <a:latin typeface="+mn-lt"/>
              </a:rPr>
              <a:t>ALLEEN TITEL</a:t>
            </a:r>
          </a:p>
        </p:txBody>
      </p:sp>
      <p:sp>
        <p:nvSpPr>
          <p:cNvPr id="19" name="Tijdelijke aanduiding voor tekst 43">
            <a:extLst>
              <a:ext uri="{FF2B5EF4-FFF2-40B4-BE49-F238E27FC236}">
                <a16:creationId xmlns:a16="http://schemas.microsoft.com/office/drawing/2014/main" id="{10D5AB53-53B8-4CBF-8A13-9A3F3A740454}"/>
              </a:ext>
            </a:extLst>
          </p:cNvPr>
          <p:cNvSpPr>
            <a:spLocks noGrp="1"/>
          </p:cNvSpPr>
          <p:nvPr>
            <p:ph type="body" sz="quarter" idx="15" hasCustomPrompt="1"/>
          </p:nvPr>
        </p:nvSpPr>
        <p:spPr>
          <a:xfrm>
            <a:off x="540000" y="0"/>
            <a:ext cx="1080000" cy="72000"/>
          </a:xfrm>
          <a:solidFill>
            <a:schemeClr val="accent1"/>
          </a:solidFill>
        </p:spPr>
        <p:txBody>
          <a:bodyPr/>
          <a:lstStyle>
            <a:lvl1pPr marL="0" indent="0">
              <a:buNone/>
              <a:defRPr sz="100">
                <a:solidFill>
                  <a:schemeClr val="bg2"/>
                </a:solidFill>
              </a:defRPr>
            </a:lvl1pPr>
            <a:lvl5pPr>
              <a:defRPr/>
            </a:lvl5pPr>
          </a:lstStyle>
          <a:p>
            <a:pPr lvl="0"/>
            <a:r>
              <a:rPr lang="en-GB"/>
              <a:t> </a:t>
            </a:r>
          </a:p>
        </p:txBody>
      </p:sp>
    </p:spTree>
    <p:extLst>
      <p:ext uri="{BB962C8B-B14F-4D97-AF65-F5344CB8AC3E}">
        <p14:creationId xmlns:p14="http://schemas.microsoft.com/office/powerpoint/2010/main" val="3979724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1"/>
            </p:custDataLst>
            <p:extLst>
              <p:ext uri="{D42A27DB-BD31-4B8C-83A1-F6EECF244321}">
                <p14:modId xmlns:p14="http://schemas.microsoft.com/office/powerpoint/2010/main" val="30871230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42428D-965F-410A-AAB0-2F4E028AF07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44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3"/>
            </p:custDataLst>
          </p:nvPr>
        </p:nvSpPr>
        <p:spPr>
          <a:xfrm>
            <a:off x="550799" y="6051308"/>
            <a:ext cx="11473039"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lgn="ctr" rtl="0">
              <a:defRPr lang="en-US" sz="1400" dirty="0">
                <a:solidFill>
                  <a:schemeClr val="accent1"/>
                </a:solidFill>
              </a:defRPr>
            </a:lvl1pPr>
          </a:lstStyle>
          <a:p>
            <a:pPr lvl="0">
              <a:buNone/>
            </a:pPr>
            <a:r>
              <a:rPr lang="nl-NL" dirty="0"/>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4"/>
            </p:custDataLst>
          </p:nvPr>
        </p:nvSpPr>
        <p:spPr>
          <a:xfrm>
            <a:off x="551940" y="5633699"/>
            <a:ext cx="11473039"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lgn="ctr" rtl="0">
              <a:defRPr lang="en-US" sz="2000" dirty="0">
                <a:solidFill>
                  <a:schemeClr val="accent1"/>
                </a:solidFill>
              </a:defRPr>
            </a:lvl1pPr>
          </a:lstStyle>
          <a:p>
            <a:pPr lvl="0">
              <a:buNone/>
            </a:pPr>
            <a:r>
              <a:rPr lang="nl-NL" dirty="0"/>
              <a:t>Click </a:t>
            </a:r>
            <a:r>
              <a:rPr lang="nl-NL" dirty="0" err="1"/>
              <a:t>to</a:t>
            </a:r>
            <a:r>
              <a:rPr lang="nl-NL" dirty="0"/>
              <a:t> </a:t>
            </a:r>
            <a:r>
              <a:rPr lang="nl-NL" dirty="0" err="1"/>
              <a:t>edit</a:t>
            </a:r>
            <a:r>
              <a:rPr lang="nl-NL" dirty="0"/>
              <a:t> Master </a:t>
            </a:r>
            <a:r>
              <a:rPr lang="nl-NL" dirty="0" err="1"/>
              <a:t>subtitle</a:t>
            </a:r>
            <a:r>
              <a:rPr lang="nl-NL" dirty="0"/>
              <a:t> </a:t>
            </a:r>
            <a:r>
              <a:rPr lang="nl-NL" dirty="0" err="1"/>
              <a:t>style</a:t>
            </a:r>
            <a:endParaRPr lang="nl-NL" dirty="0"/>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5"/>
            </p:custDataLst>
          </p:nvPr>
        </p:nvSpPr>
        <p:spPr>
          <a:xfrm>
            <a:off x="551940" y="4835545"/>
            <a:ext cx="11473039" cy="677108"/>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noAutofit/>
          </a:bodyPr>
          <a:lstStyle>
            <a:lvl1pPr algn="ctr" rtl="0">
              <a:defRPr lang="en-US" sz="4400" dirty="0"/>
            </a:lvl1pPr>
          </a:lstStyle>
          <a:p>
            <a:pPr lvl="0"/>
            <a:r>
              <a:rPr lang="nl-NL" dirty="0"/>
              <a:t>Click </a:t>
            </a:r>
            <a:r>
              <a:rPr lang="nl-NL" dirty="0" err="1"/>
              <a:t>to</a:t>
            </a:r>
            <a:r>
              <a:rPr lang="nl-NL" dirty="0"/>
              <a:t> </a:t>
            </a:r>
            <a:r>
              <a:rPr lang="nl-NL" dirty="0" err="1"/>
              <a:t>edit</a:t>
            </a:r>
            <a:r>
              <a:rPr lang="nl-NL" dirty="0"/>
              <a:t> Master </a:t>
            </a:r>
            <a:r>
              <a:rPr lang="nl-NL" dirty="0" err="1"/>
              <a:t>title</a:t>
            </a:r>
            <a:r>
              <a:rPr lang="nl-NL" dirty="0"/>
              <a:t> </a:t>
            </a:r>
            <a:r>
              <a:rPr lang="nl-NL" dirty="0" err="1"/>
              <a:t>style</a:t>
            </a:r>
            <a:endParaRPr lang="nl-NL" dirty="0"/>
          </a:p>
        </p:txBody>
      </p:sp>
      <p:sp>
        <p:nvSpPr>
          <p:cNvPr id="3" name="Rectangle 2">
            <a:extLst>
              <a:ext uri="{FF2B5EF4-FFF2-40B4-BE49-F238E27FC236}">
                <a16:creationId xmlns:a16="http://schemas.microsoft.com/office/drawing/2014/main" id="{E12E25C3-706C-4DBC-8B7C-C2388CEE207D}"/>
              </a:ext>
            </a:extLst>
          </p:cNvPr>
          <p:cNvSpPr>
            <a:spLocks/>
          </p:cNvSpPr>
          <p:nvPr userDrawn="1"/>
        </p:nvSpPr>
        <p:spPr>
          <a:xfrm>
            <a:off x="-2" y="0"/>
            <a:ext cx="12192000" cy="4644359"/>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nl-NL" sz="1600" dirty="0">
              <a:solidFill>
                <a:schemeClr val="bg1"/>
              </a:solidFill>
            </a:endParaRPr>
          </a:p>
        </p:txBody>
      </p:sp>
      <p:sp>
        <p:nvSpPr>
          <p:cNvPr id="4" name="Rectangle 3">
            <a:extLst>
              <a:ext uri="{FF2B5EF4-FFF2-40B4-BE49-F238E27FC236}">
                <a16:creationId xmlns:a16="http://schemas.microsoft.com/office/drawing/2014/main" id="{CF9E9D8C-F3F4-4246-8892-1D4B4E570D60}"/>
              </a:ext>
            </a:extLst>
          </p:cNvPr>
          <p:cNvSpPr>
            <a:spLocks/>
          </p:cNvSpPr>
          <p:nvPr userDrawn="1"/>
        </p:nvSpPr>
        <p:spPr>
          <a:xfrm>
            <a:off x="5556000" y="4644739"/>
            <a:ext cx="1080000" cy="7200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nl-NL" sz="1600" dirty="0">
              <a:solidFill>
                <a:schemeClr val="bg1"/>
              </a:solidFill>
            </a:endParaRPr>
          </a:p>
        </p:txBody>
      </p:sp>
      <p:sp>
        <p:nvSpPr>
          <p:cNvPr id="21" name="LOGO">
            <a:extLst>
              <a:ext uri="{FF2B5EF4-FFF2-40B4-BE49-F238E27FC236}">
                <a16:creationId xmlns:a16="http://schemas.microsoft.com/office/drawing/2014/main" id="{64B2190C-AC5B-4F6D-A41D-E2AA89F2826A}"/>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22" name="Tijdelijke aanduiding voor tekst 43">
            <a:extLst>
              <a:ext uri="{FF2B5EF4-FFF2-40B4-BE49-F238E27FC236}">
                <a16:creationId xmlns:a16="http://schemas.microsoft.com/office/drawing/2014/main" id="{4B4E08AC-1CCB-41A0-9B5B-726ADC23C286}"/>
              </a:ext>
            </a:extLst>
          </p:cNvPr>
          <p:cNvSpPr txBox="1">
            <a:spLocks/>
          </p:cNvSpPr>
          <p:nvPr userDrawn="1"/>
        </p:nvSpPr>
        <p:spPr>
          <a:xfrm>
            <a:off x="-2" y="6786000"/>
            <a:ext cx="12192000" cy="72000"/>
          </a:xfrm>
          <a:prstGeom prst="rect">
            <a:avLst/>
          </a:prstGeom>
          <a:solidFill>
            <a:schemeClr val="accent2"/>
          </a:solidFill>
        </p:spPr>
        <p:txBody>
          <a:bodyP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Tree>
    <p:extLst>
      <p:ext uri="{BB962C8B-B14F-4D97-AF65-F5344CB8AC3E}">
        <p14:creationId xmlns:p14="http://schemas.microsoft.com/office/powerpoint/2010/main" val="7138358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26248608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172212"/>
            <a:ext cx="11082528" cy="731520"/>
          </a:xfrm>
        </p:spPr>
        <p:txBody>
          <a:bodyPr vert="horz" wrap="square" lIns="0" tIns="0" rIns="0" bIns="0" rtlCol="0" anchor="b" anchorCtr="0">
            <a:noAutofit/>
          </a:bodyPr>
          <a:lstStyle>
            <a:lvl1pPr rtl="0">
              <a:defRPr lang="en-US" dirty="0"/>
            </a:lvl1pPr>
          </a:lstStyle>
          <a:p>
            <a:pPr lvl="0"/>
            <a:r>
              <a:rPr lang="nl-NL" dirty="0"/>
              <a:t>Click </a:t>
            </a:r>
            <a:r>
              <a:rPr lang="nl-NL" dirty="0" err="1"/>
              <a:t>to</a:t>
            </a:r>
            <a:r>
              <a:rPr lang="nl-NL" dirty="0"/>
              <a:t> </a:t>
            </a:r>
            <a:r>
              <a:rPr lang="nl-NL" dirty="0" err="1"/>
              <a:t>edit</a:t>
            </a:r>
            <a:r>
              <a:rPr lang="nl-NL" dirty="0"/>
              <a:t> Master </a:t>
            </a:r>
            <a:r>
              <a:rPr lang="nl-NL" dirty="0" err="1"/>
              <a:t>title</a:t>
            </a:r>
            <a:r>
              <a:rPr lang="nl-NL" dirty="0"/>
              <a:t> </a:t>
            </a:r>
            <a:r>
              <a:rPr lang="nl-NL" dirty="0" err="1"/>
              <a:t>style</a:t>
            </a:r>
            <a:endParaRPr lang="nl-NL" dirty="0"/>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884725"/>
            <a:ext cx="11082528" cy="276999"/>
          </a:xfrm>
          <a:prstGeom prst="rect">
            <a:avLst/>
          </a:prstGeom>
        </p:spPr>
        <p:txBody>
          <a:bodyPr vert="horz" wrap="square" lIns="0" tIns="0" rIns="0" bIns="0" rtlCol="0">
            <a:spAutoFit/>
          </a:bodyPr>
          <a:lstStyle>
            <a:lvl1pPr rtl="0">
              <a:defRPr lang="en-US" sz="1800" b="0" dirty="0">
                <a:solidFill>
                  <a:schemeClr val="accent1"/>
                </a:solidFill>
              </a:defRPr>
            </a:lvl1pPr>
          </a:lstStyle>
          <a:p>
            <a:pPr lvl="0">
              <a:buNone/>
            </a:pPr>
            <a:r>
              <a:rPr lang="nl-NL" dirty="0"/>
              <a:t>Click </a:t>
            </a:r>
            <a:r>
              <a:rPr lang="nl-NL" dirty="0" err="1"/>
              <a:t>to</a:t>
            </a:r>
            <a:r>
              <a:rPr lang="nl-NL" dirty="0"/>
              <a:t> </a:t>
            </a:r>
            <a:r>
              <a:rPr lang="nl-NL" dirty="0" err="1"/>
              <a:t>edit</a:t>
            </a:r>
            <a:r>
              <a:rPr lang="nl-NL" dirty="0"/>
              <a:t> Master </a:t>
            </a:r>
            <a:r>
              <a:rPr lang="nl-NL" dirty="0" err="1"/>
              <a:t>subtitle</a:t>
            </a:r>
            <a:r>
              <a:rPr lang="nl-NL" dirty="0"/>
              <a:t> </a:t>
            </a:r>
            <a:r>
              <a:rPr lang="nl-NL" dirty="0" err="1"/>
              <a:t>style</a:t>
            </a:r>
            <a:endParaRPr lang="nl-NL" dirty="0"/>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5"/>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spAutoFit/>
          </a:bodyPr>
          <a:lstStyle/>
          <a:p>
            <a:pPr algn="l" defTabSz="610744" rtl="0" fontAlgn="auto">
              <a:spcBef>
                <a:spcPts val="0"/>
              </a:spcBef>
              <a:spcAft>
                <a:spcPts val="0"/>
              </a:spcAft>
              <a:defRPr/>
            </a:pPr>
            <a:fld id="{4ABDCABE-3F10-B64C-92F1-862014417034}" type="slidenum">
              <a:rPr lang="nl-NL" sz="900" b="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b="0" dirty="0">
              <a:solidFill>
                <a:srgbClr val="7F7F7F"/>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6"/>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Tree>
    <p:extLst>
      <p:ext uri="{BB962C8B-B14F-4D97-AF65-F5344CB8AC3E}">
        <p14:creationId xmlns:p14="http://schemas.microsoft.com/office/powerpoint/2010/main" val="19188363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op Left">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BA84E71-6FE7-4585-B82E-BE5603311945}"/>
              </a:ext>
            </a:extLst>
          </p:cNvPr>
          <p:cNvGraphicFramePr>
            <a:graphicFrameLocks noChangeAspect="1"/>
          </p:cNvGraphicFramePr>
          <p:nvPr userDrawn="1">
            <p:custDataLst>
              <p:tags r:id="rId1"/>
            </p:custDataLst>
            <p:extLst>
              <p:ext uri="{D42A27DB-BD31-4B8C-83A1-F6EECF244321}">
                <p14:modId xmlns:p14="http://schemas.microsoft.com/office/powerpoint/2010/main" val="13526810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10" name="Object 9" hidden="1">
                        <a:extLst>
                          <a:ext uri="{FF2B5EF4-FFF2-40B4-BE49-F238E27FC236}">
                            <a16:creationId xmlns:a16="http://schemas.microsoft.com/office/drawing/2014/main" id="{9BA84E71-6FE7-4585-B82E-BE5603311945}"/>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D62A08AB-557D-4245-84FA-9DB6B6C6845A}"/>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1706563"/>
            <a:ext cx="3813048" cy="384721"/>
          </a:xfrm>
          <a:prstGeom prst="rect">
            <a:avLst/>
          </a:prstGeom>
        </p:spPr>
        <p:txBody>
          <a:bodyPr vert="horz" wrap="square" lIns="0" tIns="0" rIns="0" bIns="0" rtlCol="0" anchor="t" anchorCtr="0">
            <a:spAutoFit/>
          </a:bodyPr>
          <a:lstStyle>
            <a:lvl1pPr rtl="0">
              <a:defRPr lang="en-US" dirty="0"/>
            </a:lvl1pPr>
          </a:lstStyle>
          <a:p>
            <a:pPr lvl="0"/>
            <a:r>
              <a:rPr lang="nl-NL" dirty="0"/>
              <a:t>Click </a:t>
            </a:r>
            <a:r>
              <a:rPr lang="nl-NL" dirty="0" err="1"/>
              <a:t>to</a:t>
            </a:r>
            <a:r>
              <a:rPr lang="nl-NL" dirty="0"/>
              <a:t> </a:t>
            </a:r>
            <a:r>
              <a:rPr lang="nl-NL" dirty="0" err="1"/>
              <a:t>edit</a:t>
            </a:r>
            <a:r>
              <a:rPr lang="nl-NL" dirty="0"/>
              <a:t> Master </a:t>
            </a:r>
            <a:r>
              <a:rPr lang="nl-NL" dirty="0" err="1"/>
              <a:t>title</a:t>
            </a:r>
            <a:r>
              <a:rPr lang="nl-NL" dirty="0"/>
              <a:t> </a:t>
            </a:r>
            <a:r>
              <a:rPr lang="nl-NL" dirty="0" err="1"/>
              <a:t>style</a:t>
            </a:r>
            <a:endParaRPr lang="nl-NL" dirty="0"/>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userDrawn="1">
            <p:custDataLst>
              <p:tags r:id="rId4"/>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1" name="1. On-page tracker">
            <a:extLst>
              <a:ext uri="{FF2B5EF4-FFF2-40B4-BE49-F238E27FC236}">
                <a16:creationId xmlns:a16="http://schemas.microsoft.com/office/drawing/2014/main" id="{A2582D75-79F8-4634-92EF-A9F0840C018B}"/>
              </a:ext>
            </a:extLst>
          </p:cNvPr>
          <p:cNvSpPr>
            <a:spLocks noGrp="1"/>
          </p:cNvSpPr>
          <p:nvPr>
            <p:ph type="body" sz="quarter" idx="10" hasCustomPrompt="1"/>
            <p:custDataLst>
              <p:tags r:id="rId5"/>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2" name="5. Source" hidden="1">
            <a:extLst>
              <a:ext uri="{FF2B5EF4-FFF2-40B4-BE49-F238E27FC236}">
                <a16:creationId xmlns:a16="http://schemas.microsoft.com/office/drawing/2014/main" id="{3D93CABE-C2EF-4D7D-AFEB-7DDC27DA48E3}"/>
              </a:ext>
            </a:extLst>
          </p:cNvPr>
          <p:cNvSpPr txBox="1"/>
          <p:nvPr userDrawn="1">
            <p:custDataLst>
              <p:tags r:id="rId6"/>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27614782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Mid Lef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C4F5195-E8F7-4A2F-B02E-643BB3D88381}"/>
              </a:ext>
            </a:extLst>
          </p:cNvPr>
          <p:cNvGraphicFramePr>
            <a:graphicFrameLocks noChangeAspect="1"/>
          </p:cNvGraphicFramePr>
          <p:nvPr userDrawn="1">
            <p:custDataLst>
              <p:tags r:id="rId1"/>
            </p:custDataLst>
            <p:extLst>
              <p:ext uri="{D42A27DB-BD31-4B8C-83A1-F6EECF244321}">
                <p14:modId xmlns:p14="http://schemas.microsoft.com/office/powerpoint/2010/main" val="26078438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4" name="Object 3" hidden="1">
                        <a:extLst>
                          <a:ext uri="{FF2B5EF4-FFF2-40B4-BE49-F238E27FC236}">
                            <a16:creationId xmlns:a16="http://schemas.microsoft.com/office/drawing/2014/main" id="{3C4F5195-E8F7-4A2F-B02E-643BB3D8838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515EFC92-5E3D-4BDC-A378-85D30212A9E2}"/>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3044280"/>
            <a:ext cx="5065776" cy="769441"/>
          </a:xfrm>
          <a:prstGeom prst="rect">
            <a:avLst/>
          </a:prstGeom>
        </p:spPr>
        <p:txBody>
          <a:bodyPr vert="horz" wrap="square" lIns="0" tIns="0" rIns="0" bIns="0" rtlCol="0" anchor="ctr" anchorCtr="0">
            <a:noAutofit/>
          </a:bodyPr>
          <a:lstStyle>
            <a:lvl1pPr rtl="0">
              <a:defRPr lang="en-US" dirty="0"/>
            </a:lvl1pPr>
          </a:lstStyle>
          <a:p>
            <a:pPr lvl="0"/>
            <a:r>
              <a:rPr lang="nl-NL" dirty="0"/>
              <a:t>Click </a:t>
            </a:r>
            <a:r>
              <a:rPr lang="nl-NL" dirty="0" err="1"/>
              <a:t>to</a:t>
            </a:r>
            <a:r>
              <a:rPr lang="nl-NL" dirty="0"/>
              <a:t> </a:t>
            </a:r>
            <a:r>
              <a:rPr lang="nl-NL" dirty="0" err="1"/>
              <a:t>edit</a:t>
            </a:r>
            <a:r>
              <a:rPr lang="nl-NL" dirty="0"/>
              <a:t> Master </a:t>
            </a:r>
            <a:r>
              <a:rPr lang="nl-NL" dirty="0" err="1"/>
              <a:t>title</a:t>
            </a:r>
            <a:r>
              <a:rPr lang="nl-NL" dirty="0"/>
              <a:t> </a:t>
            </a:r>
            <a:r>
              <a:rPr lang="nl-NL" dirty="0" err="1"/>
              <a:t>style</a:t>
            </a:r>
            <a:endParaRPr lang="nl-NL" dirty="0"/>
          </a:p>
        </p:txBody>
      </p:sp>
      <p:sp>
        <p:nvSpPr>
          <p:cNvPr id="10" name="1. On-page tracker">
            <a:extLst>
              <a:ext uri="{FF2B5EF4-FFF2-40B4-BE49-F238E27FC236}">
                <a16:creationId xmlns:a16="http://schemas.microsoft.com/office/drawing/2014/main" id="{E4983596-431B-4F12-AA07-76914CD3DEE7}"/>
              </a:ext>
            </a:extLst>
          </p:cNvPr>
          <p:cNvSpPr>
            <a:spLocks noGrp="1"/>
          </p:cNvSpPr>
          <p:nvPr>
            <p:ph type="body" sz="quarter" idx="10" hasCustomPrompt="1"/>
            <p:custDataLst>
              <p:tags r:id="rId4"/>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1" name="Slide Number">
            <a:extLst>
              <a:ext uri="{FF2B5EF4-FFF2-40B4-BE49-F238E27FC236}">
                <a16:creationId xmlns:a16="http://schemas.microsoft.com/office/drawing/2014/main" id="{783A5904-720E-42AD-9DE4-7F4355DD973E}"/>
              </a:ext>
            </a:extLst>
          </p:cNvPr>
          <p:cNvSpPr>
            <a:spLocks noChangeArrowheads="1"/>
          </p:cNvSpPr>
          <p:nvPr userDrawn="1">
            <p:custDataLst>
              <p:tags r:id="rId5"/>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2" name="5. Source" hidden="1">
            <a:extLst>
              <a:ext uri="{FF2B5EF4-FFF2-40B4-BE49-F238E27FC236}">
                <a16:creationId xmlns:a16="http://schemas.microsoft.com/office/drawing/2014/main" id="{EB5EC79C-E408-4CA2-9723-3C9014891ABB}"/>
              </a:ext>
            </a:extLst>
          </p:cNvPr>
          <p:cNvSpPr txBox="1"/>
          <p:nvPr userDrawn="1">
            <p:custDataLst>
              <p:tags r:id="rId6"/>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18476256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05B6D76-6B4B-4ED5-B8F1-5D1D09831257}"/>
              </a:ext>
            </a:extLst>
          </p:cNvPr>
          <p:cNvGraphicFramePr>
            <a:graphicFrameLocks noChangeAspect="1"/>
          </p:cNvGraphicFramePr>
          <p:nvPr userDrawn="1">
            <p:custDataLst>
              <p:tags r:id="rId1"/>
            </p:custDataLst>
            <p:extLst>
              <p:ext uri="{D42A27DB-BD31-4B8C-83A1-F6EECF244321}">
                <p14:modId xmlns:p14="http://schemas.microsoft.com/office/powerpoint/2010/main" val="12353410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3" name="Object 2" hidden="1">
                        <a:extLst>
                          <a:ext uri="{FF2B5EF4-FFF2-40B4-BE49-F238E27FC236}">
                            <a16:creationId xmlns:a16="http://schemas.microsoft.com/office/drawing/2014/main" id="{305B6D76-6B4B-4ED5-B8F1-5D1D09831257}"/>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BDCF374B-2477-45CD-A00B-B8676A45ACD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44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3"/>
            </p:custDataLst>
          </p:nvPr>
        </p:nvSpPr>
        <p:spPr>
          <a:xfrm>
            <a:off x="554736" y="4580468"/>
            <a:ext cx="11082528" cy="677108"/>
          </a:xfrm>
        </p:spPr>
        <p:txBody>
          <a:bodyPr vert="horz" wrap="square" lIns="0" tIns="0" rIns="0" bIns="0" rtlCol="0" anchor="b" anchorCtr="0">
            <a:noAutofit/>
          </a:bodyPr>
          <a:lstStyle>
            <a:lvl1pPr rtl="0">
              <a:defRPr lang="en-US" sz="4400" dirty="0"/>
            </a:lvl1pPr>
          </a:lstStyle>
          <a:p>
            <a:pPr lvl="0"/>
            <a:r>
              <a:rPr lang="nl-NL" dirty="0"/>
              <a:t>Click </a:t>
            </a:r>
            <a:r>
              <a:rPr lang="nl-NL" dirty="0" err="1"/>
              <a:t>to</a:t>
            </a:r>
            <a:r>
              <a:rPr lang="nl-NL" dirty="0"/>
              <a:t> </a:t>
            </a:r>
            <a:r>
              <a:rPr lang="nl-NL" dirty="0" err="1"/>
              <a:t>edit</a:t>
            </a:r>
            <a:r>
              <a:rPr lang="nl-NL" dirty="0"/>
              <a:t> Master </a:t>
            </a:r>
            <a:r>
              <a:rPr lang="nl-NL" dirty="0" err="1"/>
              <a:t>title</a:t>
            </a:r>
            <a:r>
              <a:rPr lang="nl-NL" dirty="0"/>
              <a:t> </a:t>
            </a:r>
            <a:r>
              <a:rPr lang="nl-NL" dirty="0" err="1"/>
              <a:t>style</a:t>
            </a:r>
            <a:endParaRPr lang="nl-NL" dirty="0"/>
          </a:p>
        </p:txBody>
      </p:sp>
      <p:sp>
        <p:nvSpPr>
          <p:cNvPr id="9" name="1. On-page tracker">
            <a:extLst>
              <a:ext uri="{FF2B5EF4-FFF2-40B4-BE49-F238E27FC236}">
                <a16:creationId xmlns:a16="http://schemas.microsoft.com/office/drawing/2014/main" id="{FA764DC8-CEA6-42F3-8E66-7C768AAD275E}"/>
              </a:ext>
            </a:extLst>
          </p:cNvPr>
          <p:cNvSpPr>
            <a:spLocks noGrp="1"/>
          </p:cNvSpPr>
          <p:nvPr>
            <p:ph type="body" sz="quarter" idx="10" hasCustomPrompt="1"/>
            <p:custDataLst>
              <p:tags r:id="rId4"/>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0" name="Slide Number">
            <a:extLst>
              <a:ext uri="{FF2B5EF4-FFF2-40B4-BE49-F238E27FC236}">
                <a16:creationId xmlns:a16="http://schemas.microsoft.com/office/drawing/2014/main" id="{195A767B-5BA1-4B5A-8F96-DFF2FB62C0FF}"/>
              </a:ext>
            </a:extLst>
          </p:cNvPr>
          <p:cNvSpPr>
            <a:spLocks noChangeArrowheads="1"/>
          </p:cNvSpPr>
          <p:nvPr userDrawn="1">
            <p:custDataLst>
              <p:tags r:id="rId5"/>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1" name="5. Source" hidden="1">
            <a:extLst>
              <a:ext uri="{FF2B5EF4-FFF2-40B4-BE49-F238E27FC236}">
                <a16:creationId xmlns:a16="http://schemas.microsoft.com/office/drawing/2014/main" id="{5A25F626-D2F4-4CE3-90B1-93C8E688B8D0}"/>
              </a:ext>
            </a:extLst>
          </p:cNvPr>
          <p:cNvSpPr txBox="1"/>
          <p:nvPr userDrawn="1">
            <p:custDataLst>
              <p:tags r:id="rId6"/>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34841910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EC6EE29E-F64A-419F-BFB0-EEDEB71953F6}"/>
              </a:ext>
            </a:extLst>
          </p:cNvPr>
          <p:cNvGraphicFramePr>
            <a:graphicFrameLocks noChangeAspect="1"/>
          </p:cNvGraphicFramePr>
          <p:nvPr userDrawn="1">
            <p:custDataLst>
              <p:tags r:id="rId1"/>
            </p:custDataLst>
            <p:extLst>
              <p:ext uri="{D42A27DB-BD31-4B8C-83A1-F6EECF244321}">
                <p14:modId xmlns:p14="http://schemas.microsoft.com/office/powerpoint/2010/main" val="31732170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592" imgH="591" progId="TCLayout.ActiveDocument.1">
                  <p:embed/>
                </p:oleObj>
              </mc:Choice>
              <mc:Fallback>
                <p:oleObj name="think-cell Slide" r:id="rId9" imgW="592" imgH="591" progId="TCLayout.ActiveDocument.1">
                  <p:embed/>
                  <p:pic>
                    <p:nvPicPr>
                      <p:cNvPr id="3" name="Object 2" hidden="1">
                        <a:extLst>
                          <a:ext uri="{FF2B5EF4-FFF2-40B4-BE49-F238E27FC236}">
                            <a16:creationId xmlns:a16="http://schemas.microsoft.com/office/drawing/2014/main" id="{EC6EE29E-F64A-419F-BFB0-EEDEB71953F6}"/>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69526043-F22A-4ED3-B0A1-DD7C4F83AF9B}"/>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34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8" name="2. Slide Title">
            <a:extLst>
              <a:ext uri="{FF2B5EF4-FFF2-40B4-BE49-F238E27FC236}">
                <a16:creationId xmlns:a16="http://schemas.microsoft.com/office/drawing/2014/main" id="{EA735538-C733-4892-93A4-7B433D8B8293}"/>
              </a:ext>
            </a:extLst>
          </p:cNvPr>
          <p:cNvSpPr>
            <a:spLocks noGrp="1"/>
          </p:cNvSpPr>
          <p:nvPr>
            <p:ph type="title" hasCustomPrompt="1"/>
            <p:custDataLst>
              <p:tags r:id="rId3"/>
            </p:custDataLst>
          </p:nvPr>
        </p:nvSpPr>
        <p:spPr>
          <a:xfrm>
            <a:off x="1505712" y="3556229"/>
            <a:ext cx="9180576" cy="523220"/>
          </a:xfrm>
          <a:prstGeom prst="rect">
            <a:avLst/>
          </a:prstGeom>
        </p:spPr>
        <p:txBody>
          <a:bodyPr vert="horz" wrap="square" lIns="0" tIns="0" rIns="0" bIns="0" rtlCol="0" anchor="b" anchorCtr="0">
            <a:spAutoFit/>
          </a:bodyPr>
          <a:lstStyle>
            <a:lvl1pPr rtl="0">
              <a:defRPr lang="en-US" sz="3400" dirty="0"/>
            </a:lvl1pPr>
          </a:lstStyle>
          <a:p>
            <a:pPr lvl="0"/>
            <a:r>
              <a:rPr lang="nl-NL" dirty="0"/>
              <a:t>“Click to add quote</a:t>
            </a:r>
          </a:p>
        </p:txBody>
      </p:sp>
      <p:sp>
        <p:nvSpPr>
          <p:cNvPr id="6" name="3. Subtitle">
            <a:extLst>
              <a:ext uri="{FF2B5EF4-FFF2-40B4-BE49-F238E27FC236}">
                <a16:creationId xmlns:a16="http://schemas.microsoft.com/office/drawing/2014/main" id="{8DB5022C-F66C-4018-82F3-195571DDD527}"/>
              </a:ext>
            </a:extLst>
          </p:cNvPr>
          <p:cNvSpPr>
            <a:spLocks noGrp="1"/>
          </p:cNvSpPr>
          <p:nvPr>
            <p:ph type="subTitle" idx="1" hasCustomPrompt="1"/>
            <p:custDataLst>
              <p:tags r:id="rId4"/>
            </p:custDataLst>
          </p:nvPr>
        </p:nvSpPr>
        <p:spPr>
          <a:xfrm>
            <a:off x="1505712" y="4284630"/>
            <a:ext cx="9180576" cy="276999"/>
          </a:xfrm>
          <a:prstGeom prst="rect">
            <a:avLst/>
          </a:prstGeom>
        </p:spPr>
        <p:txBody>
          <a:bodyPr vert="horz" wrap="square" lIns="0" tIns="0" rIns="0" bIns="0" rtlCol="0">
            <a:spAutoFit/>
          </a:bodyPr>
          <a:lstStyle>
            <a:lvl1pPr rtl="0">
              <a:defRPr lang="en-US" sz="1800" b="0" dirty="0">
                <a:solidFill>
                  <a:schemeClr val="accent1"/>
                </a:solidFill>
              </a:defRPr>
            </a:lvl1pPr>
          </a:lstStyle>
          <a:p>
            <a:pPr lvl="0">
              <a:buNone/>
            </a:pPr>
            <a:r>
              <a:rPr lang="nl-NL" dirty="0"/>
              <a:t>Click to add quote source</a:t>
            </a:r>
          </a:p>
        </p:txBody>
      </p:sp>
      <p:sp>
        <p:nvSpPr>
          <p:cNvPr id="10" name="1. On-page tracker">
            <a:extLst>
              <a:ext uri="{FF2B5EF4-FFF2-40B4-BE49-F238E27FC236}">
                <a16:creationId xmlns:a16="http://schemas.microsoft.com/office/drawing/2014/main" id="{556D1499-3230-4098-85B2-D4CC7CA621F1}"/>
              </a:ext>
            </a:extLst>
          </p:cNvPr>
          <p:cNvSpPr>
            <a:spLocks noGrp="1"/>
          </p:cNvSpPr>
          <p:nvPr>
            <p:ph type="body" sz="quarter" idx="10" hasCustomPrompt="1"/>
            <p:custDataLst>
              <p:tags r:id="rId5"/>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1" name="Slide Number">
            <a:extLst>
              <a:ext uri="{FF2B5EF4-FFF2-40B4-BE49-F238E27FC236}">
                <a16:creationId xmlns:a16="http://schemas.microsoft.com/office/drawing/2014/main" id="{4CE6E8D0-0DC6-4501-8859-0EF5E4AAEA2E}"/>
              </a:ext>
            </a:extLst>
          </p:cNvPr>
          <p:cNvSpPr>
            <a:spLocks noChangeArrowheads="1"/>
          </p:cNvSpPr>
          <p:nvPr userDrawn="1">
            <p:custDataLst>
              <p:tags r:id="rId6"/>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2" name="5. Source" hidden="1">
            <a:extLst>
              <a:ext uri="{FF2B5EF4-FFF2-40B4-BE49-F238E27FC236}">
                <a16:creationId xmlns:a16="http://schemas.microsoft.com/office/drawing/2014/main" id="{87A27F8B-AD52-4108-934D-D1CD8FA0F0B5}"/>
              </a:ext>
            </a:extLst>
          </p:cNvPr>
          <p:cNvSpPr txBox="1"/>
          <p:nvPr userDrawn="1">
            <p:custDataLst>
              <p:tags r:id="rId7"/>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42700115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1/4">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38650612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DA8D6A48-EE20-4EB4-A234-9F3B16C02872}"/>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67C50C85-5FB9-4798-A8A4-1DA5B9F3ACC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chemeClr val="accent1">
              <a:lumMod val="20000"/>
              <a:lumOff val="8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nl-NL" dirty="0">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4"/>
            </p:custDataLst>
          </p:nvPr>
        </p:nvSpPr>
        <p:spPr>
          <a:xfrm>
            <a:off x="554736" y="2744369"/>
            <a:ext cx="2514600" cy="769441"/>
          </a:xfrm>
        </p:spPr>
        <p:txBody>
          <a:bodyPr vert="horz" wrap="square" lIns="0" tIns="0" rIns="0" bIns="0" rtlCol="0" anchor="b" anchorCtr="0">
            <a:noAutofit/>
          </a:bodyPr>
          <a:lstStyle>
            <a:lvl1pPr rtl="0">
              <a:defRPr lang="en-US" dirty="0"/>
            </a:lvl1pPr>
          </a:lstStyle>
          <a:p>
            <a:pPr lvl="0"/>
            <a:r>
              <a:rPr lang="nl-NL" dirty="0"/>
              <a:t>Click </a:t>
            </a:r>
            <a:r>
              <a:rPr lang="nl-NL" dirty="0" err="1"/>
              <a:t>to</a:t>
            </a:r>
            <a:r>
              <a:rPr lang="nl-NL" dirty="0"/>
              <a:t> </a:t>
            </a:r>
            <a:r>
              <a:rPr lang="nl-NL" dirty="0" err="1"/>
              <a:t>edit</a:t>
            </a:r>
            <a:r>
              <a:rPr lang="nl-NL" dirty="0"/>
              <a:t> Master </a:t>
            </a:r>
            <a:r>
              <a:rPr lang="nl-NL" dirty="0" err="1"/>
              <a:t>title</a:t>
            </a:r>
            <a:r>
              <a:rPr lang="nl-NL" dirty="0"/>
              <a:t> </a:t>
            </a:r>
            <a:r>
              <a:rPr lang="nl-NL" dirty="0" err="1"/>
              <a:t>style</a:t>
            </a:r>
            <a:endParaRPr lang="nl-NL" dirty="0"/>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5"/>
            </p:custDataLst>
          </p:nvPr>
        </p:nvSpPr>
        <p:spPr>
          <a:xfrm>
            <a:off x="554736" y="3659644"/>
            <a:ext cx="2514600" cy="553998"/>
          </a:xfrm>
          <a:prstGeom prst="rect">
            <a:avLst/>
          </a:prstGeom>
        </p:spPr>
        <p:txBody>
          <a:bodyPr vert="horz" wrap="square" lIns="0" tIns="0" rIns="0" bIns="0" rtlCol="0">
            <a:spAutoFit/>
          </a:bodyPr>
          <a:lstStyle>
            <a:lvl1pPr rtl="0">
              <a:defRPr lang="en-US" sz="1800" b="0" dirty="0">
                <a:solidFill>
                  <a:schemeClr val="accent1"/>
                </a:solidFill>
              </a:defRPr>
            </a:lvl1pPr>
          </a:lstStyle>
          <a:p>
            <a:pPr lvl="0">
              <a:buNone/>
            </a:pPr>
            <a:r>
              <a:rPr lang="nl-NL" dirty="0"/>
              <a:t>Click </a:t>
            </a:r>
            <a:r>
              <a:rPr lang="nl-NL" dirty="0" err="1"/>
              <a:t>to</a:t>
            </a:r>
            <a:r>
              <a:rPr lang="nl-NL" dirty="0"/>
              <a:t> </a:t>
            </a:r>
            <a:r>
              <a:rPr lang="nl-NL" dirty="0" err="1"/>
              <a:t>edit</a:t>
            </a:r>
            <a:r>
              <a:rPr lang="nl-NL" dirty="0"/>
              <a:t> Master </a:t>
            </a:r>
            <a:r>
              <a:rPr lang="nl-NL" dirty="0" err="1"/>
              <a:t>subtitle</a:t>
            </a:r>
            <a:r>
              <a:rPr lang="nl-NL" dirty="0"/>
              <a:t> </a:t>
            </a:r>
            <a:r>
              <a:rPr lang="nl-NL" dirty="0" err="1"/>
              <a:t>style</a:t>
            </a:r>
            <a:endParaRPr lang="nl-NL" dirty="0"/>
          </a:p>
        </p:txBody>
      </p:sp>
      <p:sp>
        <p:nvSpPr>
          <p:cNvPr id="10" name="1. On-page tracker">
            <a:extLst>
              <a:ext uri="{FF2B5EF4-FFF2-40B4-BE49-F238E27FC236}">
                <a16:creationId xmlns:a16="http://schemas.microsoft.com/office/drawing/2014/main" id="{96552B7E-7081-4EA8-9351-FE4C7216ADF2}"/>
              </a:ext>
            </a:extLst>
          </p:cNvPr>
          <p:cNvSpPr>
            <a:spLocks noGrp="1"/>
          </p:cNvSpPr>
          <p:nvPr>
            <p:ph type="body" sz="quarter" idx="10" hasCustomPrompt="1"/>
            <p:custDataLst>
              <p:tags r:id="rId6"/>
            </p:custDataLst>
          </p:nvPr>
        </p:nvSpPr>
        <p:spPr>
          <a:xfrm>
            <a:off x="554735" y="41597"/>
            <a:ext cx="2514601"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1" name="LOGO">
            <a:extLst>
              <a:ext uri="{FF2B5EF4-FFF2-40B4-BE49-F238E27FC236}">
                <a16:creationId xmlns:a16="http://schemas.microsoft.com/office/drawing/2014/main" id="{B4F1457E-80DA-4D41-8030-E2EBCEE49EFF}"/>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13" name="Tijdelijke aanduiding voor tekst 43">
            <a:extLst>
              <a:ext uri="{FF2B5EF4-FFF2-40B4-BE49-F238E27FC236}">
                <a16:creationId xmlns:a16="http://schemas.microsoft.com/office/drawing/2014/main" id="{6915FB49-8892-4323-BE28-8F57423ED829}"/>
              </a:ext>
            </a:extLst>
          </p:cNvPr>
          <p:cNvSpPr txBox="1">
            <a:spLocks/>
          </p:cNvSpPr>
          <p:nvPr userDrawn="1"/>
        </p:nvSpPr>
        <p:spPr>
          <a:xfrm>
            <a:off x="554736" y="0"/>
            <a:ext cx="1080000" cy="45719"/>
          </a:xfrm>
          <a:prstGeom prst="rect">
            <a:avLst/>
          </a:prstGeom>
          <a:solidFill>
            <a:schemeClr val="accent2"/>
          </a:solidFill>
        </p:spPr>
        <p:txBody>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
        <p:nvSpPr>
          <p:cNvPr id="14" name="Slide Number">
            <a:extLst>
              <a:ext uri="{FF2B5EF4-FFF2-40B4-BE49-F238E27FC236}">
                <a16:creationId xmlns:a16="http://schemas.microsoft.com/office/drawing/2014/main" id="{5F056FA8-EF3B-4D1F-95F2-68195FB0D38B}"/>
              </a:ext>
            </a:extLst>
          </p:cNvPr>
          <p:cNvSpPr>
            <a:spLocks noChangeArrowheads="1"/>
          </p:cNvSpPr>
          <p:nvPr userDrawn="1">
            <p:custDataLst>
              <p:tags r:id="rId7"/>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6" name="5. Source" hidden="1">
            <a:extLst>
              <a:ext uri="{FF2B5EF4-FFF2-40B4-BE49-F238E27FC236}">
                <a16:creationId xmlns:a16="http://schemas.microsoft.com/office/drawing/2014/main" id="{7BAAD780-28A5-42C8-B807-0D4E5F8EDE1C}"/>
              </a:ext>
            </a:extLst>
          </p:cNvPr>
          <p:cNvSpPr txBox="1"/>
          <p:nvPr userDrawn="1">
            <p:custDataLst>
              <p:tags r:id="rId8"/>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377728088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36585612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9D2CA90-0144-4292-9526-98A508F5317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chemeClr val="accent1">
              <a:lumMod val="20000"/>
              <a:lumOff val="8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gn="ctr" rtl="0"/>
            <a:endParaRPr lang="nl-NL" dirty="0">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4"/>
            </p:custDataLst>
          </p:nvPr>
        </p:nvSpPr>
        <p:spPr>
          <a:xfrm>
            <a:off x="554736" y="2744369"/>
            <a:ext cx="3465576" cy="769441"/>
          </a:xfrm>
          <a:prstGeom prst="rect">
            <a:avLst/>
          </a:prstGeom>
        </p:spPr>
        <p:txBody>
          <a:bodyPr vert="horz" wrap="square" lIns="0" tIns="0" rIns="0" bIns="0" rtlCol="0" anchor="b" anchorCtr="0">
            <a:noAutofit/>
          </a:bodyPr>
          <a:lstStyle>
            <a:lvl1pPr rtl="0">
              <a:defRPr lang="en-US" dirty="0"/>
            </a:lvl1pPr>
          </a:lstStyle>
          <a:p>
            <a:pPr lvl="0"/>
            <a:r>
              <a:rPr lang="nl-NL" dirty="0"/>
              <a:t>Click </a:t>
            </a:r>
            <a:r>
              <a:rPr lang="nl-NL" dirty="0" err="1"/>
              <a:t>to</a:t>
            </a:r>
            <a:r>
              <a:rPr lang="nl-NL" dirty="0"/>
              <a:t> </a:t>
            </a:r>
            <a:r>
              <a:rPr lang="nl-NL" dirty="0" err="1"/>
              <a:t>edit</a:t>
            </a:r>
            <a:r>
              <a:rPr lang="nl-NL" dirty="0"/>
              <a:t> Master </a:t>
            </a:r>
            <a:r>
              <a:rPr lang="nl-NL" dirty="0" err="1"/>
              <a:t>title</a:t>
            </a:r>
            <a:r>
              <a:rPr lang="nl-NL" dirty="0"/>
              <a:t> </a:t>
            </a:r>
            <a:r>
              <a:rPr lang="nl-NL" dirty="0" err="1"/>
              <a:t>style</a:t>
            </a:r>
            <a:endParaRPr lang="nl-NL" dirty="0"/>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5"/>
            </p:custDataLst>
          </p:nvPr>
        </p:nvSpPr>
        <p:spPr>
          <a:xfrm>
            <a:off x="554735" y="3659644"/>
            <a:ext cx="3465575" cy="276999"/>
          </a:xfrm>
          <a:prstGeom prst="rect">
            <a:avLst/>
          </a:prstGeom>
        </p:spPr>
        <p:txBody>
          <a:bodyPr vert="horz" wrap="square" lIns="0" tIns="0" rIns="0" bIns="0" rtlCol="0">
            <a:spAutoFit/>
          </a:bodyPr>
          <a:lstStyle>
            <a:lvl1pPr rtl="0">
              <a:defRPr lang="en-US" sz="1800" b="0" dirty="0">
                <a:solidFill>
                  <a:schemeClr val="accent1"/>
                </a:solidFill>
              </a:defRPr>
            </a:lvl1pPr>
          </a:lstStyle>
          <a:p>
            <a:pPr lvl="0">
              <a:buNone/>
            </a:pPr>
            <a:r>
              <a:rPr lang="nl-NL" dirty="0"/>
              <a:t>Click </a:t>
            </a:r>
            <a:r>
              <a:rPr lang="nl-NL" dirty="0" err="1"/>
              <a:t>to</a:t>
            </a:r>
            <a:r>
              <a:rPr lang="nl-NL" dirty="0"/>
              <a:t> </a:t>
            </a:r>
            <a:r>
              <a:rPr lang="nl-NL" dirty="0" err="1"/>
              <a:t>edit</a:t>
            </a:r>
            <a:r>
              <a:rPr lang="nl-NL" dirty="0"/>
              <a:t> Master </a:t>
            </a:r>
            <a:r>
              <a:rPr lang="nl-NL" dirty="0" err="1"/>
              <a:t>subtitle</a:t>
            </a:r>
            <a:r>
              <a:rPr lang="nl-NL" dirty="0"/>
              <a:t> </a:t>
            </a:r>
            <a:r>
              <a:rPr lang="nl-NL" dirty="0" err="1"/>
              <a:t>style</a:t>
            </a:r>
            <a:endParaRPr lang="nl-NL" dirty="0"/>
          </a:p>
        </p:txBody>
      </p:sp>
      <p:sp>
        <p:nvSpPr>
          <p:cNvPr id="10" name="1. On-page tracker">
            <a:extLst>
              <a:ext uri="{FF2B5EF4-FFF2-40B4-BE49-F238E27FC236}">
                <a16:creationId xmlns:a16="http://schemas.microsoft.com/office/drawing/2014/main" id="{79C07342-0520-417C-B878-54C94CBD8539}"/>
              </a:ext>
            </a:extLst>
          </p:cNvPr>
          <p:cNvSpPr>
            <a:spLocks noGrp="1"/>
          </p:cNvSpPr>
          <p:nvPr>
            <p:ph type="body" sz="quarter" idx="10" hasCustomPrompt="1"/>
            <p:custDataLst>
              <p:tags r:id="rId6"/>
            </p:custDataLst>
          </p:nvPr>
        </p:nvSpPr>
        <p:spPr>
          <a:xfrm>
            <a:off x="554735" y="41597"/>
            <a:ext cx="3465577"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1" name="LOGO">
            <a:extLst>
              <a:ext uri="{FF2B5EF4-FFF2-40B4-BE49-F238E27FC236}">
                <a16:creationId xmlns:a16="http://schemas.microsoft.com/office/drawing/2014/main" id="{12FFB294-5822-4B88-9124-9374B1F297AD}"/>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13" name="Tijdelijke aanduiding voor tekst 43">
            <a:extLst>
              <a:ext uri="{FF2B5EF4-FFF2-40B4-BE49-F238E27FC236}">
                <a16:creationId xmlns:a16="http://schemas.microsoft.com/office/drawing/2014/main" id="{E339368C-F259-4385-935A-88667B1B1459}"/>
              </a:ext>
            </a:extLst>
          </p:cNvPr>
          <p:cNvSpPr txBox="1">
            <a:spLocks/>
          </p:cNvSpPr>
          <p:nvPr userDrawn="1"/>
        </p:nvSpPr>
        <p:spPr>
          <a:xfrm>
            <a:off x="554736" y="0"/>
            <a:ext cx="1080000" cy="45719"/>
          </a:xfrm>
          <a:prstGeom prst="rect">
            <a:avLst/>
          </a:prstGeom>
          <a:solidFill>
            <a:schemeClr val="accent2"/>
          </a:solidFill>
        </p:spPr>
        <p:txBody>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
        <p:nvSpPr>
          <p:cNvPr id="14" name="Slide Number">
            <a:extLst>
              <a:ext uri="{FF2B5EF4-FFF2-40B4-BE49-F238E27FC236}">
                <a16:creationId xmlns:a16="http://schemas.microsoft.com/office/drawing/2014/main" id="{EA2E3F14-E604-405A-8C36-8690BED06BD2}"/>
              </a:ext>
            </a:extLst>
          </p:cNvPr>
          <p:cNvSpPr>
            <a:spLocks noChangeArrowheads="1"/>
          </p:cNvSpPr>
          <p:nvPr userDrawn="1">
            <p:custDataLst>
              <p:tags r:id="rId7"/>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5" name="5. Source" hidden="1">
            <a:extLst>
              <a:ext uri="{FF2B5EF4-FFF2-40B4-BE49-F238E27FC236}">
                <a16:creationId xmlns:a16="http://schemas.microsoft.com/office/drawing/2014/main" id="{F113CD5A-0912-45CC-AF65-EBFB1762930D}"/>
              </a:ext>
            </a:extLst>
          </p:cNvPr>
          <p:cNvSpPr txBox="1"/>
          <p:nvPr userDrawn="1">
            <p:custDataLst>
              <p:tags r:id="rId8"/>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9965386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6784058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725BD87-3C3D-45F6-BBCF-F06FD867659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chemeClr val="accent1">
              <a:lumMod val="20000"/>
              <a:lumOff val="8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gn="ctr" rtl="0"/>
            <a:endParaRPr lang="nl-NL" dirty="0">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4"/>
            </p:custDataLst>
          </p:nvPr>
        </p:nvSpPr>
        <p:spPr>
          <a:xfrm>
            <a:off x="554736" y="172212"/>
            <a:ext cx="5065776" cy="731520"/>
          </a:xfrm>
        </p:spPr>
        <p:txBody>
          <a:bodyPr vert="horz" wrap="square" lIns="0" tIns="0" rIns="0" bIns="0" rtlCol="0" anchor="b" anchorCtr="0">
            <a:noAutofit/>
          </a:bodyPr>
          <a:lstStyle>
            <a:lvl1pPr rtl="0">
              <a:defRPr lang="en-US" dirty="0"/>
            </a:lvl1pPr>
          </a:lstStyle>
          <a:p>
            <a:pPr lvl="0"/>
            <a:r>
              <a:rPr lang="nl-NL" dirty="0"/>
              <a:t>Click </a:t>
            </a:r>
            <a:r>
              <a:rPr lang="nl-NL" dirty="0" err="1"/>
              <a:t>to</a:t>
            </a:r>
            <a:r>
              <a:rPr lang="nl-NL" dirty="0"/>
              <a:t> </a:t>
            </a:r>
            <a:r>
              <a:rPr lang="nl-NL" dirty="0" err="1"/>
              <a:t>edit</a:t>
            </a:r>
            <a:r>
              <a:rPr lang="nl-NL" dirty="0"/>
              <a:t> Master </a:t>
            </a:r>
            <a:r>
              <a:rPr lang="nl-NL" dirty="0" err="1"/>
              <a:t>title</a:t>
            </a:r>
            <a:r>
              <a:rPr lang="nl-NL" dirty="0"/>
              <a:t> </a:t>
            </a:r>
            <a:r>
              <a:rPr lang="nl-NL" dirty="0" err="1"/>
              <a:t>style</a:t>
            </a:r>
            <a:endParaRPr lang="nl-NL" dirty="0"/>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5"/>
            </p:custDataLst>
          </p:nvPr>
        </p:nvSpPr>
        <p:spPr>
          <a:xfrm>
            <a:off x="554736" y="884725"/>
            <a:ext cx="5065776" cy="276999"/>
          </a:xfrm>
          <a:prstGeom prst="rect">
            <a:avLst/>
          </a:prstGeom>
        </p:spPr>
        <p:txBody>
          <a:bodyPr vert="horz" wrap="square" lIns="0" tIns="0" rIns="0" bIns="0" rtlCol="0">
            <a:spAutoFit/>
          </a:bodyPr>
          <a:lstStyle>
            <a:lvl1pPr rtl="0">
              <a:defRPr lang="en-US" sz="1800" b="0" dirty="0">
                <a:solidFill>
                  <a:schemeClr val="accent1"/>
                </a:solidFill>
              </a:defRPr>
            </a:lvl1pPr>
          </a:lstStyle>
          <a:p>
            <a:pPr lvl="0">
              <a:buNone/>
            </a:pPr>
            <a:r>
              <a:rPr lang="nl-NL" dirty="0"/>
              <a:t>Click </a:t>
            </a:r>
            <a:r>
              <a:rPr lang="nl-NL" dirty="0" err="1"/>
              <a:t>to</a:t>
            </a:r>
            <a:r>
              <a:rPr lang="nl-NL" dirty="0"/>
              <a:t> </a:t>
            </a:r>
            <a:r>
              <a:rPr lang="nl-NL" dirty="0" err="1"/>
              <a:t>edit</a:t>
            </a:r>
            <a:r>
              <a:rPr lang="nl-NL" dirty="0"/>
              <a:t> Master </a:t>
            </a:r>
            <a:r>
              <a:rPr lang="nl-NL" dirty="0" err="1"/>
              <a:t>subtitle</a:t>
            </a:r>
            <a:r>
              <a:rPr lang="nl-NL" dirty="0"/>
              <a:t> </a:t>
            </a:r>
            <a:r>
              <a:rPr lang="nl-NL" dirty="0" err="1"/>
              <a:t>style</a:t>
            </a:r>
            <a:endParaRPr lang="nl-NL" dirty="0"/>
          </a:p>
        </p:txBody>
      </p:sp>
      <p:sp>
        <p:nvSpPr>
          <p:cNvPr id="10" name="1. On-page tracker">
            <a:extLst>
              <a:ext uri="{FF2B5EF4-FFF2-40B4-BE49-F238E27FC236}">
                <a16:creationId xmlns:a16="http://schemas.microsoft.com/office/drawing/2014/main" id="{E9BE4D1E-183A-499B-BFC7-798294EB7AE9}"/>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1" name="LOGO">
            <a:extLst>
              <a:ext uri="{FF2B5EF4-FFF2-40B4-BE49-F238E27FC236}">
                <a16:creationId xmlns:a16="http://schemas.microsoft.com/office/drawing/2014/main" id="{E5AB885D-2D31-4F92-9F0E-9FC8224A7FCC}"/>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13" name="Tijdelijke aanduiding voor tekst 43">
            <a:extLst>
              <a:ext uri="{FF2B5EF4-FFF2-40B4-BE49-F238E27FC236}">
                <a16:creationId xmlns:a16="http://schemas.microsoft.com/office/drawing/2014/main" id="{5AC24435-5311-4863-A030-9002A75B06F8}"/>
              </a:ext>
            </a:extLst>
          </p:cNvPr>
          <p:cNvSpPr txBox="1">
            <a:spLocks/>
          </p:cNvSpPr>
          <p:nvPr userDrawn="1"/>
        </p:nvSpPr>
        <p:spPr>
          <a:xfrm>
            <a:off x="554736" y="0"/>
            <a:ext cx="1080000" cy="45719"/>
          </a:xfrm>
          <a:prstGeom prst="rect">
            <a:avLst/>
          </a:prstGeom>
          <a:solidFill>
            <a:schemeClr val="accent2"/>
          </a:solidFill>
        </p:spPr>
        <p:txBody>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
        <p:nvSpPr>
          <p:cNvPr id="14" name="Slide Number">
            <a:extLst>
              <a:ext uri="{FF2B5EF4-FFF2-40B4-BE49-F238E27FC236}">
                <a16:creationId xmlns:a16="http://schemas.microsoft.com/office/drawing/2014/main" id="{C5F89EE2-C2A5-4AFD-B9C7-4B6172D633D9}"/>
              </a:ext>
            </a:extLst>
          </p:cNvPr>
          <p:cNvSpPr>
            <a:spLocks noChangeArrowheads="1"/>
          </p:cNvSpPr>
          <p:nvPr userDrawn="1">
            <p:custDataLst>
              <p:tags r:id="rId7"/>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5" name="5. Source" hidden="1">
            <a:extLst>
              <a:ext uri="{FF2B5EF4-FFF2-40B4-BE49-F238E27FC236}">
                <a16:creationId xmlns:a16="http://schemas.microsoft.com/office/drawing/2014/main" id="{314C6DE7-2291-4770-BD27-7C05676C0409}"/>
              </a:ext>
            </a:extLst>
          </p:cNvPr>
          <p:cNvSpPr txBox="1"/>
          <p:nvPr userDrawn="1">
            <p:custDataLst>
              <p:tags r:id="rId8"/>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2050009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23563922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572" imgH="588" progId="TCLayout.ActiveDocument.1">
                  <p:embed/>
                </p:oleObj>
              </mc:Choice>
              <mc:Fallback>
                <p:oleObj name="think-cell Slide" r:id="rId10"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D668F04-7049-40BA-8D63-D8BBB6921318}"/>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3"/>
            </p:custDataLst>
          </p:nvPr>
        </p:nvSpPr>
        <p:spPr>
          <a:xfrm>
            <a:off x="554736" y="172212"/>
            <a:ext cx="6967728" cy="731520"/>
          </a:xfrm>
        </p:spPr>
        <p:txBody>
          <a:bodyPr vert="horz" wrap="square" lIns="0" tIns="0" rIns="0" bIns="0" rtlCol="0" anchor="b" anchorCtr="0">
            <a:noAutofit/>
          </a:bodyPr>
          <a:lstStyle>
            <a:lvl1pPr rtl="0">
              <a:defRPr lang="en-US" dirty="0"/>
            </a:lvl1pPr>
          </a:lstStyle>
          <a:p>
            <a:pPr lvl="0"/>
            <a:r>
              <a:rPr lang="nl-NL" dirty="0"/>
              <a:t>Click </a:t>
            </a:r>
            <a:r>
              <a:rPr lang="nl-NL" dirty="0" err="1"/>
              <a:t>to</a:t>
            </a:r>
            <a:r>
              <a:rPr lang="nl-NL" dirty="0"/>
              <a:t> </a:t>
            </a:r>
            <a:r>
              <a:rPr lang="nl-NL" dirty="0" err="1"/>
              <a:t>edit</a:t>
            </a:r>
            <a:r>
              <a:rPr lang="nl-NL" dirty="0"/>
              <a:t> Master </a:t>
            </a:r>
            <a:r>
              <a:rPr lang="nl-NL" dirty="0" err="1"/>
              <a:t>title</a:t>
            </a:r>
            <a:r>
              <a:rPr lang="nl-NL" dirty="0"/>
              <a:t> </a:t>
            </a:r>
            <a:r>
              <a:rPr lang="nl-NL" dirty="0" err="1"/>
              <a:t>style</a:t>
            </a:r>
            <a:endParaRPr lang="nl-NL" dirty="0"/>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7830312" y="0"/>
            <a:ext cx="4361688" cy="6858000"/>
          </a:xfrm>
          <a:prstGeom prst="rect">
            <a:avLst/>
          </a:prstGeom>
          <a:solidFill>
            <a:schemeClr val="accent1">
              <a:lumMod val="20000"/>
              <a:lumOff val="8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gn="ctr" rtl="0"/>
            <a:endParaRPr lang="nl-NL" dirty="0">
              <a:solidFill>
                <a:srgbClr val="F0F0F0"/>
              </a:solidFill>
              <a:latin typeface="Arial" panose="020B0604020202020204" pitchFamily="34" charset="0"/>
            </a:endParaRPr>
          </a:p>
        </p:txBody>
      </p: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5"/>
            </p:custDataLst>
          </p:nvPr>
        </p:nvSpPr>
        <p:spPr>
          <a:xfrm>
            <a:off x="554736" y="884725"/>
            <a:ext cx="6967728" cy="276999"/>
          </a:xfrm>
          <a:prstGeom prst="rect">
            <a:avLst/>
          </a:prstGeom>
        </p:spPr>
        <p:txBody>
          <a:bodyPr vert="horz" wrap="square" lIns="0" tIns="0" rIns="0" bIns="0" rtlCol="0">
            <a:spAutoFit/>
          </a:bodyPr>
          <a:lstStyle>
            <a:lvl1pPr rtl="0">
              <a:defRPr lang="en-US" sz="1800" b="0" dirty="0">
                <a:solidFill>
                  <a:schemeClr val="accent1"/>
                </a:solidFill>
              </a:defRPr>
            </a:lvl1pPr>
          </a:lstStyle>
          <a:p>
            <a:pPr lvl="0">
              <a:buNone/>
            </a:pPr>
            <a:r>
              <a:rPr lang="nl-NL" dirty="0"/>
              <a:t>Click </a:t>
            </a:r>
            <a:r>
              <a:rPr lang="nl-NL" dirty="0" err="1"/>
              <a:t>to</a:t>
            </a:r>
            <a:r>
              <a:rPr lang="nl-NL" dirty="0"/>
              <a:t> </a:t>
            </a:r>
            <a:r>
              <a:rPr lang="nl-NL" dirty="0" err="1"/>
              <a:t>edit</a:t>
            </a:r>
            <a:r>
              <a:rPr lang="nl-NL" dirty="0"/>
              <a:t> Master </a:t>
            </a:r>
            <a:r>
              <a:rPr lang="nl-NL" dirty="0" err="1"/>
              <a:t>subtitle</a:t>
            </a:r>
            <a:r>
              <a:rPr lang="nl-NL" dirty="0"/>
              <a:t> </a:t>
            </a:r>
            <a:r>
              <a:rPr lang="nl-NL" dirty="0" err="1"/>
              <a:t>style</a:t>
            </a:r>
            <a:endParaRPr lang="nl-NL" dirty="0"/>
          </a:p>
        </p:txBody>
      </p:sp>
      <p:sp>
        <p:nvSpPr>
          <p:cNvPr id="10" name="1. On-page tracker">
            <a:extLst>
              <a:ext uri="{FF2B5EF4-FFF2-40B4-BE49-F238E27FC236}">
                <a16:creationId xmlns:a16="http://schemas.microsoft.com/office/drawing/2014/main" id="{7C393009-0681-4A8F-A1E9-19E10A949DCD}"/>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1" name="LOGO">
            <a:extLst>
              <a:ext uri="{FF2B5EF4-FFF2-40B4-BE49-F238E27FC236}">
                <a16:creationId xmlns:a16="http://schemas.microsoft.com/office/drawing/2014/main" id="{D55B9F57-59D8-4294-84EA-18CED46A914F}"/>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13" name="Tijdelijke aanduiding voor tekst 43">
            <a:extLst>
              <a:ext uri="{FF2B5EF4-FFF2-40B4-BE49-F238E27FC236}">
                <a16:creationId xmlns:a16="http://schemas.microsoft.com/office/drawing/2014/main" id="{8C3F00CD-4050-4E27-9372-B8F39F84E062}"/>
              </a:ext>
            </a:extLst>
          </p:cNvPr>
          <p:cNvSpPr txBox="1">
            <a:spLocks/>
          </p:cNvSpPr>
          <p:nvPr userDrawn="1"/>
        </p:nvSpPr>
        <p:spPr>
          <a:xfrm>
            <a:off x="554736" y="0"/>
            <a:ext cx="1080000" cy="45719"/>
          </a:xfrm>
          <a:prstGeom prst="rect">
            <a:avLst/>
          </a:prstGeom>
          <a:solidFill>
            <a:schemeClr val="accent2"/>
          </a:solidFill>
        </p:spPr>
        <p:txBody>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
        <p:nvSpPr>
          <p:cNvPr id="14" name="Slide Number">
            <a:extLst>
              <a:ext uri="{FF2B5EF4-FFF2-40B4-BE49-F238E27FC236}">
                <a16:creationId xmlns:a16="http://schemas.microsoft.com/office/drawing/2014/main" id="{2E2C9B2C-1923-47E3-877B-BD46C3704E59}"/>
              </a:ext>
            </a:extLst>
          </p:cNvPr>
          <p:cNvSpPr>
            <a:spLocks noChangeArrowheads="1"/>
          </p:cNvSpPr>
          <p:nvPr userDrawn="1">
            <p:custDataLst>
              <p:tags r:id="rId7"/>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5" name="5. Source" hidden="1">
            <a:extLst>
              <a:ext uri="{FF2B5EF4-FFF2-40B4-BE49-F238E27FC236}">
                <a16:creationId xmlns:a16="http://schemas.microsoft.com/office/drawing/2014/main" id="{0EF4AE84-03D6-4670-B92F-653A129F5FE7}"/>
              </a:ext>
            </a:extLst>
          </p:cNvPr>
          <p:cNvSpPr txBox="1"/>
          <p:nvPr userDrawn="1">
            <p:custDataLst>
              <p:tags r:id="rId8"/>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20817969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3/4 ">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41481703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50854476-2923-4515-A585-4477FF86118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8781416" y="0"/>
            <a:ext cx="3410584" cy="6858000"/>
          </a:xfrm>
          <a:prstGeom prst="rect">
            <a:avLst/>
          </a:prstGeom>
          <a:solidFill>
            <a:schemeClr val="accent1">
              <a:lumMod val="20000"/>
              <a:lumOff val="8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gn="ctr" rtl="0"/>
            <a:endParaRPr lang="nl-NL" noProof="0" dirty="0">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4"/>
            </p:custDataLst>
          </p:nvPr>
        </p:nvSpPr>
        <p:spPr>
          <a:xfrm>
            <a:off x="554736" y="172212"/>
            <a:ext cx="7918704" cy="731520"/>
          </a:xfrm>
        </p:spPr>
        <p:txBody>
          <a:bodyPr vert="horz" wrap="square" lIns="0" tIns="0" rIns="0" bIns="0" rtlCol="0" anchor="b" anchorCtr="0">
            <a:noAutofit/>
          </a:bodyPr>
          <a:lstStyle>
            <a:lvl1pPr rtl="0">
              <a:defRPr lang="en-US" dirty="0"/>
            </a:lvl1pPr>
          </a:lstStyle>
          <a:p>
            <a:pPr lvl="0"/>
            <a:r>
              <a:rPr lang="nl-NL" dirty="0"/>
              <a:t>Click </a:t>
            </a:r>
            <a:r>
              <a:rPr lang="nl-NL" dirty="0" err="1"/>
              <a:t>to</a:t>
            </a:r>
            <a:r>
              <a:rPr lang="nl-NL" dirty="0"/>
              <a:t> </a:t>
            </a:r>
            <a:r>
              <a:rPr lang="nl-NL" dirty="0" err="1"/>
              <a:t>edit</a:t>
            </a:r>
            <a:r>
              <a:rPr lang="nl-NL" dirty="0"/>
              <a:t> Master </a:t>
            </a:r>
            <a:r>
              <a:rPr lang="nl-NL" dirty="0" err="1"/>
              <a:t>title</a:t>
            </a:r>
            <a:r>
              <a:rPr lang="nl-NL" dirty="0"/>
              <a:t> </a:t>
            </a:r>
            <a:r>
              <a:rPr lang="nl-NL" dirty="0" err="1"/>
              <a:t>style</a:t>
            </a:r>
            <a:endParaRPr lang="nl-NL" dirty="0"/>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5"/>
            </p:custDataLst>
          </p:nvPr>
        </p:nvSpPr>
        <p:spPr>
          <a:xfrm>
            <a:off x="554736" y="884725"/>
            <a:ext cx="7918704" cy="276999"/>
          </a:xfrm>
          <a:prstGeom prst="rect">
            <a:avLst/>
          </a:prstGeom>
        </p:spPr>
        <p:txBody>
          <a:bodyPr vert="horz" wrap="square" lIns="0" tIns="0" rIns="0" bIns="0" rtlCol="0">
            <a:spAutoFit/>
          </a:bodyPr>
          <a:lstStyle>
            <a:lvl1pPr rtl="0">
              <a:defRPr lang="en-US" sz="1800" b="0" dirty="0">
                <a:solidFill>
                  <a:schemeClr val="accent1"/>
                </a:solidFill>
              </a:defRPr>
            </a:lvl1pPr>
          </a:lstStyle>
          <a:p>
            <a:pPr lvl="0">
              <a:buNone/>
            </a:pPr>
            <a:r>
              <a:rPr lang="nl-NL" dirty="0"/>
              <a:t>Click </a:t>
            </a:r>
            <a:r>
              <a:rPr lang="nl-NL" dirty="0" err="1"/>
              <a:t>to</a:t>
            </a:r>
            <a:r>
              <a:rPr lang="nl-NL" dirty="0"/>
              <a:t> </a:t>
            </a:r>
            <a:r>
              <a:rPr lang="nl-NL" dirty="0" err="1"/>
              <a:t>edit</a:t>
            </a:r>
            <a:r>
              <a:rPr lang="nl-NL" dirty="0"/>
              <a:t> Master </a:t>
            </a:r>
            <a:r>
              <a:rPr lang="nl-NL" dirty="0" err="1"/>
              <a:t>subtitle</a:t>
            </a:r>
            <a:r>
              <a:rPr lang="nl-NL" dirty="0"/>
              <a:t> </a:t>
            </a:r>
            <a:r>
              <a:rPr lang="nl-NL" dirty="0" err="1"/>
              <a:t>style</a:t>
            </a:r>
            <a:endParaRPr lang="nl-NL" dirty="0"/>
          </a:p>
        </p:txBody>
      </p:sp>
      <p:sp>
        <p:nvSpPr>
          <p:cNvPr id="10" name="1. On-page tracker">
            <a:extLst>
              <a:ext uri="{FF2B5EF4-FFF2-40B4-BE49-F238E27FC236}">
                <a16:creationId xmlns:a16="http://schemas.microsoft.com/office/drawing/2014/main" id="{DEC2F904-C5C8-4B39-9C46-6CA56144D86A}"/>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1" name="LOGO">
            <a:extLst>
              <a:ext uri="{FF2B5EF4-FFF2-40B4-BE49-F238E27FC236}">
                <a16:creationId xmlns:a16="http://schemas.microsoft.com/office/drawing/2014/main" id="{706FB08B-B210-4D80-8573-C6321DBCF24E}"/>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13" name="Tijdelijke aanduiding voor tekst 43">
            <a:extLst>
              <a:ext uri="{FF2B5EF4-FFF2-40B4-BE49-F238E27FC236}">
                <a16:creationId xmlns:a16="http://schemas.microsoft.com/office/drawing/2014/main" id="{E8C35DC7-C31E-4331-9BA8-A421855D7262}"/>
              </a:ext>
            </a:extLst>
          </p:cNvPr>
          <p:cNvSpPr txBox="1">
            <a:spLocks/>
          </p:cNvSpPr>
          <p:nvPr userDrawn="1"/>
        </p:nvSpPr>
        <p:spPr>
          <a:xfrm>
            <a:off x="554736" y="0"/>
            <a:ext cx="1080000" cy="45719"/>
          </a:xfrm>
          <a:prstGeom prst="rect">
            <a:avLst/>
          </a:prstGeom>
          <a:solidFill>
            <a:schemeClr val="accent2"/>
          </a:solidFill>
        </p:spPr>
        <p:txBody>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
        <p:nvSpPr>
          <p:cNvPr id="14" name="Slide Number">
            <a:extLst>
              <a:ext uri="{FF2B5EF4-FFF2-40B4-BE49-F238E27FC236}">
                <a16:creationId xmlns:a16="http://schemas.microsoft.com/office/drawing/2014/main" id="{D9E41969-935B-4A73-B978-C97F9AB9429E}"/>
              </a:ext>
            </a:extLst>
          </p:cNvPr>
          <p:cNvSpPr>
            <a:spLocks noChangeArrowheads="1"/>
          </p:cNvSpPr>
          <p:nvPr userDrawn="1">
            <p:custDataLst>
              <p:tags r:id="rId7"/>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5" name="5. Source" hidden="1">
            <a:extLst>
              <a:ext uri="{FF2B5EF4-FFF2-40B4-BE49-F238E27FC236}">
                <a16:creationId xmlns:a16="http://schemas.microsoft.com/office/drawing/2014/main" id="{61178E47-37F4-4922-ACD9-3F2F8C30F742}"/>
              </a:ext>
            </a:extLst>
          </p:cNvPr>
          <p:cNvSpPr txBox="1"/>
          <p:nvPr userDrawn="1">
            <p:custDataLst>
              <p:tags r:id="rId8"/>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116109503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3-lin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648A5D5-75B9-4F02-A4CB-B3C65A9BF2CE}"/>
              </a:ext>
            </a:extLst>
          </p:cNvPr>
          <p:cNvGraphicFramePr>
            <a:graphicFrameLocks noChangeAspect="1"/>
          </p:cNvGraphicFramePr>
          <p:nvPr userDrawn="1">
            <p:custDataLst>
              <p:tags r:id="rId1"/>
            </p:custDataLst>
            <p:extLst>
              <p:ext uri="{D42A27DB-BD31-4B8C-83A1-F6EECF244321}">
                <p14:modId xmlns:p14="http://schemas.microsoft.com/office/powerpoint/2010/main" val="30789201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3" name="Object 2" hidden="1">
                        <a:extLst>
                          <a:ext uri="{FF2B5EF4-FFF2-40B4-BE49-F238E27FC236}">
                            <a16:creationId xmlns:a16="http://schemas.microsoft.com/office/drawing/2014/main" id="{C648A5D5-75B9-4F02-A4CB-B3C65A9BF2CE}"/>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58AAF75-30DC-408A-933A-149F2D14D18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3"/>
            </p:custDataLst>
          </p:nvPr>
        </p:nvSpPr>
        <p:spPr>
          <a:xfrm>
            <a:off x="554736" y="175171"/>
            <a:ext cx="11082528" cy="989512"/>
          </a:xfrm>
        </p:spPr>
        <p:txBody>
          <a:bodyPr vert="horz" wrap="square" lIns="0" tIns="0" rIns="0" bIns="0" rtlCol="0" anchor="b" anchorCtr="0">
            <a:noAutofit/>
          </a:bodyPr>
          <a:lstStyle>
            <a:lvl1pPr rtl="0">
              <a:defRPr lang="en-US" dirty="0"/>
            </a:lvl1pPr>
          </a:lstStyle>
          <a:p>
            <a:pPr lvl="0"/>
            <a:r>
              <a:rPr lang="nl-NL" dirty="0"/>
              <a:t>Click </a:t>
            </a:r>
            <a:r>
              <a:rPr lang="nl-NL" dirty="0" err="1"/>
              <a:t>to</a:t>
            </a:r>
            <a:r>
              <a:rPr lang="nl-NL" dirty="0"/>
              <a:t> </a:t>
            </a:r>
            <a:r>
              <a:rPr lang="nl-NL" dirty="0" err="1"/>
              <a:t>edit</a:t>
            </a:r>
            <a:r>
              <a:rPr lang="nl-NL" dirty="0"/>
              <a:t> Master </a:t>
            </a:r>
            <a:r>
              <a:rPr lang="nl-NL" dirty="0" err="1"/>
              <a:t>title</a:t>
            </a:r>
            <a:r>
              <a:rPr lang="nl-NL" dirty="0"/>
              <a:t> </a:t>
            </a:r>
            <a:r>
              <a:rPr lang="nl-NL" dirty="0" err="1"/>
              <a:t>style</a:t>
            </a:r>
            <a:endParaRPr lang="nl-NL" dirty="0"/>
          </a:p>
        </p:txBody>
      </p:sp>
      <p:sp>
        <p:nvSpPr>
          <p:cNvPr id="8" name="1. On-page tracker">
            <a:extLst>
              <a:ext uri="{FF2B5EF4-FFF2-40B4-BE49-F238E27FC236}">
                <a16:creationId xmlns:a16="http://schemas.microsoft.com/office/drawing/2014/main" id="{931AA88E-24E2-4493-A340-98EE8666A3B2}"/>
              </a:ext>
            </a:extLst>
          </p:cNvPr>
          <p:cNvSpPr>
            <a:spLocks noGrp="1"/>
          </p:cNvSpPr>
          <p:nvPr>
            <p:ph type="body" sz="quarter" idx="10" hasCustomPrompt="1"/>
            <p:custDataLst>
              <p:tags r:id="rId4"/>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9" name="LOGO">
            <a:extLst>
              <a:ext uri="{FF2B5EF4-FFF2-40B4-BE49-F238E27FC236}">
                <a16:creationId xmlns:a16="http://schemas.microsoft.com/office/drawing/2014/main" id="{AAC054E2-58C7-40F7-9E10-6ABB1D86FF61}"/>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12" name="Tijdelijke aanduiding voor tekst 43">
            <a:extLst>
              <a:ext uri="{FF2B5EF4-FFF2-40B4-BE49-F238E27FC236}">
                <a16:creationId xmlns:a16="http://schemas.microsoft.com/office/drawing/2014/main" id="{6856A5A3-DCA3-48AE-AF42-1ED481C4CE03}"/>
              </a:ext>
            </a:extLst>
          </p:cNvPr>
          <p:cNvSpPr txBox="1">
            <a:spLocks/>
          </p:cNvSpPr>
          <p:nvPr userDrawn="1"/>
        </p:nvSpPr>
        <p:spPr>
          <a:xfrm>
            <a:off x="554736" y="0"/>
            <a:ext cx="1080000" cy="45719"/>
          </a:xfrm>
          <a:prstGeom prst="rect">
            <a:avLst/>
          </a:prstGeom>
          <a:solidFill>
            <a:schemeClr val="accent2"/>
          </a:solidFill>
        </p:spPr>
        <p:txBody>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
        <p:nvSpPr>
          <p:cNvPr id="13" name="Slide Number">
            <a:extLst>
              <a:ext uri="{FF2B5EF4-FFF2-40B4-BE49-F238E27FC236}">
                <a16:creationId xmlns:a16="http://schemas.microsoft.com/office/drawing/2014/main" id="{71E867D2-40CA-490D-93A9-ABFC8E5C0ED5}"/>
              </a:ext>
            </a:extLst>
          </p:cNvPr>
          <p:cNvSpPr>
            <a:spLocks noChangeArrowheads="1"/>
          </p:cNvSpPr>
          <p:nvPr userDrawn="1">
            <p:custDataLst>
              <p:tags r:id="rId5"/>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4" name="Rechthoek 6">
            <a:extLst>
              <a:ext uri="{FF2B5EF4-FFF2-40B4-BE49-F238E27FC236}">
                <a16:creationId xmlns:a16="http://schemas.microsoft.com/office/drawing/2014/main" id="{0C9250D7-CF3E-4349-A19E-1471406C74B1}"/>
              </a:ext>
            </a:extLst>
          </p:cNvPr>
          <p:cNvSpPr/>
          <p:nvPr userDrawn="1"/>
        </p:nvSpPr>
        <p:spPr>
          <a:xfrm>
            <a:off x="0" y="6146743"/>
            <a:ext cx="12192000" cy="36000"/>
          </a:xfrm>
          <a:prstGeom prst="rect">
            <a:avLst/>
          </a:prstGeom>
          <a:solidFill>
            <a:srgbClr val="D29FA5"/>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rtl="0"/>
            <a:endParaRPr lang="nl-NL" sz="1600" noProof="0" dirty="0"/>
          </a:p>
        </p:txBody>
      </p:sp>
      <p:sp>
        <p:nvSpPr>
          <p:cNvPr id="16" name="5. Source" hidden="1">
            <a:extLst>
              <a:ext uri="{FF2B5EF4-FFF2-40B4-BE49-F238E27FC236}">
                <a16:creationId xmlns:a16="http://schemas.microsoft.com/office/drawing/2014/main" id="{8B578329-BEEC-49B8-A976-C9DD5C8A0051}"/>
              </a:ext>
            </a:extLst>
          </p:cNvPr>
          <p:cNvSpPr txBox="1"/>
          <p:nvPr userDrawn="1">
            <p:custDataLst>
              <p:tags r:id="rId6"/>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244697271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Custom">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20E9A7C-FB74-480B-8212-8CE5C1AF5D1B}"/>
              </a:ext>
            </a:extLst>
          </p:cNvPr>
          <p:cNvGraphicFramePr>
            <a:graphicFrameLocks noChangeAspect="1"/>
          </p:cNvGraphicFramePr>
          <p:nvPr userDrawn="1">
            <p:custDataLst>
              <p:tags r:id="rId1"/>
            </p:custDataLst>
            <p:extLst>
              <p:ext uri="{D42A27DB-BD31-4B8C-83A1-F6EECF244321}">
                <p14:modId xmlns:p14="http://schemas.microsoft.com/office/powerpoint/2010/main" val="8718950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592" imgH="591" progId="TCLayout.ActiveDocument.1">
                  <p:embed/>
                </p:oleObj>
              </mc:Choice>
              <mc:Fallback>
                <p:oleObj name="think-cell Slide" r:id="rId6" imgW="592" imgH="591" progId="TCLayout.ActiveDocument.1">
                  <p:embed/>
                  <p:pic>
                    <p:nvPicPr>
                      <p:cNvPr id="2" name="Object 1" hidden="1">
                        <a:extLst>
                          <a:ext uri="{FF2B5EF4-FFF2-40B4-BE49-F238E27FC236}">
                            <a16:creationId xmlns:a16="http://schemas.microsoft.com/office/drawing/2014/main" id="{220E9A7C-FB74-480B-8212-8CE5C1AF5D1B}"/>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8" name="1. On-page tracker">
            <a:extLst>
              <a:ext uri="{FF2B5EF4-FFF2-40B4-BE49-F238E27FC236}">
                <a16:creationId xmlns:a16="http://schemas.microsoft.com/office/drawing/2014/main" id="{BD5E1493-E8EF-4031-B447-85DA0B418111}"/>
              </a:ext>
            </a:extLst>
          </p:cNvPr>
          <p:cNvSpPr>
            <a:spLocks noGrp="1"/>
          </p:cNvSpPr>
          <p:nvPr>
            <p:ph type="body" sz="quarter" idx="10" hasCustomPrompt="1"/>
            <p:custDataLst>
              <p:tags r:id="rId2"/>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6" name="LOGO">
            <a:extLst>
              <a:ext uri="{FF2B5EF4-FFF2-40B4-BE49-F238E27FC236}">
                <a16:creationId xmlns:a16="http://schemas.microsoft.com/office/drawing/2014/main" id="{4606D006-0A73-4F68-B57E-EF5D47860380}"/>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11" name="Tijdelijke aanduiding voor tekst 43">
            <a:extLst>
              <a:ext uri="{FF2B5EF4-FFF2-40B4-BE49-F238E27FC236}">
                <a16:creationId xmlns:a16="http://schemas.microsoft.com/office/drawing/2014/main" id="{C4DA2C74-1EBD-43C3-98DF-6CFC5237CEDF}"/>
              </a:ext>
            </a:extLst>
          </p:cNvPr>
          <p:cNvSpPr txBox="1">
            <a:spLocks/>
          </p:cNvSpPr>
          <p:nvPr userDrawn="1"/>
        </p:nvSpPr>
        <p:spPr>
          <a:xfrm>
            <a:off x="554736" y="0"/>
            <a:ext cx="1080000" cy="45719"/>
          </a:xfrm>
          <a:prstGeom prst="rect">
            <a:avLst/>
          </a:prstGeom>
          <a:solidFill>
            <a:schemeClr val="accent2"/>
          </a:solidFill>
        </p:spPr>
        <p:txBody>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
        <p:nvSpPr>
          <p:cNvPr id="12" name="Slide Number">
            <a:extLst>
              <a:ext uri="{FF2B5EF4-FFF2-40B4-BE49-F238E27FC236}">
                <a16:creationId xmlns:a16="http://schemas.microsoft.com/office/drawing/2014/main" id="{157E4FA3-C52D-49D7-9614-3E56A3E9AFAE}"/>
              </a:ext>
            </a:extLst>
          </p:cNvPr>
          <p:cNvSpPr>
            <a:spLocks noChangeArrowheads="1"/>
          </p:cNvSpPr>
          <p:nvPr userDrawn="1">
            <p:custDataLst>
              <p:tags r:id="rId3"/>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3" name="Rechthoek 6">
            <a:extLst>
              <a:ext uri="{FF2B5EF4-FFF2-40B4-BE49-F238E27FC236}">
                <a16:creationId xmlns:a16="http://schemas.microsoft.com/office/drawing/2014/main" id="{CA443C5D-3E4F-487B-90B8-97F31ECF4DA9}"/>
              </a:ext>
            </a:extLst>
          </p:cNvPr>
          <p:cNvSpPr/>
          <p:nvPr userDrawn="1"/>
        </p:nvSpPr>
        <p:spPr>
          <a:xfrm>
            <a:off x="0" y="6146743"/>
            <a:ext cx="12192000" cy="36000"/>
          </a:xfrm>
          <a:prstGeom prst="rect">
            <a:avLst/>
          </a:prstGeom>
          <a:solidFill>
            <a:srgbClr val="D29FA5"/>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rtl="0"/>
            <a:endParaRPr lang="nl-NL" sz="1600" noProof="0" dirty="0"/>
          </a:p>
        </p:txBody>
      </p:sp>
      <p:sp>
        <p:nvSpPr>
          <p:cNvPr id="14" name="5. Source" hidden="1">
            <a:extLst>
              <a:ext uri="{FF2B5EF4-FFF2-40B4-BE49-F238E27FC236}">
                <a16:creationId xmlns:a16="http://schemas.microsoft.com/office/drawing/2014/main" id="{48709677-F4A2-486A-BBB0-A03E61D19BB8}"/>
              </a:ext>
            </a:extLst>
          </p:cNvPr>
          <p:cNvSpPr txBox="1"/>
          <p:nvPr userDrawn="1">
            <p:custDataLst>
              <p:tags r:id="rId4"/>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55289811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A954CCC1-5027-4384-BFF6-B54153C697A8}"/>
              </a:ext>
            </a:extLst>
          </p:cNvPr>
          <p:cNvGraphicFramePr>
            <a:graphicFrameLocks noChangeAspect="1"/>
          </p:cNvGraphicFramePr>
          <p:nvPr userDrawn="1">
            <p:custDataLst>
              <p:tags r:id="rId1"/>
            </p:custDataLst>
            <p:extLst>
              <p:ext uri="{D42A27DB-BD31-4B8C-83A1-F6EECF244321}">
                <p14:modId xmlns:p14="http://schemas.microsoft.com/office/powerpoint/2010/main" val="22516699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2" name="Object 1" hidden="1">
                        <a:extLst>
                          <a:ext uri="{FF2B5EF4-FFF2-40B4-BE49-F238E27FC236}">
                            <a16:creationId xmlns:a16="http://schemas.microsoft.com/office/drawing/2014/main" id="{A954CCC1-5027-4384-BFF6-B54153C697A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LOGO">
            <a:extLst>
              <a:ext uri="{FF2B5EF4-FFF2-40B4-BE49-F238E27FC236}">
                <a16:creationId xmlns:a16="http://schemas.microsoft.com/office/drawing/2014/main" id="{F842F660-C06B-42CC-BFB2-96E6DCF32328}"/>
              </a:ext>
            </a:extLst>
          </p:cNvPr>
          <p:cNvSpPr>
            <a:spLocks/>
          </p:cNvSpPr>
          <p:nvPr userDrawn="1"/>
        </p:nvSpPr>
        <p:spPr>
          <a:xfrm>
            <a:off x="2128903" y="2693059"/>
            <a:ext cx="7934195" cy="1471883"/>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noAutofit/>
          </a:bodyPr>
          <a:lstStyle/>
          <a:p>
            <a:pPr rtl="0"/>
            <a:endParaRPr lang="nl-NL" noProof="0" dirty="0">
              <a:latin typeface="+mn-lt"/>
            </a:endParaRPr>
          </a:p>
        </p:txBody>
      </p:sp>
      <p:sp>
        <p:nvSpPr>
          <p:cNvPr id="7" name="5. Source" hidden="1">
            <a:extLst>
              <a:ext uri="{FF2B5EF4-FFF2-40B4-BE49-F238E27FC236}">
                <a16:creationId xmlns:a16="http://schemas.microsoft.com/office/drawing/2014/main" id="{6FE89F0E-8BC8-41D8-BC1A-270CC0270DA8}"/>
              </a:ext>
            </a:extLst>
          </p:cNvPr>
          <p:cNvSpPr txBox="1"/>
          <p:nvPr userDrawn="1">
            <p:custDataLst>
              <p:tags r:id="rId2"/>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211071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10458885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9F741700-5035-4E61-A4AC-1B3C7AE220D5}"/>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eaLnBrk="1">
              <a:lnSpc>
                <a:spcPct val="100000"/>
              </a:lnSpc>
              <a:spcBef>
                <a:spcPct val="0"/>
              </a:spcBef>
              <a:spcAft>
                <a:spcPct val="0"/>
              </a:spcAft>
            </a:pPr>
            <a:endParaRPr lang="nl-NL"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172212"/>
            <a:ext cx="11082528" cy="731520"/>
          </a:xfrm>
        </p:spPr>
        <p:txBody>
          <a:bodyPr vert="horz"/>
          <a:lstStyle>
            <a:lvl1pPr rtl="0">
              <a:defRPr/>
            </a:lvl1pPr>
          </a:lstStyle>
          <a:p>
            <a:r>
              <a:rPr lang="nl-NL" dirty="0"/>
              <a:t>Click </a:t>
            </a:r>
            <a:r>
              <a:rPr lang="nl-NL" dirty="0" err="1"/>
              <a:t>to</a:t>
            </a:r>
            <a:r>
              <a:rPr lang="nl-NL" dirty="0"/>
              <a:t> </a:t>
            </a:r>
            <a:r>
              <a:rPr lang="nl-NL" dirty="0" err="1"/>
              <a:t>edit</a:t>
            </a:r>
            <a:r>
              <a:rPr lang="nl-NL" dirty="0"/>
              <a:t> Master </a:t>
            </a:r>
            <a:r>
              <a:rPr lang="nl-NL" dirty="0" err="1"/>
              <a:t>title</a:t>
            </a:r>
            <a:r>
              <a:rPr lang="nl-NL" dirty="0"/>
              <a:t> </a:t>
            </a:r>
            <a:r>
              <a:rPr lang="nl-NL" dirty="0" err="1"/>
              <a:t>style</a:t>
            </a:r>
            <a:endParaRPr lang="nl-NL" dirty="0"/>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884725"/>
            <a:ext cx="11082528" cy="276999"/>
          </a:xfrm>
        </p:spPr>
        <p:txBody>
          <a:bodyPr wrap="square">
            <a:noAutofit/>
          </a:bodyPr>
          <a:lstStyle>
            <a:lvl1pPr marL="0" indent="0" algn="l" rtl="0">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Click </a:t>
            </a:r>
            <a:r>
              <a:rPr lang="nl-NL" dirty="0" err="1"/>
              <a:t>to</a:t>
            </a:r>
            <a:r>
              <a:rPr lang="nl-NL" dirty="0"/>
              <a:t> </a:t>
            </a:r>
            <a:r>
              <a:rPr lang="nl-NL" dirty="0" err="1"/>
              <a:t>edit</a:t>
            </a:r>
            <a:r>
              <a:rPr lang="nl-NL" dirty="0"/>
              <a:t> Master </a:t>
            </a:r>
            <a:r>
              <a:rPr lang="nl-NL" dirty="0" err="1"/>
              <a:t>subtitle</a:t>
            </a:r>
            <a:r>
              <a:rPr lang="nl-NL" dirty="0"/>
              <a:t> </a:t>
            </a:r>
            <a:r>
              <a:rPr lang="nl-NL" dirty="0" err="1"/>
              <a:t>style</a:t>
            </a:r>
            <a:endParaRPr lang="nl-NL" dirty="0"/>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nl-NL"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nl-NL" sz="900" dirty="0">
              <a:solidFill>
                <a:schemeClr val="tx1"/>
              </a:solidFill>
              <a:latin typeface="+mn-lt"/>
              <a:ea typeface="+mn-ea"/>
              <a:cs typeface="Arial" panose="020B0604020202020204" pitchFamily="34" charset="0"/>
            </a:endParaRPr>
          </a:p>
        </p:txBody>
      </p:sp>
      <p:sp>
        <p:nvSpPr>
          <p:cNvPr id="7" name="1. On-page tracker">
            <a:extLst>
              <a:ext uri="{FF2B5EF4-FFF2-40B4-BE49-F238E27FC236}">
                <a16:creationId xmlns:a16="http://schemas.microsoft.com/office/drawing/2014/main" id="{113DFDDF-7DA2-4E92-8555-8B9DB1295FAA}"/>
              </a:ext>
            </a:extLst>
          </p:cNvPr>
          <p:cNvSpPr>
            <a:spLocks noGrp="1"/>
          </p:cNvSpPr>
          <p:nvPr>
            <p:ph type="body" sz="quarter" idx="16" hasCustomPrompt="1"/>
            <p:custDataLst>
              <p:tags r:id="rId6"/>
            </p:custDataLst>
          </p:nvPr>
        </p:nvSpPr>
        <p:spPr>
          <a:xfrm>
            <a:off x="7156704" y="89320"/>
            <a:ext cx="4480560" cy="123111"/>
          </a:xfrm>
        </p:spPr>
        <p:txBody>
          <a:bodyPr vert="horz" wrap="square" lIns="0" tIns="0" rIns="0" bIns="0" rtlCol="0" anchor="ctr" anchorCtr="0">
            <a:spAutoFit/>
          </a:bodyPr>
          <a:lstStyle>
            <a:lvl1pPr algn="r" rtl="0">
              <a:defRPr lang="en-US" sz="800" dirty="0"/>
            </a:lvl1pPr>
          </a:lstStyle>
          <a:p>
            <a:pPr lvl="0" algn="r"/>
            <a:r>
              <a:rPr lang="nl-NL" dirty="0" err="1"/>
              <a:t>Chapter</a:t>
            </a:r>
            <a:r>
              <a:rPr lang="nl-NL" dirty="0"/>
              <a:t> › Topic</a:t>
            </a: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nl-NL" sz="800" dirty="0"/>
              <a:t>Source: …</a:t>
            </a:r>
          </a:p>
        </p:txBody>
      </p:sp>
    </p:spTree>
    <p:extLst>
      <p:ext uri="{BB962C8B-B14F-4D97-AF65-F5344CB8AC3E}">
        <p14:creationId xmlns:p14="http://schemas.microsoft.com/office/powerpoint/2010/main" val="402285337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McK 2. Slide Title"/>
          <p:cNvSpPr>
            <a:spLocks noGrp="1"/>
          </p:cNvSpPr>
          <p:nvPr>
            <p:ph type="title"/>
          </p:nvPr>
        </p:nvSpPr>
        <p:spPr>
          <a:xfrm>
            <a:off x="1300192" y="247357"/>
            <a:ext cx="10325945" cy="316690"/>
          </a:xfrm>
        </p:spPr>
        <p:txBody>
          <a:bodyPr/>
          <a:lstStyle/>
          <a:p>
            <a:r>
              <a:rPr lang="en-US"/>
              <a:t>Click to edit Master title style</a:t>
            </a:r>
          </a:p>
        </p:txBody>
      </p:sp>
      <p:sp>
        <p:nvSpPr>
          <p:cNvPr id="3" name="Slide Number"/>
          <p:cNvSpPr txBox="1">
            <a:spLocks/>
          </p:cNvSpPr>
          <p:nvPr userDrawn="1"/>
        </p:nvSpPr>
        <p:spPr>
          <a:xfrm>
            <a:off x="11626137" y="6566446"/>
            <a:ext cx="284012" cy="155496"/>
          </a:xfrm>
          <a:prstGeom prst="rect">
            <a:avLst/>
          </a:prstGeom>
        </p:spPr>
        <p:txBody>
          <a:bodyPr vert="horz" wrap="none" lIns="0" tIns="0" rIns="0" bIns="0" rtlCol="0" anchor="ctr">
            <a:noAutofit/>
          </a:bodyPr>
          <a:lstStyle>
            <a:defPPr>
              <a:defRPr lang="en-US"/>
            </a:defPPr>
            <a:lvl1pPr>
              <a:defRPr sz="1000" baseline="0">
                <a:latin typeface="+mn-lt"/>
              </a:defRPr>
            </a:lvl1pPr>
          </a:lstStyle>
          <a:p>
            <a:pPr lvl="0"/>
            <a:fld id="{42C328C1-A84F-4A39-A664-DBA00541A8C6}" type="slidenum">
              <a:rPr lang="en-US" sz="1083" smtClean="0">
                <a:solidFill>
                  <a:schemeClr val="bg1"/>
                </a:solidFill>
              </a:rPr>
              <a:pPr lvl="0"/>
              <a:t>‹#›</a:t>
            </a:fld>
            <a:endParaRPr lang="en-US" sz="1083" dirty="0">
              <a:solidFill>
                <a:schemeClr val="bg1"/>
              </a:solidFill>
            </a:endParaRPr>
          </a:p>
        </p:txBody>
      </p:sp>
    </p:spTree>
    <p:extLst>
      <p:ext uri="{BB962C8B-B14F-4D97-AF65-F5344CB8AC3E}">
        <p14:creationId xmlns:p14="http://schemas.microsoft.com/office/powerpoint/2010/main" val="237096588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_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12155653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413" imgH="416" progId="TCLayout.ActiveDocument.1">
                  <p:embed/>
                </p:oleObj>
              </mc:Choice>
              <mc:Fallback>
                <p:oleObj name="think-cell Slide" r:id="rId7"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C576B1D4-2EDB-47CA-8E2E-2ACCE45F3A5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dirty="0" err="1">
              <a:solidFill>
                <a:schemeClr val="tx1"/>
              </a:solidFill>
              <a:latin typeface="Arial" panose="020B0604020202020204" pitchFamily="34" charset="0"/>
              <a:ea typeface="+mj-ea"/>
              <a:cs typeface="+mj-cs"/>
              <a:sym typeface="Arial" panose="020B0604020202020204" pitchFamily="34"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488533"/>
            <a:ext cx="11082528" cy="384721"/>
          </a:xfrm>
          <a:prstGeom prst="rect">
            <a:avLst/>
          </a:prstGeom>
        </p:spPr>
        <p:txBody>
          <a:bodyPr>
            <a:spAutoFit/>
          </a:bodyPr>
          <a:lstStyle>
            <a:lvl1pPr>
              <a:defRPr>
                <a:latin typeface="+mj-lt"/>
                <a:ea typeface="+mj-ea"/>
                <a:cs typeface="+mj-cs"/>
                <a:sym typeface="+mj-lt"/>
              </a:defRPr>
            </a:lvl1pPr>
          </a:lstStyle>
          <a:p>
            <a:r>
              <a:rPr lang="en-US"/>
              <a:t>Click to edit Master title style</a:t>
            </a:r>
            <a:endParaRPr lang="en-US" dirty="0"/>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884725"/>
            <a:ext cx="11082528" cy="276999"/>
          </a:xfrm>
          <a:prstGeom prst="rect">
            <a:avLst/>
          </a:prstGeom>
        </p:spPr>
        <p:txBody>
          <a:bodyPr wrap="square">
            <a:noAutofit/>
          </a:bodyPr>
          <a:lstStyle>
            <a:lvl1pPr marL="0" indent="0" algn="l">
              <a:buNone/>
              <a:defRPr sz="1800" b="0">
                <a:solidFill>
                  <a:schemeClr val="tx1"/>
                </a:solidFill>
                <a:latin typeface="+mn-lt"/>
                <a:ea typeface="+mn-ea"/>
                <a:cs typeface="+mn-cs"/>
                <a:sym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1. On-page tracker">
            <a:extLst>
              <a:ext uri="{FF2B5EF4-FFF2-40B4-BE49-F238E27FC236}">
                <a16:creationId xmlns:a16="http://schemas.microsoft.com/office/drawing/2014/main" id="{113DFDDF-7DA2-4E92-8555-8B9DB1295FAA}"/>
              </a:ext>
            </a:extLst>
          </p:cNvPr>
          <p:cNvSpPr>
            <a:spLocks noGrp="1"/>
          </p:cNvSpPr>
          <p:nvPr>
            <p:ph type="body" sz="quarter" idx="16" hasCustomPrompt="1"/>
            <p:custDataLst>
              <p:tags r:id="rId5"/>
            </p:custDataLst>
          </p:nvPr>
        </p:nvSpPr>
        <p:spPr>
          <a:xfrm>
            <a:off x="7156704" y="89320"/>
            <a:ext cx="4480560" cy="123111"/>
          </a:xfrm>
          <a:prstGeom prst="rect">
            <a:avLst/>
          </a:prstGeom>
        </p:spPr>
        <p:txBody>
          <a:bodyPr vert="horz" wrap="square" lIns="0" tIns="0" rIns="0" bIns="0" rtlCol="0" anchor="ctr" anchorCtr="0">
            <a:spAutoFit/>
          </a:bodyPr>
          <a:lstStyle>
            <a:lvl1pPr algn="r">
              <a:defRPr lang="en-US" sz="800" cap="all" baseline="0" dirty="0">
                <a:latin typeface="+mn-lt"/>
                <a:ea typeface="+mn-ea"/>
                <a:cs typeface="+mn-cs"/>
                <a:sym typeface="+mn-lt"/>
              </a:defRPr>
            </a:lvl1pPr>
          </a:lstStyle>
          <a:p>
            <a:pPr lvl="0" algn="r"/>
            <a:r>
              <a:rPr lang="en-US" dirty="0"/>
              <a:t>Chapter › Topic</a:t>
            </a:r>
          </a:p>
        </p:txBody>
      </p:sp>
      <p:sp>
        <p:nvSpPr>
          <p:cNvPr id="99" name="5. Source" hidden="1">
            <a:extLst>
              <a:ext uri="{FF2B5EF4-FFF2-40B4-BE49-F238E27FC236}">
                <a16:creationId xmlns:a16="http://schemas.microsoft.com/office/drawing/2014/main" id="{D6B6C5BC-7E45-4718-8B5A-5AEE14112463}"/>
              </a:ext>
            </a:extLst>
          </p:cNvPr>
          <p:cNvSpPr txBox="1">
            <a:spLocks/>
          </p:cNvSpPr>
          <p:nvPr userDrawn="1"/>
        </p:nvSpPr>
        <p:spPr>
          <a:xfrm>
            <a:off x="830960" y="6569160"/>
            <a:ext cx="7278624" cy="123111"/>
          </a:xfrm>
          <a:prstGeom prst="rect">
            <a:avLst/>
          </a:prstGeom>
        </p:spPr>
        <p:txBody>
          <a:bodyPr lIns="0" tIns="0" rIns="0" bIns="0" anchor="b">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sz="800" kern="1200">
                <a:solidFill>
                  <a:schemeClr val="tx1"/>
                </a:solidFill>
                <a:latin typeface="+mn-lt"/>
                <a:ea typeface="+mn-ea"/>
                <a:cs typeface="+mn-cs"/>
                <a:sym typeface="+mn-lt"/>
              </a:defRPr>
            </a:lvl1pPr>
            <a:lvl2pPr marL="180000" indent="-180000" algn="l" defTabSz="914400" rtl="0" eaLnBrk="1" latinLnBrk="0" hangingPunct="1">
              <a:lnSpc>
                <a:spcPct val="100000"/>
              </a:lnSpc>
              <a:spcBef>
                <a:spcPts val="0"/>
              </a:spcBef>
              <a:spcAft>
                <a:spcPts val="300"/>
              </a:spcAft>
              <a:buClr>
                <a:schemeClr val="tx2"/>
              </a:buClr>
              <a:buFont typeface="Arial" panose="020B0604020202020204" pitchFamily="34" charset="0"/>
              <a:buChar char="•"/>
              <a:defRPr lang="en-US" sz="1400" kern="1200" dirty="0">
                <a:solidFill>
                  <a:schemeClr val="tx1"/>
                </a:solidFill>
                <a:latin typeface="+mn-lt"/>
                <a:ea typeface="+mn-ea"/>
                <a:cs typeface="+mn-cs"/>
                <a:sym typeface="+mn-lt"/>
              </a:defRPr>
            </a:lvl2pPr>
            <a:lvl3pPr marL="462150" indent="-285750" algn="l" defTabSz="914400" rtl="0" eaLnBrk="1" latinLnBrk="0" hangingPunct="1">
              <a:lnSpc>
                <a:spcPct val="100000"/>
              </a:lnSpc>
              <a:spcBef>
                <a:spcPts val="0"/>
              </a:spcBef>
              <a:spcAft>
                <a:spcPts val="300"/>
              </a:spcAft>
              <a:buClr>
                <a:schemeClr val="tx2"/>
              </a:buClr>
              <a:buFont typeface="Arial" panose="020B0604020202020204" pitchFamily="34" charset="0"/>
              <a:buChar char="◦"/>
              <a:defRPr lang="en-US" sz="1400" kern="1200" dirty="0">
                <a:solidFill>
                  <a:schemeClr val="tx1"/>
                </a:solidFill>
                <a:latin typeface="+mn-lt"/>
                <a:ea typeface="+mn-ea"/>
                <a:cs typeface="+mn-cs"/>
                <a:sym typeface="+mn-lt"/>
              </a:defRPr>
            </a:lvl3pPr>
            <a:lvl4pPr marL="735750" indent="-285750" algn="l" defTabSz="914400" rtl="0" eaLnBrk="1" latinLnBrk="0" hangingPunct="1">
              <a:lnSpc>
                <a:spcPct val="100000"/>
              </a:lnSpc>
              <a:spcBef>
                <a:spcPts val="0"/>
              </a:spcBef>
              <a:spcAft>
                <a:spcPts val="300"/>
              </a:spcAft>
              <a:buFont typeface="Arial" panose="020B0604020202020204" pitchFamily="34" charset="0"/>
              <a:buChar char="−"/>
              <a:defRPr lang="en-US" sz="1400" kern="1200" dirty="0">
                <a:solidFill>
                  <a:schemeClr val="tx1"/>
                </a:solidFill>
                <a:latin typeface="+mn-lt"/>
                <a:ea typeface="+mn-ea"/>
                <a:cs typeface="+mn-cs"/>
                <a:sym typeface="+mn-lt"/>
              </a:defRPr>
            </a:lvl4pPr>
            <a:lvl5pPr marL="730800" indent="-280800" algn="l" defTabSz="914400" rtl="0" eaLnBrk="1" latinLnBrk="0" hangingPunct="1">
              <a:lnSpc>
                <a:spcPct val="100000"/>
              </a:lnSpc>
              <a:spcBef>
                <a:spcPts val="0"/>
              </a:spcBef>
              <a:spcAft>
                <a:spcPts val="300"/>
              </a:spcAft>
              <a:buClr>
                <a:schemeClr val="tx2"/>
              </a:buClr>
              <a:buSzPct val="100000"/>
              <a:buFont typeface="Arial" panose="020B0604020202020204" pitchFamily="34" charset="0"/>
              <a:buChar char="−"/>
              <a:defRPr sz="14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sz="800" kern="1200" dirty="0">
                <a:solidFill>
                  <a:schemeClr val="tx1"/>
                </a:solidFill>
                <a:latin typeface="+mn-lt"/>
                <a:ea typeface="+mn-ea"/>
                <a:cs typeface="+mn-cs"/>
              </a:rPr>
              <a:t>Source: …</a:t>
            </a:r>
            <a:endParaRPr lang="en-US" sz="800" kern="1200" dirty="0">
              <a:solidFill>
                <a:schemeClr val="tx1"/>
              </a:solidFill>
              <a:latin typeface="+mn-lt"/>
              <a:ea typeface="+mn-ea"/>
              <a:cs typeface="+mn-cs"/>
            </a:endParaRPr>
          </a:p>
        </p:txBody>
      </p:sp>
      <p:sp>
        <p:nvSpPr>
          <p:cNvPr id="8" name="Text Placeholder 7">
            <a:extLst>
              <a:ext uri="{FF2B5EF4-FFF2-40B4-BE49-F238E27FC236}">
                <a16:creationId xmlns:a16="http://schemas.microsoft.com/office/drawing/2014/main" id="{154A33DB-8B34-4B47-824D-C20CE0C38D8D}"/>
              </a:ext>
            </a:extLst>
          </p:cNvPr>
          <p:cNvSpPr>
            <a:spLocks noGrp="1"/>
          </p:cNvSpPr>
          <p:nvPr>
            <p:ph type="body" sz="quarter" idx="17" hasCustomPrompt="1"/>
          </p:nvPr>
        </p:nvSpPr>
        <p:spPr>
          <a:xfrm>
            <a:off x="554736" y="1532405"/>
            <a:ext cx="11082528" cy="246221"/>
          </a:xfrm>
        </p:spPr>
        <p:txBody>
          <a:bodyPr>
            <a:spAutoFit/>
          </a:bodyPr>
          <a:lstStyle>
            <a:lvl1pPr>
              <a:defRPr/>
            </a:lvl1pPr>
            <a:lvl2pPr marL="252000" indent="-252000">
              <a:defRPr/>
            </a:lvl2pPr>
            <a:lvl3pPr marL="504000" indent="-252000">
              <a:defRPr/>
            </a:lvl3pPr>
            <a:lvl4pPr marL="756000" indent="-252000">
              <a:defRPr/>
            </a:lvl4pPr>
            <a:lvl5pPr marL="1008000" indent="-252000">
              <a:defRPr/>
            </a:lvl5pPr>
          </a:lstStyle>
          <a:p>
            <a:pPr lvl="0"/>
            <a:r>
              <a:rPr lang="pl-PL" dirty="0"/>
              <a:t>Text</a:t>
            </a:r>
            <a:endParaRPr lang="en-US" dirty="0"/>
          </a:p>
        </p:txBody>
      </p:sp>
      <p:sp>
        <p:nvSpPr>
          <p:cNvPr id="12" name="Text Placeholder 7">
            <a:extLst>
              <a:ext uri="{FF2B5EF4-FFF2-40B4-BE49-F238E27FC236}">
                <a16:creationId xmlns:a16="http://schemas.microsoft.com/office/drawing/2014/main" id="{77A05B73-47EB-45F4-8167-CC6BC9BFD7EA}"/>
              </a:ext>
            </a:extLst>
          </p:cNvPr>
          <p:cNvSpPr>
            <a:spLocks noGrp="1"/>
          </p:cNvSpPr>
          <p:nvPr>
            <p:ph type="body" sz="quarter" idx="18" hasCustomPrompt="1"/>
          </p:nvPr>
        </p:nvSpPr>
        <p:spPr>
          <a:xfrm>
            <a:off x="830960" y="6569161"/>
            <a:ext cx="7278624" cy="123111"/>
          </a:xfrm>
        </p:spPr>
        <p:txBody>
          <a:bodyPr>
            <a:noAutofit/>
          </a:bodyPr>
          <a:lstStyle>
            <a:lvl1pPr>
              <a:defRPr sz="800"/>
            </a:lvl1pPr>
            <a:lvl2pPr>
              <a:defRPr sz="800"/>
            </a:lvl2pPr>
            <a:lvl3pPr>
              <a:defRPr sz="800"/>
            </a:lvl3pPr>
            <a:lvl4pPr>
              <a:defRPr sz="800"/>
            </a:lvl4pPr>
            <a:lvl5pPr>
              <a:defRPr sz="800"/>
            </a:lvl5pPr>
          </a:lstStyle>
          <a:p>
            <a:pPr lvl="0"/>
            <a:r>
              <a:rPr lang="pl-PL" dirty="0"/>
              <a:t>Source: …</a:t>
            </a:r>
            <a:endParaRPr lang="en-US" dirty="0"/>
          </a:p>
        </p:txBody>
      </p:sp>
    </p:spTree>
    <p:extLst>
      <p:ext uri="{BB962C8B-B14F-4D97-AF65-F5344CB8AC3E}">
        <p14:creationId xmlns:p14="http://schemas.microsoft.com/office/powerpoint/2010/main" val="335386839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3_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13" imgH="416" progId="TCLayout.ActiveDocument.1">
                  <p:embed/>
                </p:oleObj>
              </mc:Choice>
              <mc:Fallback>
                <p:oleObj name="think-cell Slide" r:id="rId8"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C576B1D4-2EDB-47CA-8E2E-2ACCE45F3A5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dirty="0">
              <a:solidFill>
                <a:schemeClr val="tx1"/>
              </a:solidFill>
              <a:latin typeface="Arial" panose="020B0604020202020204" pitchFamily="34" charset="0"/>
              <a:ea typeface="+mj-ea"/>
              <a:cs typeface="+mj-cs"/>
              <a:sym typeface="Arial" panose="020B0604020202020204" pitchFamily="34"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511276"/>
            <a:ext cx="11082528" cy="392455"/>
          </a:xfrm>
        </p:spPr>
        <p:txBody>
          <a:bodyPr anchor="b"/>
          <a:lstStyle>
            <a:lvl1pPr>
              <a:defRPr>
                <a:latin typeface="+mj-lt"/>
                <a:ea typeface="+mj-ea"/>
                <a:cs typeface="+mj-cs"/>
                <a:sym typeface="+mj-lt"/>
              </a:defRPr>
            </a:lvl1pPr>
          </a:lstStyle>
          <a:p>
            <a:r>
              <a:rPr lang="en-US" dirty="0"/>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884725"/>
            <a:ext cx="11082528" cy="276999"/>
          </a:xfrm>
        </p:spPr>
        <p:txBody>
          <a:bodyPr wrap="square">
            <a:noAutofit/>
          </a:bodyPr>
          <a:lstStyle>
            <a:lvl1pPr marL="0" indent="0" algn="l">
              <a:buNone/>
              <a:defRPr sz="1800" b="0">
                <a:solidFill>
                  <a:schemeClr val="tx1"/>
                </a:solidFill>
                <a:latin typeface="+mn-lt"/>
                <a:ea typeface="+mn-ea"/>
                <a:cs typeface="+mn-cs"/>
                <a:sym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1. On-page tracker">
            <a:extLst>
              <a:ext uri="{FF2B5EF4-FFF2-40B4-BE49-F238E27FC236}">
                <a16:creationId xmlns:a16="http://schemas.microsoft.com/office/drawing/2014/main" id="{113DFDDF-7DA2-4E92-8555-8B9DB1295FAA}"/>
              </a:ext>
            </a:extLst>
          </p:cNvPr>
          <p:cNvSpPr>
            <a:spLocks noGrp="1"/>
          </p:cNvSpPr>
          <p:nvPr>
            <p:ph type="body" sz="quarter" idx="16" hasCustomPrompt="1"/>
            <p:custDataLst>
              <p:tags r:id="rId5"/>
            </p:custDataLst>
          </p:nvPr>
        </p:nvSpPr>
        <p:spPr>
          <a:xfrm>
            <a:off x="7156704" y="89320"/>
            <a:ext cx="4480560" cy="123111"/>
          </a:xfrm>
        </p:spPr>
        <p:txBody>
          <a:bodyPr vert="horz" wrap="square" lIns="0" tIns="0" rIns="0" bIns="0" rtlCol="0" anchor="ctr" anchorCtr="0">
            <a:spAutoFit/>
          </a:bodyPr>
          <a:lstStyle>
            <a:lvl1pPr algn="r">
              <a:defRPr lang="en-US" sz="800" cap="all" baseline="0" dirty="0">
                <a:latin typeface="+mn-lt"/>
                <a:ea typeface="+mn-ea"/>
                <a:cs typeface="+mn-cs"/>
                <a:sym typeface="+mn-lt"/>
              </a:defRPr>
            </a:lvl1pPr>
          </a:lstStyle>
          <a:p>
            <a:pPr lvl="0" algn="r"/>
            <a:r>
              <a:rPr lang="en-US" dirty="0"/>
              <a:t>Chapter › Topic</a:t>
            </a: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latin typeface="+mn-lt"/>
                <a:ea typeface="+mn-ea"/>
                <a:cs typeface="+mn-cs"/>
                <a:sym typeface="+mn-lt"/>
              </a:rPr>
              <a:t>Source: …</a:t>
            </a:r>
          </a:p>
        </p:txBody>
      </p:sp>
    </p:spTree>
    <p:extLst>
      <p:ext uri="{BB962C8B-B14F-4D97-AF65-F5344CB8AC3E}">
        <p14:creationId xmlns:p14="http://schemas.microsoft.com/office/powerpoint/2010/main" val="41888526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4_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20195096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413" imgH="416" progId="TCLayout.ActiveDocument.1">
                  <p:embed/>
                </p:oleObj>
              </mc:Choice>
              <mc:Fallback>
                <p:oleObj name="think-cell Slide" r:id="rId7"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C576B1D4-2EDB-47CA-8E2E-2ACCE45F3A5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dirty="0">
              <a:solidFill>
                <a:schemeClr val="tx1"/>
              </a:solidFill>
              <a:latin typeface="Arial" panose="020B0604020202020204" pitchFamily="34" charset="0"/>
              <a:ea typeface="+mj-ea"/>
              <a:cs typeface="+mj-cs"/>
              <a:sym typeface="Arial" panose="020B0604020202020204" pitchFamily="34"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392283"/>
            <a:ext cx="11082528" cy="384721"/>
          </a:xfrm>
          <a:prstGeom prst="rect">
            <a:avLst/>
          </a:prstGeom>
        </p:spPr>
        <p:txBody>
          <a:bodyPr>
            <a:spAutoFit/>
          </a:bodyPr>
          <a:lstStyle>
            <a:lvl1pPr>
              <a:defRPr>
                <a:latin typeface="+mj-lt"/>
                <a:ea typeface="+mj-ea"/>
                <a:cs typeface="+mj-cs"/>
                <a:sym typeface="+mj-lt"/>
              </a:defRPr>
            </a:lvl1pPr>
          </a:lstStyle>
          <a:p>
            <a:r>
              <a:rPr lang="en-US"/>
              <a:t>Click to edit Master title style</a:t>
            </a:r>
            <a:endParaRPr lang="en-US" dirty="0"/>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884725"/>
            <a:ext cx="11082528" cy="276999"/>
          </a:xfrm>
          <a:prstGeom prst="rect">
            <a:avLst/>
          </a:prstGeom>
        </p:spPr>
        <p:txBody>
          <a:bodyPr wrap="square">
            <a:noAutofit/>
          </a:bodyPr>
          <a:lstStyle>
            <a:lvl1pPr marL="0" indent="0" algn="l">
              <a:buNone/>
              <a:defRPr sz="1800" b="0">
                <a:solidFill>
                  <a:schemeClr val="tx1"/>
                </a:solidFill>
                <a:latin typeface="+mn-lt"/>
                <a:ea typeface="+mn-ea"/>
                <a:cs typeface="+mn-cs"/>
                <a:sym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1. On-page tracker">
            <a:extLst>
              <a:ext uri="{FF2B5EF4-FFF2-40B4-BE49-F238E27FC236}">
                <a16:creationId xmlns:a16="http://schemas.microsoft.com/office/drawing/2014/main" id="{113DFDDF-7DA2-4E92-8555-8B9DB1295FAA}"/>
              </a:ext>
            </a:extLst>
          </p:cNvPr>
          <p:cNvSpPr>
            <a:spLocks noGrp="1"/>
          </p:cNvSpPr>
          <p:nvPr>
            <p:ph type="body" sz="quarter" idx="16" hasCustomPrompt="1"/>
            <p:custDataLst>
              <p:tags r:id="rId5"/>
            </p:custDataLst>
          </p:nvPr>
        </p:nvSpPr>
        <p:spPr>
          <a:xfrm>
            <a:off x="7156704" y="89320"/>
            <a:ext cx="4480560" cy="123111"/>
          </a:xfrm>
          <a:prstGeom prst="rect">
            <a:avLst/>
          </a:prstGeom>
        </p:spPr>
        <p:txBody>
          <a:bodyPr vert="horz" wrap="square" lIns="0" tIns="0" rIns="0" bIns="0" rtlCol="0" anchor="ctr" anchorCtr="0">
            <a:spAutoFit/>
          </a:bodyPr>
          <a:lstStyle>
            <a:lvl1pPr algn="r">
              <a:defRPr lang="en-US" sz="800" cap="all" baseline="0" dirty="0">
                <a:latin typeface="+mn-lt"/>
                <a:ea typeface="+mn-ea"/>
                <a:cs typeface="+mn-cs"/>
                <a:sym typeface="+mn-lt"/>
              </a:defRPr>
            </a:lvl1pPr>
          </a:lstStyle>
          <a:p>
            <a:pPr lvl="0" algn="r"/>
            <a:r>
              <a:rPr lang="en-US" dirty="0"/>
              <a:t>Chapter › Topic</a:t>
            </a:r>
          </a:p>
        </p:txBody>
      </p:sp>
      <p:sp>
        <p:nvSpPr>
          <p:cNvPr id="99" name="5. Source" hidden="1">
            <a:extLst>
              <a:ext uri="{FF2B5EF4-FFF2-40B4-BE49-F238E27FC236}">
                <a16:creationId xmlns:a16="http://schemas.microsoft.com/office/drawing/2014/main" id="{D6B6C5BC-7E45-4718-8B5A-5AEE14112463}"/>
              </a:ext>
            </a:extLst>
          </p:cNvPr>
          <p:cNvSpPr txBox="1">
            <a:spLocks/>
          </p:cNvSpPr>
          <p:nvPr userDrawn="1"/>
        </p:nvSpPr>
        <p:spPr>
          <a:xfrm>
            <a:off x="830960" y="6569160"/>
            <a:ext cx="7278624" cy="123111"/>
          </a:xfrm>
          <a:prstGeom prst="rect">
            <a:avLst/>
          </a:prstGeom>
        </p:spPr>
        <p:txBody>
          <a:bodyPr lIns="0" tIns="0" rIns="0" bIns="0" anchor="b">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sz="800" kern="1200">
                <a:solidFill>
                  <a:schemeClr val="tx1"/>
                </a:solidFill>
                <a:latin typeface="+mn-lt"/>
                <a:ea typeface="+mn-ea"/>
                <a:cs typeface="+mn-cs"/>
                <a:sym typeface="+mn-lt"/>
              </a:defRPr>
            </a:lvl1pPr>
            <a:lvl2pPr marL="180000" indent="-180000" algn="l" defTabSz="914400" rtl="0" eaLnBrk="1" latinLnBrk="0" hangingPunct="1">
              <a:lnSpc>
                <a:spcPct val="100000"/>
              </a:lnSpc>
              <a:spcBef>
                <a:spcPts val="0"/>
              </a:spcBef>
              <a:spcAft>
                <a:spcPts val="300"/>
              </a:spcAft>
              <a:buClr>
                <a:schemeClr val="tx2"/>
              </a:buClr>
              <a:buFont typeface="Arial" panose="020B0604020202020204" pitchFamily="34" charset="0"/>
              <a:buChar char="•"/>
              <a:defRPr lang="en-US" sz="1400" kern="1200" dirty="0">
                <a:solidFill>
                  <a:schemeClr val="tx1"/>
                </a:solidFill>
                <a:latin typeface="+mn-lt"/>
                <a:ea typeface="+mn-ea"/>
                <a:cs typeface="+mn-cs"/>
                <a:sym typeface="+mn-lt"/>
              </a:defRPr>
            </a:lvl2pPr>
            <a:lvl3pPr marL="462150" indent="-285750" algn="l" defTabSz="914400" rtl="0" eaLnBrk="1" latinLnBrk="0" hangingPunct="1">
              <a:lnSpc>
                <a:spcPct val="100000"/>
              </a:lnSpc>
              <a:spcBef>
                <a:spcPts val="0"/>
              </a:spcBef>
              <a:spcAft>
                <a:spcPts val="300"/>
              </a:spcAft>
              <a:buClr>
                <a:schemeClr val="tx2"/>
              </a:buClr>
              <a:buFont typeface="Arial" panose="020B0604020202020204" pitchFamily="34" charset="0"/>
              <a:buChar char="◦"/>
              <a:defRPr lang="en-US" sz="1400" kern="1200" dirty="0">
                <a:solidFill>
                  <a:schemeClr val="tx1"/>
                </a:solidFill>
                <a:latin typeface="+mn-lt"/>
                <a:ea typeface="+mn-ea"/>
                <a:cs typeface="+mn-cs"/>
                <a:sym typeface="+mn-lt"/>
              </a:defRPr>
            </a:lvl3pPr>
            <a:lvl4pPr marL="735750" indent="-285750" algn="l" defTabSz="914400" rtl="0" eaLnBrk="1" latinLnBrk="0" hangingPunct="1">
              <a:lnSpc>
                <a:spcPct val="100000"/>
              </a:lnSpc>
              <a:spcBef>
                <a:spcPts val="0"/>
              </a:spcBef>
              <a:spcAft>
                <a:spcPts val="300"/>
              </a:spcAft>
              <a:buFont typeface="Arial" panose="020B0604020202020204" pitchFamily="34" charset="0"/>
              <a:buChar char="−"/>
              <a:defRPr lang="en-US" sz="1400" kern="1200" dirty="0">
                <a:solidFill>
                  <a:schemeClr val="tx1"/>
                </a:solidFill>
                <a:latin typeface="+mn-lt"/>
                <a:ea typeface="+mn-ea"/>
                <a:cs typeface="+mn-cs"/>
                <a:sym typeface="+mn-lt"/>
              </a:defRPr>
            </a:lvl4pPr>
            <a:lvl5pPr marL="730800" indent="-280800" algn="l" defTabSz="914400" rtl="0" eaLnBrk="1" latinLnBrk="0" hangingPunct="1">
              <a:lnSpc>
                <a:spcPct val="100000"/>
              </a:lnSpc>
              <a:spcBef>
                <a:spcPts val="0"/>
              </a:spcBef>
              <a:spcAft>
                <a:spcPts val="300"/>
              </a:spcAft>
              <a:buClr>
                <a:schemeClr val="tx2"/>
              </a:buClr>
              <a:buSzPct val="100000"/>
              <a:buFont typeface="Arial" panose="020B0604020202020204" pitchFamily="34" charset="0"/>
              <a:buChar char="−"/>
              <a:defRPr sz="14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sz="800" kern="1200" dirty="0">
                <a:solidFill>
                  <a:schemeClr val="tx1"/>
                </a:solidFill>
                <a:latin typeface="+mn-lt"/>
                <a:ea typeface="+mn-ea"/>
                <a:cs typeface="+mn-cs"/>
              </a:rPr>
              <a:t>Source: …</a:t>
            </a:r>
            <a:endParaRPr lang="en-US" sz="800" kern="1200" dirty="0">
              <a:solidFill>
                <a:schemeClr val="tx1"/>
              </a:solidFill>
              <a:latin typeface="+mn-lt"/>
              <a:ea typeface="+mn-ea"/>
              <a:cs typeface="+mn-cs"/>
            </a:endParaRPr>
          </a:p>
        </p:txBody>
      </p:sp>
      <p:sp>
        <p:nvSpPr>
          <p:cNvPr id="8" name="Text Placeholder 7">
            <a:extLst>
              <a:ext uri="{FF2B5EF4-FFF2-40B4-BE49-F238E27FC236}">
                <a16:creationId xmlns:a16="http://schemas.microsoft.com/office/drawing/2014/main" id="{154A33DB-8B34-4B47-824D-C20CE0C38D8D}"/>
              </a:ext>
            </a:extLst>
          </p:cNvPr>
          <p:cNvSpPr>
            <a:spLocks noGrp="1"/>
          </p:cNvSpPr>
          <p:nvPr>
            <p:ph type="body" sz="quarter" idx="17" hasCustomPrompt="1"/>
          </p:nvPr>
        </p:nvSpPr>
        <p:spPr>
          <a:xfrm>
            <a:off x="554736" y="1532405"/>
            <a:ext cx="11082528" cy="246221"/>
          </a:xfrm>
        </p:spPr>
        <p:txBody>
          <a:bodyPr>
            <a:spAutoFit/>
          </a:bodyPr>
          <a:lstStyle>
            <a:lvl1pPr>
              <a:defRPr/>
            </a:lvl1pPr>
            <a:lvl2pPr marL="252000" indent="-252000">
              <a:defRPr/>
            </a:lvl2pPr>
            <a:lvl3pPr marL="504000" indent="-252000">
              <a:defRPr/>
            </a:lvl3pPr>
            <a:lvl4pPr marL="756000" indent="-252000">
              <a:defRPr/>
            </a:lvl4pPr>
            <a:lvl5pPr marL="1008000" indent="-252000">
              <a:defRPr/>
            </a:lvl5pPr>
          </a:lstStyle>
          <a:p>
            <a:pPr lvl="0"/>
            <a:r>
              <a:rPr lang="pl-PL" dirty="0"/>
              <a:t>Text</a:t>
            </a:r>
            <a:endParaRPr lang="en-US" dirty="0"/>
          </a:p>
        </p:txBody>
      </p:sp>
      <p:sp>
        <p:nvSpPr>
          <p:cNvPr id="12" name="Text Placeholder 7">
            <a:extLst>
              <a:ext uri="{FF2B5EF4-FFF2-40B4-BE49-F238E27FC236}">
                <a16:creationId xmlns:a16="http://schemas.microsoft.com/office/drawing/2014/main" id="{77A05B73-47EB-45F4-8167-CC6BC9BFD7EA}"/>
              </a:ext>
            </a:extLst>
          </p:cNvPr>
          <p:cNvSpPr>
            <a:spLocks noGrp="1"/>
          </p:cNvSpPr>
          <p:nvPr>
            <p:ph type="body" sz="quarter" idx="18" hasCustomPrompt="1"/>
          </p:nvPr>
        </p:nvSpPr>
        <p:spPr>
          <a:xfrm>
            <a:off x="830960" y="6569161"/>
            <a:ext cx="7278624" cy="123111"/>
          </a:xfrm>
        </p:spPr>
        <p:txBody>
          <a:bodyPr>
            <a:noAutofit/>
          </a:bodyPr>
          <a:lstStyle>
            <a:lvl1pPr>
              <a:defRPr sz="800"/>
            </a:lvl1pPr>
            <a:lvl2pPr>
              <a:defRPr sz="800"/>
            </a:lvl2pPr>
            <a:lvl3pPr>
              <a:defRPr sz="800"/>
            </a:lvl3pPr>
            <a:lvl4pPr>
              <a:defRPr sz="800"/>
            </a:lvl4pPr>
            <a:lvl5pPr>
              <a:defRPr sz="800"/>
            </a:lvl5pPr>
          </a:lstStyle>
          <a:p>
            <a:pPr lvl="0"/>
            <a:r>
              <a:rPr lang="pl-PL" dirty="0"/>
              <a:t>Source: …</a:t>
            </a:r>
            <a:endParaRPr lang="en-US" dirty="0"/>
          </a:p>
        </p:txBody>
      </p:sp>
    </p:spTree>
    <p:extLst>
      <p:ext uri="{BB962C8B-B14F-4D97-AF65-F5344CB8AC3E}">
        <p14:creationId xmlns:p14="http://schemas.microsoft.com/office/powerpoint/2010/main" val="100257898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1"/>
            </p:custDataLst>
            <p:extLst>
              <p:ext uri="{D42A27DB-BD31-4B8C-83A1-F6EECF244321}">
                <p14:modId xmlns:p14="http://schemas.microsoft.com/office/powerpoint/2010/main" val="30686902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42428D-965F-410A-AAB0-2F4E028AF07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44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3"/>
            </p:custDataLst>
          </p:nvPr>
        </p:nvSpPr>
        <p:spPr>
          <a:xfrm>
            <a:off x="550799" y="6051308"/>
            <a:ext cx="11473039"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lgn="ctr" rtl="0">
              <a:defRPr lang="en-US" sz="1400" dirty="0">
                <a:solidFill>
                  <a:schemeClr val="accent1"/>
                </a:solidFill>
              </a:defRPr>
            </a:lvl1pPr>
          </a:lstStyle>
          <a:p>
            <a:pPr lvl="0">
              <a:buNone/>
            </a:pPr>
            <a:r>
              <a:rPr lang="nl-NL" dirty="0"/>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4"/>
            </p:custDataLst>
          </p:nvPr>
        </p:nvSpPr>
        <p:spPr>
          <a:xfrm>
            <a:off x="551940" y="5633699"/>
            <a:ext cx="11473039"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lgn="ctr" rtl="0">
              <a:defRPr lang="en-US" sz="2000" dirty="0">
                <a:solidFill>
                  <a:schemeClr val="accent1"/>
                </a:solidFill>
              </a:defRPr>
            </a:lvl1pPr>
          </a:lstStyle>
          <a:p>
            <a:pPr lvl="0">
              <a:buNone/>
            </a:pPr>
            <a:r>
              <a:rPr lang="nl-NL" dirty="0"/>
              <a:t>Click </a:t>
            </a:r>
            <a:r>
              <a:rPr lang="nl-NL" dirty="0" err="1"/>
              <a:t>to</a:t>
            </a:r>
            <a:r>
              <a:rPr lang="nl-NL" dirty="0"/>
              <a:t> </a:t>
            </a:r>
            <a:r>
              <a:rPr lang="nl-NL" dirty="0" err="1"/>
              <a:t>edit</a:t>
            </a:r>
            <a:r>
              <a:rPr lang="nl-NL" dirty="0"/>
              <a:t> Master </a:t>
            </a:r>
            <a:r>
              <a:rPr lang="nl-NL" dirty="0" err="1"/>
              <a:t>subtitle</a:t>
            </a:r>
            <a:r>
              <a:rPr lang="nl-NL" dirty="0"/>
              <a:t> </a:t>
            </a:r>
            <a:r>
              <a:rPr lang="nl-NL" dirty="0" err="1"/>
              <a:t>style</a:t>
            </a:r>
            <a:endParaRPr lang="nl-NL" dirty="0"/>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5"/>
            </p:custDataLst>
          </p:nvPr>
        </p:nvSpPr>
        <p:spPr>
          <a:xfrm>
            <a:off x="551940" y="4835545"/>
            <a:ext cx="11473039" cy="677108"/>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noAutofit/>
          </a:bodyPr>
          <a:lstStyle>
            <a:lvl1pPr algn="ctr" rtl="0">
              <a:defRPr lang="en-US" sz="4400" dirty="0"/>
            </a:lvl1pPr>
          </a:lstStyle>
          <a:p>
            <a:pPr lvl="0"/>
            <a:r>
              <a:rPr lang="nl-NL" dirty="0"/>
              <a:t>Click </a:t>
            </a:r>
            <a:r>
              <a:rPr lang="nl-NL" dirty="0" err="1"/>
              <a:t>to</a:t>
            </a:r>
            <a:r>
              <a:rPr lang="nl-NL" dirty="0"/>
              <a:t> </a:t>
            </a:r>
            <a:r>
              <a:rPr lang="nl-NL" dirty="0" err="1"/>
              <a:t>edit</a:t>
            </a:r>
            <a:r>
              <a:rPr lang="nl-NL" dirty="0"/>
              <a:t> Master </a:t>
            </a:r>
            <a:r>
              <a:rPr lang="nl-NL" dirty="0" err="1"/>
              <a:t>title</a:t>
            </a:r>
            <a:r>
              <a:rPr lang="nl-NL" dirty="0"/>
              <a:t> </a:t>
            </a:r>
            <a:r>
              <a:rPr lang="nl-NL" dirty="0" err="1"/>
              <a:t>style</a:t>
            </a:r>
            <a:endParaRPr lang="nl-NL" dirty="0"/>
          </a:p>
        </p:txBody>
      </p:sp>
      <p:sp>
        <p:nvSpPr>
          <p:cNvPr id="3" name="Rectangle 2">
            <a:extLst>
              <a:ext uri="{FF2B5EF4-FFF2-40B4-BE49-F238E27FC236}">
                <a16:creationId xmlns:a16="http://schemas.microsoft.com/office/drawing/2014/main" id="{E12E25C3-706C-4DBC-8B7C-C2388CEE207D}"/>
              </a:ext>
            </a:extLst>
          </p:cNvPr>
          <p:cNvSpPr>
            <a:spLocks/>
          </p:cNvSpPr>
          <p:nvPr userDrawn="1"/>
        </p:nvSpPr>
        <p:spPr>
          <a:xfrm>
            <a:off x="-2" y="0"/>
            <a:ext cx="12192000" cy="4644359"/>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nl-NL" sz="1600" dirty="0">
              <a:solidFill>
                <a:schemeClr val="bg1"/>
              </a:solidFill>
            </a:endParaRPr>
          </a:p>
        </p:txBody>
      </p:sp>
      <p:sp>
        <p:nvSpPr>
          <p:cNvPr id="4" name="Rectangle 3">
            <a:extLst>
              <a:ext uri="{FF2B5EF4-FFF2-40B4-BE49-F238E27FC236}">
                <a16:creationId xmlns:a16="http://schemas.microsoft.com/office/drawing/2014/main" id="{CF9E9D8C-F3F4-4246-8892-1D4B4E570D60}"/>
              </a:ext>
            </a:extLst>
          </p:cNvPr>
          <p:cNvSpPr>
            <a:spLocks/>
          </p:cNvSpPr>
          <p:nvPr userDrawn="1"/>
        </p:nvSpPr>
        <p:spPr>
          <a:xfrm>
            <a:off x="5556000" y="4644739"/>
            <a:ext cx="1080000" cy="7200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nl-NL" sz="1600" dirty="0">
              <a:solidFill>
                <a:schemeClr val="bg1"/>
              </a:solidFill>
            </a:endParaRPr>
          </a:p>
        </p:txBody>
      </p:sp>
      <p:sp>
        <p:nvSpPr>
          <p:cNvPr id="21" name="LOGO">
            <a:extLst>
              <a:ext uri="{FF2B5EF4-FFF2-40B4-BE49-F238E27FC236}">
                <a16:creationId xmlns:a16="http://schemas.microsoft.com/office/drawing/2014/main" id="{64B2190C-AC5B-4F6D-A41D-E2AA89F2826A}"/>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22" name="Tijdelijke aanduiding voor tekst 43">
            <a:extLst>
              <a:ext uri="{FF2B5EF4-FFF2-40B4-BE49-F238E27FC236}">
                <a16:creationId xmlns:a16="http://schemas.microsoft.com/office/drawing/2014/main" id="{4B4E08AC-1CCB-41A0-9B5B-726ADC23C286}"/>
              </a:ext>
            </a:extLst>
          </p:cNvPr>
          <p:cNvSpPr txBox="1">
            <a:spLocks/>
          </p:cNvSpPr>
          <p:nvPr userDrawn="1"/>
        </p:nvSpPr>
        <p:spPr>
          <a:xfrm>
            <a:off x="-2" y="6786000"/>
            <a:ext cx="12192000" cy="72000"/>
          </a:xfrm>
          <a:prstGeom prst="rect">
            <a:avLst/>
          </a:prstGeom>
          <a:solidFill>
            <a:schemeClr val="accent2"/>
          </a:solidFill>
        </p:spPr>
        <p:txBody>
          <a:bodyP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Tree>
    <p:extLst>
      <p:ext uri="{BB962C8B-B14F-4D97-AF65-F5344CB8AC3E}">
        <p14:creationId xmlns:p14="http://schemas.microsoft.com/office/powerpoint/2010/main" val="367833678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9812004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172212"/>
            <a:ext cx="11082528" cy="731520"/>
          </a:xfrm>
        </p:spPr>
        <p:txBody>
          <a:bodyPr vert="horz" wrap="square" lIns="0" tIns="0" rIns="0" bIns="0" rtlCol="0" anchor="b" anchorCtr="0">
            <a:noAutofit/>
          </a:bodyPr>
          <a:lstStyle>
            <a:lvl1pPr rtl="0">
              <a:defRPr lang="en-US" dirty="0"/>
            </a:lvl1pPr>
          </a:lstStyle>
          <a:p>
            <a:pPr lvl="0"/>
            <a:r>
              <a:rPr lang="nl-NL"/>
              <a:t>Click to edit Master title style</a:t>
            </a:r>
            <a:endParaRPr lang="nl-NL" dirty="0"/>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884725"/>
            <a:ext cx="11082528" cy="276999"/>
          </a:xfrm>
          <a:prstGeom prst="rect">
            <a:avLst/>
          </a:prstGeom>
        </p:spPr>
        <p:txBody>
          <a:bodyPr vert="horz" wrap="square" lIns="0" tIns="0" rIns="0" bIns="0" rtlCol="0">
            <a:spAutoFit/>
          </a:bodyPr>
          <a:lstStyle>
            <a:lvl1pPr rtl="0">
              <a:defRPr lang="en-US" sz="1800" b="0" dirty="0">
                <a:solidFill>
                  <a:schemeClr val="accent1"/>
                </a:solidFill>
              </a:defRPr>
            </a:lvl1pPr>
          </a:lstStyle>
          <a:p>
            <a:pPr lvl="0">
              <a:buNone/>
            </a:pPr>
            <a:r>
              <a:rPr lang="nl-NL"/>
              <a:t>Click to edit Master subtitle style</a:t>
            </a:r>
            <a:endParaRPr lang="nl-NL" dirty="0"/>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5"/>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spAutoFit/>
          </a:bodyPr>
          <a:lstStyle/>
          <a:p>
            <a:pPr algn="l" defTabSz="610744" rtl="0" fontAlgn="auto">
              <a:spcBef>
                <a:spcPts val="0"/>
              </a:spcBef>
              <a:spcAft>
                <a:spcPts val="0"/>
              </a:spcAft>
              <a:defRPr/>
            </a:pPr>
            <a:fld id="{4ABDCABE-3F10-B64C-92F1-862014417034}" type="slidenum">
              <a:rPr lang="nl-NL" sz="900" b="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b="0" dirty="0">
              <a:solidFill>
                <a:srgbClr val="7F7F7F"/>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6"/>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Tree>
    <p:extLst>
      <p:ext uri="{BB962C8B-B14F-4D97-AF65-F5344CB8AC3E}">
        <p14:creationId xmlns:p14="http://schemas.microsoft.com/office/powerpoint/2010/main" val="380014105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op Left">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BA84E71-6FE7-4585-B82E-BE5603311945}"/>
              </a:ext>
            </a:extLst>
          </p:cNvPr>
          <p:cNvGraphicFramePr>
            <a:graphicFrameLocks noChangeAspect="1"/>
          </p:cNvGraphicFramePr>
          <p:nvPr userDrawn="1">
            <p:custDataLst>
              <p:tags r:id="rId1"/>
            </p:custDataLst>
            <p:extLst>
              <p:ext uri="{D42A27DB-BD31-4B8C-83A1-F6EECF244321}">
                <p14:modId xmlns:p14="http://schemas.microsoft.com/office/powerpoint/2010/main" val="35031623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10" name="Object 9" hidden="1">
                        <a:extLst>
                          <a:ext uri="{FF2B5EF4-FFF2-40B4-BE49-F238E27FC236}">
                            <a16:creationId xmlns:a16="http://schemas.microsoft.com/office/drawing/2014/main" id="{9BA84E71-6FE7-4585-B82E-BE5603311945}"/>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D62A08AB-557D-4245-84FA-9DB6B6C6845A}"/>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1706563"/>
            <a:ext cx="3813048" cy="384721"/>
          </a:xfrm>
          <a:prstGeom prst="rect">
            <a:avLst/>
          </a:prstGeom>
        </p:spPr>
        <p:txBody>
          <a:bodyPr vert="horz" wrap="square" lIns="0" tIns="0" rIns="0" bIns="0" rtlCol="0" anchor="t" anchorCtr="0">
            <a:spAutoFit/>
          </a:bodyPr>
          <a:lstStyle>
            <a:lvl1pPr rtl="0">
              <a:defRPr lang="en-US" dirty="0"/>
            </a:lvl1pPr>
          </a:lstStyle>
          <a:p>
            <a:pPr lvl="0"/>
            <a:r>
              <a:rPr lang="nl-NL"/>
              <a:t>Click to edit Master title style</a:t>
            </a:r>
            <a:endParaRPr lang="nl-NL" dirty="0"/>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userDrawn="1">
            <p:custDataLst>
              <p:tags r:id="rId4"/>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1" name="1. On-page tracker">
            <a:extLst>
              <a:ext uri="{FF2B5EF4-FFF2-40B4-BE49-F238E27FC236}">
                <a16:creationId xmlns:a16="http://schemas.microsoft.com/office/drawing/2014/main" id="{A2582D75-79F8-4634-92EF-A9F0840C018B}"/>
              </a:ext>
            </a:extLst>
          </p:cNvPr>
          <p:cNvSpPr>
            <a:spLocks noGrp="1"/>
          </p:cNvSpPr>
          <p:nvPr>
            <p:ph type="body" sz="quarter" idx="10" hasCustomPrompt="1"/>
            <p:custDataLst>
              <p:tags r:id="rId5"/>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2" name="5. Source" hidden="1">
            <a:extLst>
              <a:ext uri="{FF2B5EF4-FFF2-40B4-BE49-F238E27FC236}">
                <a16:creationId xmlns:a16="http://schemas.microsoft.com/office/drawing/2014/main" id="{3D93CABE-C2EF-4D7D-AFEB-7DDC27DA48E3}"/>
              </a:ext>
            </a:extLst>
          </p:cNvPr>
          <p:cNvSpPr txBox="1"/>
          <p:nvPr userDrawn="1">
            <p:custDataLst>
              <p:tags r:id="rId6"/>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143092250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Mid Lef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C4F5195-E8F7-4A2F-B02E-643BB3D88381}"/>
              </a:ext>
            </a:extLst>
          </p:cNvPr>
          <p:cNvGraphicFramePr>
            <a:graphicFrameLocks noChangeAspect="1"/>
          </p:cNvGraphicFramePr>
          <p:nvPr userDrawn="1">
            <p:custDataLst>
              <p:tags r:id="rId1"/>
            </p:custDataLst>
            <p:extLst>
              <p:ext uri="{D42A27DB-BD31-4B8C-83A1-F6EECF244321}">
                <p14:modId xmlns:p14="http://schemas.microsoft.com/office/powerpoint/2010/main" val="408442898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4" name="Object 3" hidden="1">
                        <a:extLst>
                          <a:ext uri="{FF2B5EF4-FFF2-40B4-BE49-F238E27FC236}">
                            <a16:creationId xmlns:a16="http://schemas.microsoft.com/office/drawing/2014/main" id="{3C4F5195-E8F7-4A2F-B02E-643BB3D8838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515EFC92-5E3D-4BDC-A378-85D30212A9E2}"/>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3044280"/>
            <a:ext cx="5065776" cy="769441"/>
          </a:xfrm>
          <a:prstGeom prst="rect">
            <a:avLst/>
          </a:prstGeom>
        </p:spPr>
        <p:txBody>
          <a:bodyPr vert="horz" wrap="square" lIns="0" tIns="0" rIns="0" bIns="0" rtlCol="0" anchor="ctr" anchorCtr="0">
            <a:noAutofit/>
          </a:bodyPr>
          <a:lstStyle>
            <a:lvl1pPr rtl="0">
              <a:defRPr lang="en-US" dirty="0"/>
            </a:lvl1pPr>
          </a:lstStyle>
          <a:p>
            <a:pPr lvl="0"/>
            <a:r>
              <a:rPr lang="nl-NL"/>
              <a:t>Click to edit Master title style</a:t>
            </a:r>
            <a:endParaRPr lang="nl-NL" dirty="0"/>
          </a:p>
        </p:txBody>
      </p:sp>
      <p:sp>
        <p:nvSpPr>
          <p:cNvPr id="10" name="1. On-page tracker">
            <a:extLst>
              <a:ext uri="{FF2B5EF4-FFF2-40B4-BE49-F238E27FC236}">
                <a16:creationId xmlns:a16="http://schemas.microsoft.com/office/drawing/2014/main" id="{E4983596-431B-4F12-AA07-76914CD3DEE7}"/>
              </a:ext>
            </a:extLst>
          </p:cNvPr>
          <p:cNvSpPr>
            <a:spLocks noGrp="1"/>
          </p:cNvSpPr>
          <p:nvPr>
            <p:ph type="body" sz="quarter" idx="10" hasCustomPrompt="1"/>
            <p:custDataLst>
              <p:tags r:id="rId4"/>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1" name="Slide Number">
            <a:extLst>
              <a:ext uri="{FF2B5EF4-FFF2-40B4-BE49-F238E27FC236}">
                <a16:creationId xmlns:a16="http://schemas.microsoft.com/office/drawing/2014/main" id="{783A5904-720E-42AD-9DE4-7F4355DD973E}"/>
              </a:ext>
            </a:extLst>
          </p:cNvPr>
          <p:cNvSpPr>
            <a:spLocks noChangeArrowheads="1"/>
          </p:cNvSpPr>
          <p:nvPr userDrawn="1">
            <p:custDataLst>
              <p:tags r:id="rId5"/>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2" name="5. Source" hidden="1">
            <a:extLst>
              <a:ext uri="{FF2B5EF4-FFF2-40B4-BE49-F238E27FC236}">
                <a16:creationId xmlns:a16="http://schemas.microsoft.com/office/drawing/2014/main" id="{EB5EC79C-E408-4CA2-9723-3C9014891ABB}"/>
              </a:ext>
            </a:extLst>
          </p:cNvPr>
          <p:cNvSpPr txBox="1"/>
          <p:nvPr userDrawn="1">
            <p:custDataLst>
              <p:tags r:id="rId6"/>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151506052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05B6D76-6B4B-4ED5-B8F1-5D1D09831257}"/>
              </a:ext>
            </a:extLst>
          </p:cNvPr>
          <p:cNvGraphicFramePr>
            <a:graphicFrameLocks noChangeAspect="1"/>
          </p:cNvGraphicFramePr>
          <p:nvPr userDrawn="1">
            <p:custDataLst>
              <p:tags r:id="rId1"/>
            </p:custDataLst>
            <p:extLst>
              <p:ext uri="{D42A27DB-BD31-4B8C-83A1-F6EECF244321}">
                <p14:modId xmlns:p14="http://schemas.microsoft.com/office/powerpoint/2010/main" val="24766769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3" name="Object 2" hidden="1">
                        <a:extLst>
                          <a:ext uri="{FF2B5EF4-FFF2-40B4-BE49-F238E27FC236}">
                            <a16:creationId xmlns:a16="http://schemas.microsoft.com/office/drawing/2014/main" id="{305B6D76-6B4B-4ED5-B8F1-5D1D09831257}"/>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BDCF374B-2477-45CD-A00B-B8676A45ACD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44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3"/>
            </p:custDataLst>
          </p:nvPr>
        </p:nvSpPr>
        <p:spPr>
          <a:xfrm>
            <a:off x="554736" y="4580468"/>
            <a:ext cx="11082528" cy="677108"/>
          </a:xfrm>
        </p:spPr>
        <p:txBody>
          <a:bodyPr vert="horz" wrap="square" lIns="0" tIns="0" rIns="0" bIns="0" rtlCol="0" anchor="b" anchorCtr="0">
            <a:noAutofit/>
          </a:bodyPr>
          <a:lstStyle>
            <a:lvl1pPr rtl="0">
              <a:defRPr lang="en-US" sz="4400" dirty="0"/>
            </a:lvl1pPr>
          </a:lstStyle>
          <a:p>
            <a:pPr lvl="0"/>
            <a:r>
              <a:rPr lang="nl-NL"/>
              <a:t>Click to edit Master title style</a:t>
            </a:r>
            <a:endParaRPr lang="nl-NL" dirty="0"/>
          </a:p>
        </p:txBody>
      </p:sp>
      <p:sp>
        <p:nvSpPr>
          <p:cNvPr id="9" name="1. On-page tracker">
            <a:extLst>
              <a:ext uri="{FF2B5EF4-FFF2-40B4-BE49-F238E27FC236}">
                <a16:creationId xmlns:a16="http://schemas.microsoft.com/office/drawing/2014/main" id="{FA764DC8-CEA6-42F3-8E66-7C768AAD275E}"/>
              </a:ext>
            </a:extLst>
          </p:cNvPr>
          <p:cNvSpPr>
            <a:spLocks noGrp="1"/>
          </p:cNvSpPr>
          <p:nvPr>
            <p:ph type="body" sz="quarter" idx="10" hasCustomPrompt="1"/>
            <p:custDataLst>
              <p:tags r:id="rId4"/>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0" name="Slide Number">
            <a:extLst>
              <a:ext uri="{FF2B5EF4-FFF2-40B4-BE49-F238E27FC236}">
                <a16:creationId xmlns:a16="http://schemas.microsoft.com/office/drawing/2014/main" id="{195A767B-5BA1-4B5A-8F96-DFF2FB62C0FF}"/>
              </a:ext>
            </a:extLst>
          </p:cNvPr>
          <p:cNvSpPr>
            <a:spLocks noChangeArrowheads="1"/>
          </p:cNvSpPr>
          <p:nvPr userDrawn="1">
            <p:custDataLst>
              <p:tags r:id="rId5"/>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1" name="5. Source" hidden="1">
            <a:extLst>
              <a:ext uri="{FF2B5EF4-FFF2-40B4-BE49-F238E27FC236}">
                <a16:creationId xmlns:a16="http://schemas.microsoft.com/office/drawing/2014/main" id="{5A25F626-D2F4-4CE3-90B1-93C8E688B8D0}"/>
              </a:ext>
            </a:extLst>
          </p:cNvPr>
          <p:cNvSpPr txBox="1"/>
          <p:nvPr userDrawn="1">
            <p:custDataLst>
              <p:tags r:id="rId6"/>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1537807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EC6EE29E-F64A-419F-BFB0-EEDEB71953F6}"/>
              </a:ext>
            </a:extLst>
          </p:cNvPr>
          <p:cNvGraphicFramePr>
            <a:graphicFrameLocks noChangeAspect="1"/>
          </p:cNvGraphicFramePr>
          <p:nvPr userDrawn="1">
            <p:custDataLst>
              <p:tags r:id="rId1"/>
            </p:custDataLst>
            <p:extLst>
              <p:ext uri="{D42A27DB-BD31-4B8C-83A1-F6EECF244321}">
                <p14:modId xmlns:p14="http://schemas.microsoft.com/office/powerpoint/2010/main" val="468515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592" imgH="591" progId="TCLayout.ActiveDocument.1">
                  <p:embed/>
                </p:oleObj>
              </mc:Choice>
              <mc:Fallback>
                <p:oleObj name="think-cell Slide" r:id="rId9" imgW="592" imgH="591" progId="TCLayout.ActiveDocument.1">
                  <p:embed/>
                  <p:pic>
                    <p:nvPicPr>
                      <p:cNvPr id="3" name="Object 2" hidden="1">
                        <a:extLst>
                          <a:ext uri="{FF2B5EF4-FFF2-40B4-BE49-F238E27FC236}">
                            <a16:creationId xmlns:a16="http://schemas.microsoft.com/office/drawing/2014/main" id="{EC6EE29E-F64A-419F-BFB0-EEDEB71953F6}"/>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69526043-F22A-4ED3-B0A1-DD7C4F83AF9B}"/>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34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8" name="2. Slide Title">
            <a:extLst>
              <a:ext uri="{FF2B5EF4-FFF2-40B4-BE49-F238E27FC236}">
                <a16:creationId xmlns:a16="http://schemas.microsoft.com/office/drawing/2014/main" id="{EA735538-C733-4892-93A4-7B433D8B8293}"/>
              </a:ext>
            </a:extLst>
          </p:cNvPr>
          <p:cNvSpPr>
            <a:spLocks noGrp="1"/>
          </p:cNvSpPr>
          <p:nvPr>
            <p:ph type="title" hasCustomPrompt="1"/>
            <p:custDataLst>
              <p:tags r:id="rId3"/>
            </p:custDataLst>
          </p:nvPr>
        </p:nvSpPr>
        <p:spPr>
          <a:xfrm>
            <a:off x="1505712" y="3556229"/>
            <a:ext cx="9180576" cy="523220"/>
          </a:xfrm>
          <a:prstGeom prst="rect">
            <a:avLst/>
          </a:prstGeom>
        </p:spPr>
        <p:txBody>
          <a:bodyPr vert="horz" wrap="square" lIns="0" tIns="0" rIns="0" bIns="0" rtlCol="0" anchor="b" anchorCtr="0">
            <a:spAutoFit/>
          </a:bodyPr>
          <a:lstStyle>
            <a:lvl1pPr rtl="0">
              <a:defRPr lang="en-US" sz="3400" dirty="0"/>
            </a:lvl1pPr>
          </a:lstStyle>
          <a:p>
            <a:pPr lvl="0"/>
            <a:r>
              <a:rPr lang="nl-NL" dirty="0"/>
              <a:t>“Click to add quote</a:t>
            </a:r>
          </a:p>
        </p:txBody>
      </p:sp>
      <p:sp>
        <p:nvSpPr>
          <p:cNvPr id="6" name="3. Subtitle">
            <a:extLst>
              <a:ext uri="{FF2B5EF4-FFF2-40B4-BE49-F238E27FC236}">
                <a16:creationId xmlns:a16="http://schemas.microsoft.com/office/drawing/2014/main" id="{8DB5022C-F66C-4018-82F3-195571DDD527}"/>
              </a:ext>
            </a:extLst>
          </p:cNvPr>
          <p:cNvSpPr>
            <a:spLocks noGrp="1"/>
          </p:cNvSpPr>
          <p:nvPr>
            <p:ph type="subTitle" idx="1" hasCustomPrompt="1"/>
            <p:custDataLst>
              <p:tags r:id="rId4"/>
            </p:custDataLst>
          </p:nvPr>
        </p:nvSpPr>
        <p:spPr>
          <a:xfrm>
            <a:off x="1505712" y="4284630"/>
            <a:ext cx="9180576" cy="276999"/>
          </a:xfrm>
          <a:prstGeom prst="rect">
            <a:avLst/>
          </a:prstGeom>
        </p:spPr>
        <p:txBody>
          <a:bodyPr vert="horz" wrap="square" lIns="0" tIns="0" rIns="0" bIns="0" rtlCol="0">
            <a:spAutoFit/>
          </a:bodyPr>
          <a:lstStyle>
            <a:lvl1pPr rtl="0">
              <a:defRPr lang="en-US" sz="1800" b="0" dirty="0">
                <a:solidFill>
                  <a:schemeClr val="accent1"/>
                </a:solidFill>
              </a:defRPr>
            </a:lvl1pPr>
          </a:lstStyle>
          <a:p>
            <a:pPr lvl="0">
              <a:buNone/>
            </a:pPr>
            <a:r>
              <a:rPr lang="nl-NL" dirty="0"/>
              <a:t>Click to add quote source</a:t>
            </a:r>
          </a:p>
        </p:txBody>
      </p:sp>
      <p:sp>
        <p:nvSpPr>
          <p:cNvPr id="10" name="1. On-page tracker">
            <a:extLst>
              <a:ext uri="{FF2B5EF4-FFF2-40B4-BE49-F238E27FC236}">
                <a16:creationId xmlns:a16="http://schemas.microsoft.com/office/drawing/2014/main" id="{556D1499-3230-4098-85B2-D4CC7CA621F1}"/>
              </a:ext>
            </a:extLst>
          </p:cNvPr>
          <p:cNvSpPr>
            <a:spLocks noGrp="1"/>
          </p:cNvSpPr>
          <p:nvPr>
            <p:ph type="body" sz="quarter" idx="10" hasCustomPrompt="1"/>
            <p:custDataLst>
              <p:tags r:id="rId5"/>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1" name="Slide Number">
            <a:extLst>
              <a:ext uri="{FF2B5EF4-FFF2-40B4-BE49-F238E27FC236}">
                <a16:creationId xmlns:a16="http://schemas.microsoft.com/office/drawing/2014/main" id="{4CE6E8D0-0DC6-4501-8859-0EF5E4AAEA2E}"/>
              </a:ext>
            </a:extLst>
          </p:cNvPr>
          <p:cNvSpPr>
            <a:spLocks noChangeArrowheads="1"/>
          </p:cNvSpPr>
          <p:nvPr userDrawn="1">
            <p:custDataLst>
              <p:tags r:id="rId6"/>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2" name="5. Source" hidden="1">
            <a:extLst>
              <a:ext uri="{FF2B5EF4-FFF2-40B4-BE49-F238E27FC236}">
                <a16:creationId xmlns:a16="http://schemas.microsoft.com/office/drawing/2014/main" id="{87A27F8B-AD52-4108-934D-D1CD8FA0F0B5}"/>
              </a:ext>
            </a:extLst>
          </p:cNvPr>
          <p:cNvSpPr txBox="1"/>
          <p:nvPr userDrawn="1">
            <p:custDataLst>
              <p:tags r:id="rId7"/>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46438219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4">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35946803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DA8D6A48-EE20-4EB4-A234-9F3B16C02872}"/>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67C50C85-5FB9-4798-A8A4-1DA5B9F3ACC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chemeClr val="accent1">
              <a:lumMod val="20000"/>
              <a:lumOff val="8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nl-NL" dirty="0">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4"/>
            </p:custDataLst>
          </p:nvPr>
        </p:nvSpPr>
        <p:spPr>
          <a:xfrm>
            <a:off x="554736" y="2744369"/>
            <a:ext cx="2514600" cy="769441"/>
          </a:xfrm>
        </p:spPr>
        <p:txBody>
          <a:bodyPr vert="horz" wrap="square" lIns="0" tIns="0" rIns="0" bIns="0" rtlCol="0" anchor="b" anchorCtr="0">
            <a:noAutofit/>
          </a:bodyPr>
          <a:lstStyle>
            <a:lvl1pPr rtl="0">
              <a:defRPr lang="en-US" dirty="0"/>
            </a:lvl1pPr>
          </a:lstStyle>
          <a:p>
            <a:pPr lvl="0"/>
            <a:r>
              <a:rPr lang="nl-NL"/>
              <a:t>Click to edit Master title style</a:t>
            </a:r>
            <a:endParaRPr lang="nl-NL" dirty="0"/>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5"/>
            </p:custDataLst>
          </p:nvPr>
        </p:nvSpPr>
        <p:spPr>
          <a:xfrm>
            <a:off x="554736" y="3659644"/>
            <a:ext cx="2514600" cy="553998"/>
          </a:xfrm>
          <a:prstGeom prst="rect">
            <a:avLst/>
          </a:prstGeom>
        </p:spPr>
        <p:txBody>
          <a:bodyPr vert="horz" wrap="square" lIns="0" tIns="0" rIns="0" bIns="0" rtlCol="0">
            <a:spAutoFit/>
          </a:bodyPr>
          <a:lstStyle>
            <a:lvl1pPr rtl="0">
              <a:defRPr lang="en-US" sz="1800" b="0" dirty="0">
                <a:solidFill>
                  <a:schemeClr val="accent1"/>
                </a:solidFill>
              </a:defRPr>
            </a:lvl1pPr>
          </a:lstStyle>
          <a:p>
            <a:pPr lvl="0">
              <a:buNone/>
            </a:pPr>
            <a:r>
              <a:rPr lang="nl-NL"/>
              <a:t>Click to edit Master subtitle style</a:t>
            </a:r>
            <a:endParaRPr lang="nl-NL" dirty="0"/>
          </a:p>
        </p:txBody>
      </p:sp>
      <p:sp>
        <p:nvSpPr>
          <p:cNvPr id="10" name="1. On-page tracker">
            <a:extLst>
              <a:ext uri="{FF2B5EF4-FFF2-40B4-BE49-F238E27FC236}">
                <a16:creationId xmlns:a16="http://schemas.microsoft.com/office/drawing/2014/main" id="{96552B7E-7081-4EA8-9351-FE4C7216ADF2}"/>
              </a:ext>
            </a:extLst>
          </p:cNvPr>
          <p:cNvSpPr>
            <a:spLocks noGrp="1"/>
          </p:cNvSpPr>
          <p:nvPr>
            <p:ph type="body" sz="quarter" idx="10" hasCustomPrompt="1"/>
            <p:custDataLst>
              <p:tags r:id="rId6"/>
            </p:custDataLst>
          </p:nvPr>
        </p:nvSpPr>
        <p:spPr>
          <a:xfrm>
            <a:off x="554735" y="41597"/>
            <a:ext cx="2514601"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1" name="LOGO">
            <a:extLst>
              <a:ext uri="{FF2B5EF4-FFF2-40B4-BE49-F238E27FC236}">
                <a16:creationId xmlns:a16="http://schemas.microsoft.com/office/drawing/2014/main" id="{B4F1457E-80DA-4D41-8030-E2EBCEE49EFF}"/>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13" name="Tijdelijke aanduiding voor tekst 43">
            <a:extLst>
              <a:ext uri="{FF2B5EF4-FFF2-40B4-BE49-F238E27FC236}">
                <a16:creationId xmlns:a16="http://schemas.microsoft.com/office/drawing/2014/main" id="{6915FB49-8892-4323-BE28-8F57423ED829}"/>
              </a:ext>
            </a:extLst>
          </p:cNvPr>
          <p:cNvSpPr txBox="1">
            <a:spLocks/>
          </p:cNvSpPr>
          <p:nvPr userDrawn="1"/>
        </p:nvSpPr>
        <p:spPr>
          <a:xfrm>
            <a:off x="554736" y="0"/>
            <a:ext cx="1080000" cy="45719"/>
          </a:xfrm>
          <a:prstGeom prst="rect">
            <a:avLst/>
          </a:prstGeom>
          <a:solidFill>
            <a:schemeClr val="accent2"/>
          </a:solidFill>
        </p:spPr>
        <p:txBody>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
        <p:nvSpPr>
          <p:cNvPr id="14" name="Slide Number">
            <a:extLst>
              <a:ext uri="{FF2B5EF4-FFF2-40B4-BE49-F238E27FC236}">
                <a16:creationId xmlns:a16="http://schemas.microsoft.com/office/drawing/2014/main" id="{5F056FA8-EF3B-4D1F-95F2-68195FB0D38B}"/>
              </a:ext>
            </a:extLst>
          </p:cNvPr>
          <p:cNvSpPr>
            <a:spLocks noChangeArrowheads="1"/>
          </p:cNvSpPr>
          <p:nvPr userDrawn="1">
            <p:custDataLst>
              <p:tags r:id="rId7"/>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6" name="5. Source" hidden="1">
            <a:extLst>
              <a:ext uri="{FF2B5EF4-FFF2-40B4-BE49-F238E27FC236}">
                <a16:creationId xmlns:a16="http://schemas.microsoft.com/office/drawing/2014/main" id="{7BAAD780-28A5-42C8-B807-0D4E5F8EDE1C}"/>
              </a:ext>
            </a:extLst>
          </p:cNvPr>
          <p:cNvSpPr txBox="1"/>
          <p:nvPr userDrawn="1">
            <p:custDataLst>
              <p:tags r:id="rId8"/>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374138223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23229653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9D2CA90-0144-4292-9526-98A508F5317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chemeClr val="accent1">
              <a:lumMod val="20000"/>
              <a:lumOff val="8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gn="ctr" rtl="0"/>
            <a:endParaRPr lang="nl-NL" dirty="0">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4"/>
            </p:custDataLst>
          </p:nvPr>
        </p:nvSpPr>
        <p:spPr>
          <a:xfrm>
            <a:off x="554736" y="2744369"/>
            <a:ext cx="3465576" cy="769441"/>
          </a:xfrm>
          <a:prstGeom prst="rect">
            <a:avLst/>
          </a:prstGeom>
        </p:spPr>
        <p:txBody>
          <a:bodyPr vert="horz" wrap="square" lIns="0" tIns="0" rIns="0" bIns="0" rtlCol="0" anchor="b" anchorCtr="0">
            <a:noAutofit/>
          </a:bodyPr>
          <a:lstStyle>
            <a:lvl1pPr rtl="0">
              <a:defRPr lang="en-US" dirty="0"/>
            </a:lvl1pPr>
          </a:lstStyle>
          <a:p>
            <a:pPr lvl="0"/>
            <a:r>
              <a:rPr lang="nl-NL"/>
              <a:t>Click to edit Master title style</a:t>
            </a:r>
            <a:endParaRPr lang="nl-NL" dirty="0"/>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5"/>
            </p:custDataLst>
          </p:nvPr>
        </p:nvSpPr>
        <p:spPr>
          <a:xfrm>
            <a:off x="554735" y="3659644"/>
            <a:ext cx="3465575" cy="276999"/>
          </a:xfrm>
          <a:prstGeom prst="rect">
            <a:avLst/>
          </a:prstGeom>
        </p:spPr>
        <p:txBody>
          <a:bodyPr vert="horz" wrap="square" lIns="0" tIns="0" rIns="0" bIns="0" rtlCol="0">
            <a:spAutoFit/>
          </a:bodyPr>
          <a:lstStyle>
            <a:lvl1pPr rtl="0">
              <a:defRPr lang="en-US" sz="1800" b="0" dirty="0">
                <a:solidFill>
                  <a:schemeClr val="accent1"/>
                </a:solidFill>
              </a:defRPr>
            </a:lvl1pPr>
          </a:lstStyle>
          <a:p>
            <a:pPr lvl="0">
              <a:buNone/>
            </a:pPr>
            <a:r>
              <a:rPr lang="nl-NL"/>
              <a:t>Click to edit Master subtitle style</a:t>
            </a:r>
            <a:endParaRPr lang="nl-NL" dirty="0"/>
          </a:p>
        </p:txBody>
      </p:sp>
      <p:sp>
        <p:nvSpPr>
          <p:cNvPr id="10" name="1. On-page tracker">
            <a:extLst>
              <a:ext uri="{FF2B5EF4-FFF2-40B4-BE49-F238E27FC236}">
                <a16:creationId xmlns:a16="http://schemas.microsoft.com/office/drawing/2014/main" id="{79C07342-0520-417C-B878-54C94CBD8539}"/>
              </a:ext>
            </a:extLst>
          </p:cNvPr>
          <p:cNvSpPr>
            <a:spLocks noGrp="1"/>
          </p:cNvSpPr>
          <p:nvPr>
            <p:ph type="body" sz="quarter" idx="10" hasCustomPrompt="1"/>
            <p:custDataLst>
              <p:tags r:id="rId6"/>
            </p:custDataLst>
          </p:nvPr>
        </p:nvSpPr>
        <p:spPr>
          <a:xfrm>
            <a:off x="554735" y="41597"/>
            <a:ext cx="3465577"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1" name="LOGO">
            <a:extLst>
              <a:ext uri="{FF2B5EF4-FFF2-40B4-BE49-F238E27FC236}">
                <a16:creationId xmlns:a16="http://schemas.microsoft.com/office/drawing/2014/main" id="{12FFB294-5822-4B88-9124-9374B1F297AD}"/>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13" name="Tijdelijke aanduiding voor tekst 43">
            <a:extLst>
              <a:ext uri="{FF2B5EF4-FFF2-40B4-BE49-F238E27FC236}">
                <a16:creationId xmlns:a16="http://schemas.microsoft.com/office/drawing/2014/main" id="{E339368C-F259-4385-935A-88667B1B1459}"/>
              </a:ext>
            </a:extLst>
          </p:cNvPr>
          <p:cNvSpPr txBox="1">
            <a:spLocks/>
          </p:cNvSpPr>
          <p:nvPr userDrawn="1"/>
        </p:nvSpPr>
        <p:spPr>
          <a:xfrm>
            <a:off x="554736" y="0"/>
            <a:ext cx="1080000" cy="45719"/>
          </a:xfrm>
          <a:prstGeom prst="rect">
            <a:avLst/>
          </a:prstGeom>
          <a:solidFill>
            <a:schemeClr val="accent2"/>
          </a:solidFill>
        </p:spPr>
        <p:txBody>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
        <p:nvSpPr>
          <p:cNvPr id="14" name="Slide Number">
            <a:extLst>
              <a:ext uri="{FF2B5EF4-FFF2-40B4-BE49-F238E27FC236}">
                <a16:creationId xmlns:a16="http://schemas.microsoft.com/office/drawing/2014/main" id="{EA2E3F14-E604-405A-8C36-8690BED06BD2}"/>
              </a:ext>
            </a:extLst>
          </p:cNvPr>
          <p:cNvSpPr>
            <a:spLocks noChangeArrowheads="1"/>
          </p:cNvSpPr>
          <p:nvPr userDrawn="1">
            <p:custDataLst>
              <p:tags r:id="rId7"/>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5" name="5. Source" hidden="1">
            <a:extLst>
              <a:ext uri="{FF2B5EF4-FFF2-40B4-BE49-F238E27FC236}">
                <a16:creationId xmlns:a16="http://schemas.microsoft.com/office/drawing/2014/main" id="{F113CD5A-0912-45CC-AF65-EBFB1762930D}"/>
              </a:ext>
            </a:extLst>
          </p:cNvPr>
          <p:cNvSpPr txBox="1"/>
          <p:nvPr userDrawn="1">
            <p:custDataLst>
              <p:tags r:id="rId8"/>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128853656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19530772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725BD87-3C3D-45F6-BBCF-F06FD867659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chemeClr val="accent1">
              <a:lumMod val="20000"/>
              <a:lumOff val="8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gn="ctr" rtl="0"/>
            <a:endParaRPr lang="nl-NL" dirty="0">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4"/>
            </p:custDataLst>
          </p:nvPr>
        </p:nvSpPr>
        <p:spPr>
          <a:xfrm>
            <a:off x="554736" y="172212"/>
            <a:ext cx="5065776" cy="731520"/>
          </a:xfrm>
        </p:spPr>
        <p:txBody>
          <a:bodyPr vert="horz" wrap="square" lIns="0" tIns="0" rIns="0" bIns="0" rtlCol="0" anchor="b" anchorCtr="0">
            <a:noAutofit/>
          </a:bodyPr>
          <a:lstStyle>
            <a:lvl1pPr rtl="0">
              <a:defRPr lang="en-US" dirty="0"/>
            </a:lvl1pPr>
          </a:lstStyle>
          <a:p>
            <a:pPr lvl="0"/>
            <a:r>
              <a:rPr lang="nl-NL"/>
              <a:t>Click to edit Master title style</a:t>
            </a:r>
            <a:endParaRPr lang="nl-NL" dirty="0"/>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5"/>
            </p:custDataLst>
          </p:nvPr>
        </p:nvSpPr>
        <p:spPr>
          <a:xfrm>
            <a:off x="554736" y="884725"/>
            <a:ext cx="5065776" cy="276999"/>
          </a:xfrm>
          <a:prstGeom prst="rect">
            <a:avLst/>
          </a:prstGeom>
        </p:spPr>
        <p:txBody>
          <a:bodyPr vert="horz" wrap="square" lIns="0" tIns="0" rIns="0" bIns="0" rtlCol="0">
            <a:spAutoFit/>
          </a:bodyPr>
          <a:lstStyle>
            <a:lvl1pPr rtl="0">
              <a:defRPr lang="en-US" sz="1800" b="0" dirty="0">
                <a:solidFill>
                  <a:schemeClr val="accent1"/>
                </a:solidFill>
              </a:defRPr>
            </a:lvl1pPr>
          </a:lstStyle>
          <a:p>
            <a:pPr lvl="0">
              <a:buNone/>
            </a:pPr>
            <a:r>
              <a:rPr lang="nl-NL"/>
              <a:t>Click to edit Master subtitle style</a:t>
            </a:r>
            <a:endParaRPr lang="nl-NL" dirty="0"/>
          </a:p>
        </p:txBody>
      </p:sp>
      <p:sp>
        <p:nvSpPr>
          <p:cNvPr id="10" name="1. On-page tracker">
            <a:extLst>
              <a:ext uri="{FF2B5EF4-FFF2-40B4-BE49-F238E27FC236}">
                <a16:creationId xmlns:a16="http://schemas.microsoft.com/office/drawing/2014/main" id="{E9BE4D1E-183A-499B-BFC7-798294EB7AE9}"/>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1" name="LOGO">
            <a:extLst>
              <a:ext uri="{FF2B5EF4-FFF2-40B4-BE49-F238E27FC236}">
                <a16:creationId xmlns:a16="http://schemas.microsoft.com/office/drawing/2014/main" id="{E5AB885D-2D31-4F92-9F0E-9FC8224A7FCC}"/>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13" name="Tijdelijke aanduiding voor tekst 43">
            <a:extLst>
              <a:ext uri="{FF2B5EF4-FFF2-40B4-BE49-F238E27FC236}">
                <a16:creationId xmlns:a16="http://schemas.microsoft.com/office/drawing/2014/main" id="{5AC24435-5311-4863-A030-9002A75B06F8}"/>
              </a:ext>
            </a:extLst>
          </p:cNvPr>
          <p:cNvSpPr txBox="1">
            <a:spLocks/>
          </p:cNvSpPr>
          <p:nvPr userDrawn="1"/>
        </p:nvSpPr>
        <p:spPr>
          <a:xfrm>
            <a:off x="554736" y="0"/>
            <a:ext cx="1080000" cy="45719"/>
          </a:xfrm>
          <a:prstGeom prst="rect">
            <a:avLst/>
          </a:prstGeom>
          <a:solidFill>
            <a:schemeClr val="accent2"/>
          </a:solidFill>
        </p:spPr>
        <p:txBody>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
        <p:nvSpPr>
          <p:cNvPr id="14" name="Slide Number">
            <a:extLst>
              <a:ext uri="{FF2B5EF4-FFF2-40B4-BE49-F238E27FC236}">
                <a16:creationId xmlns:a16="http://schemas.microsoft.com/office/drawing/2014/main" id="{C5F89EE2-C2A5-4AFD-B9C7-4B6172D633D9}"/>
              </a:ext>
            </a:extLst>
          </p:cNvPr>
          <p:cNvSpPr>
            <a:spLocks noChangeArrowheads="1"/>
          </p:cNvSpPr>
          <p:nvPr userDrawn="1">
            <p:custDataLst>
              <p:tags r:id="rId7"/>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5" name="5. Source" hidden="1">
            <a:extLst>
              <a:ext uri="{FF2B5EF4-FFF2-40B4-BE49-F238E27FC236}">
                <a16:creationId xmlns:a16="http://schemas.microsoft.com/office/drawing/2014/main" id="{314C6DE7-2291-4770-BD27-7C05676C0409}"/>
              </a:ext>
            </a:extLst>
          </p:cNvPr>
          <p:cNvSpPr txBox="1"/>
          <p:nvPr userDrawn="1">
            <p:custDataLst>
              <p:tags r:id="rId8"/>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2515015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35885031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572" imgH="588" progId="TCLayout.ActiveDocument.1">
                  <p:embed/>
                </p:oleObj>
              </mc:Choice>
              <mc:Fallback>
                <p:oleObj name="think-cell Slide" r:id="rId10"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D668F04-7049-40BA-8D63-D8BBB6921318}"/>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3"/>
            </p:custDataLst>
          </p:nvPr>
        </p:nvSpPr>
        <p:spPr>
          <a:xfrm>
            <a:off x="554736" y="172212"/>
            <a:ext cx="6967728" cy="731520"/>
          </a:xfrm>
        </p:spPr>
        <p:txBody>
          <a:bodyPr vert="horz" wrap="square" lIns="0" tIns="0" rIns="0" bIns="0" rtlCol="0" anchor="b" anchorCtr="0">
            <a:noAutofit/>
          </a:bodyPr>
          <a:lstStyle>
            <a:lvl1pPr rtl="0">
              <a:defRPr lang="en-US" dirty="0"/>
            </a:lvl1pPr>
          </a:lstStyle>
          <a:p>
            <a:pPr lvl="0"/>
            <a:r>
              <a:rPr lang="nl-NL"/>
              <a:t>Click to edit Master title style</a:t>
            </a:r>
            <a:endParaRPr lang="nl-NL" dirty="0"/>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7830312" y="0"/>
            <a:ext cx="4361688" cy="6858000"/>
          </a:xfrm>
          <a:prstGeom prst="rect">
            <a:avLst/>
          </a:prstGeom>
          <a:solidFill>
            <a:schemeClr val="accent1">
              <a:lumMod val="20000"/>
              <a:lumOff val="8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gn="ctr" rtl="0"/>
            <a:endParaRPr lang="nl-NL" dirty="0">
              <a:solidFill>
                <a:srgbClr val="F0F0F0"/>
              </a:solidFill>
              <a:latin typeface="Arial" panose="020B0604020202020204" pitchFamily="34" charset="0"/>
            </a:endParaRPr>
          </a:p>
        </p:txBody>
      </p: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5"/>
            </p:custDataLst>
          </p:nvPr>
        </p:nvSpPr>
        <p:spPr>
          <a:xfrm>
            <a:off x="554736" y="884725"/>
            <a:ext cx="6967728" cy="276999"/>
          </a:xfrm>
          <a:prstGeom prst="rect">
            <a:avLst/>
          </a:prstGeom>
        </p:spPr>
        <p:txBody>
          <a:bodyPr vert="horz" wrap="square" lIns="0" tIns="0" rIns="0" bIns="0" rtlCol="0">
            <a:spAutoFit/>
          </a:bodyPr>
          <a:lstStyle>
            <a:lvl1pPr rtl="0">
              <a:defRPr lang="en-US" sz="1800" b="0" dirty="0">
                <a:solidFill>
                  <a:schemeClr val="accent1"/>
                </a:solidFill>
              </a:defRPr>
            </a:lvl1pPr>
          </a:lstStyle>
          <a:p>
            <a:pPr lvl="0">
              <a:buNone/>
            </a:pPr>
            <a:r>
              <a:rPr lang="nl-NL"/>
              <a:t>Click to edit Master subtitle style</a:t>
            </a:r>
            <a:endParaRPr lang="nl-NL" dirty="0"/>
          </a:p>
        </p:txBody>
      </p:sp>
      <p:sp>
        <p:nvSpPr>
          <p:cNvPr id="10" name="1. On-page tracker">
            <a:extLst>
              <a:ext uri="{FF2B5EF4-FFF2-40B4-BE49-F238E27FC236}">
                <a16:creationId xmlns:a16="http://schemas.microsoft.com/office/drawing/2014/main" id="{7C393009-0681-4A8F-A1E9-19E10A949DCD}"/>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1" name="LOGO">
            <a:extLst>
              <a:ext uri="{FF2B5EF4-FFF2-40B4-BE49-F238E27FC236}">
                <a16:creationId xmlns:a16="http://schemas.microsoft.com/office/drawing/2014/main" id="{D55B9F57-59D8-4294-84EA-18CED46A914F}"/>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13" name="Tijdelijke aanduiding voor tekst 43">
            <a:extLst>
              <a:ext uri="{FF2B5EF4-FFF2-40B4-BE49-F238E27FC236}">
                <a16:creationId xmlns:a16="http://schemas.microsoft.com/office/drawing/2014/main" id="{8C3F00CD-4050-4E27-9372-B8F39F84E062}"/>
              </a:ext>
            </a:extLst>
          </p:cNvPr>
          <p:cNvSpPr txBox="1">
            <a:spLocks/>
          </p:cNvSpPr>
          <p:nvPr userDrawn="1"/>
        </p:nvSpPr>
        <p:spPr>
          <a:xfrm>
            <a:off x="554736" y="0"/>
            <a:ext cx="1080000" cy="45719"/>
          </a:xfrm>
          <a:prstGeom prst="rect">
            <a:avLst/>
          </a:prstGeom>
          <a:solidFill>
            <a:schemeClr val="accent2"/>
          </a:solidFill>
        </p:spPr>
        <p:txBody>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
        <p:nvSpPr>
          <p:cNvPr id="14" name="Slide Number">
            <a:extLst>
              <a:ext uri="{FF2B5EF4-FFF2-40B4-BE49-F238E27FC236}">
                <a16:creationId xmlns:a16="http://schemas.microsoft.com/office/drawing/2014/main" id="{2E2C9B2C-1923-47E3-877B-BD46C3704E59}"/>
              </a:ext>
            </a:extLst>
          </p:cNvPr>
          <p:cNvSpPr>
            <a:spLocks noChangeArrowheads="1"/>
          </p:cNvSpPr>
          <p:nvPr userDrawn="1">
            <p:custDataLst>
              <p:tags r:id="rId7"/>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5" name="5. Source" hidden="1">
            <a:extLst>
              <a:ext uri="{FF2B5EF4-FFF2-40B4-BE49-F238E27FC236}">
                <a16:creationId xmlns:a16="http://schemas.microsoft.com/office/drawing/2014/main" id="{0EF4AE84-03D6-4670-B92F-653A129F5FE7}"/>
              </a:ext>
            </a:extLst>
          </p:cNvPr>
          <p:cNvSpPr txBox="1"/>
          <p:nvPr userDrawn="1">
            <p:custDataLst>
              <p:tags r:id="rId8"/>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268612038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3/4 ">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12717312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50854476-2923-4515-A585-4477FF86118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8781416" y="0"/>
            <a:ext cx="3410584" cy="6858000"/>
          </a:xfrm>
          <a:prstGeom prst="rect">
            <a:avLst/>
          </a:prstGeom>
          <a:solidFill>
            <a:schemeClr val="accent1">
              <a:lumMod val="20000"/>
              <a:lumOff val="8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gn="ctr" rtl="0"/>
            <a:endParaRPr lang="nl-NL" noProof="0" dirty="0">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4"/>
            </p:custDataLst>
          </p:nvPr>
        </p:nvSpPr>
        <p:spPr>
          <a:xfrm>
            <a:off x="554736" y="172212"/>
            <a:ext cx="7918704" cy="731520"/>
          </a:xfrm>
        </p:spPr>
        <p:txBody>
          <a:bodyPr vert="horz" wrap="square" lIns="0" tIns="0" rIns="0" bIns="0" rtlCol="0" anchor="b" anchorCtr="0">
            <a:noAutofit/>
          </a:bodyPr>
          <a:lstStyle>
            <a:lvl1pPr rtl="0">
              <a:defRPr lang="en-US" dirty="0"/>
            </a:lvl1pPr>
          </a:lstStyle>
          <a:p>
            <a:pPr lvl="0"/>
            <a:r>
              <a:rPr lang="nl-NL"/>
              <a:t>Click to edit Master title style</a:t>
            </a:r>
            <a:endParaRPr lang="nl-NL" dirty="0"/>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5"/>
            </p:custDataLst>
          </p:nvPr>
        </p:nvSpPr>
        <p:spPr>
          <a:xfrm>
            <a:off x="554736" y="884725"/>
            <a:ext cx="7918704" cy="276999"/>
          </a:xfrm>
          <a:prstGeom prst="rect">
            <a:avLst/>
          </a:prstGeom>
        </p:spPr>
        <p:txBody>
          <a:bodyPr vert="horz" wrap="square" lIns="0" tIns="0" rIns="0" bIns="0" rtlCol="0">
            <a:spAutoFit/>
          </a:bodyPr>
          <a:lstStyle>
            <a:lvl1pPr rtl="0">
              <a:defRPr lang="en-US" sz="1800" b="0" dirty="0">
                <a:solidFill>
                  <a:schemeClr val="accent1"/>
                </a:solidFill>
              </a:defRPr>
            </a:lvl1pPr>
          </a:lstStyle>
          <a:p>
            <a:pPr lvl="0">
              <a:buNone/>
            </a:pPr>
            <a:r>
              <a:rPr lang="nl-NL"/>
              <a:t>Click to edit Master subtitle style</a:t>
            </a:r>
            <a:endParaRPr lang="nl-NL" dirty="0"/>
          </a:p>
        </p:txBody>
      </p:sp>
      <p:sp>
        <p:nvSpPr>
          <p:cNvPr id="10" name="1. On-page tracker">
            <a:extLst>
              <a:ext uri="{FF2B5EF4-FFF2-40B4-BE49-F238E27FC236}">
                <a16:creationId xmlns:a16="http://schemas.microsoft.com/office/drawing/2014/main" id="{DEC2F904-C5C8-4B39-9C46-6CA56144D86A}"/>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1" name="LOGO">
            <a:extLst>
              <a:ext uri="{FF2B5EF4-FFF2-40B4-BE49-F238E27FC236}">
                <a16:creationId xmlns:a16="http://schemas.microsoft.com/office/drawing/2014/main" id="{706FB08B-B210-4D80-8573-C6321DBCF24E}"/>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13" name="Tijdelijke aanduiding voor tekst 43">
            <a:extLst>
              <a:ext uri="{FF2B5EF4-FFF2-40B4-BE49-F238E27FC236}">
                <a16:creationId xmlns:a16="http://schemas.microsoft.com/office/drawing/2014/main" id="{E8C35DC7-C31E-4331-9BA8-A421855D7262}"/>
              </a:ext>
            </a:extLst>
          </p:cNvPr>
          <p:cNvSpPr txBox="1">
            <a:spLocks/>
          </p:cNvSpPr>
          <p:nvPr userDrawn="1"/>
        </p:nvSpPr>
        <p:spPr>
          <a:xfrm>
            <a:off x="554736" y="0"/>
            <a:ext cx="1080000" cy="45719"/>
          </a:xfrm>
          <a:prstGeom prst="rect">
            <a:avLst/>
          </a:prstGeom>
          <a:solidFill>
            <a:schemeClr val="accent2"/>
          </a:solidFill>
        </p:spPr>
        <p:txBody>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
        <p:nvSpPr>
          <p:cNvPr id="14" name="Slide Number">
            <a:extLst>
              <a:ext uri="{FF2B5EF4-FFF2-40B4-BE49-F238E27FC236}">
                <a16:creationId xmlns:a16="http://schemas.microsoft.com/office/drawing/2014/main" id="{D9E41969-935B-4A73-B978-C97F9AB9429E}"/>
              </a:ext>
            </a:extLst>
          </p:cNvPr>
          <p:cNvSpPr>
            <a:spLocks noChangeArrowheads="1"/>
          </p:cNvSpPr>
          <p:nvPr userDrawn="1">
            <p:custDataLst>
              <p:tags r:id="rId7"/>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5" name="5. Source" hidden="1">
            <a:extLst>
              <a:ext uri="{FF2B5EF4-FFF2-40B4-BE49-F238E27FC236}">
                <a16:creationId xmlns:a16="http://schemas.microsoft.com/office/drawing/2014/main" id="{61178E47-37F4-4922-ACD9-3F2F8C30F742}"/>
              </a:ext>
            </a:extLst>
          </p:cNvPr>
          <p:cNvSpPr txBox="1"/>
          <p:nvPr userDrawn="1">
            <p:custDataLst>
              <p:tags r:id="rId8"/>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413745237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3-lin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648A5D5-75B9-4F02-A4CB-B3C65A9BF2CE}"/>
              </a:ext>
            </a:extLst>
          </p:cNvPr>
          <p:cNvGraphicFramePr>
            <a:graphicFrameLocks noChangeAspect="1"/>
          </p:cNvGraphicFramePr>
          <p:nvPr userDrawn="1">
            <p:custDataLst>
              <p:tags r:id="rId1"/>
            </p:custDataLst>
            <p:extLst>
              <p:ext uri="{D42A27DB-BD31-4B8C-83A1-F6EECF244321}">
                <p14:modId xmlns:p14="http://schemas.microsoft.com/office/powerpoint/2010/main" val="18561124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3" name="Object 2" hidden="1">
                        <a:extLst>
                          <a:ext uri="{FF2B5EF4-FFF2-40B4-BE49-F238E27FC236}">
                            <a16:creationId xmlns:a16="http://schemas.microsoft.com/office/drawing/2014/main" id="{C648A5D5-75B9-4F02-A4CB-B3C65A9BF2CE}"/>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58AAF75-30DC-408A-933A-149F2D14D18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3"/>
            </p:custDataLst>
          </p:nvPr>
        </p:nvSpPr>
        <p:spPr>
          <a:xfrm>
            <a:off x="554736" y="175171"/>
            <a:ext cx="11082528" cy="989512"/>
          </a:xfrm>
        </p:spPr>
        <p:txBody>
          <a:bodyPr vert="horz" wrap="square" lIns="0" tIns="0" rIns="0" bIns="0" rtlCol="0" anchor="b" anchorCtr="0">
            <a:noAutofit/>
          </a:bodyPr>
          <a:lstStyle>
            <a:lvl1pPr rtl="0">
              <a:defRPr lang="en-US" dirty="0"/>
            </a:lvl1pPr>
          </a:lstStyle>
          <a:p>
            <a:pPr lvl="0"/>
            <a:r>
              <a:rPr lang="nl-NL"/>
              <a:t>Click to edit Master title style</a:t>
            </a:r>
            <a:endParaRPr lang="nl-NL" dirty="0"/>
          </a:p>
        </p:txBody>
      </p:sp>
      <p:sp>
        <p:nvSpPr>
          <p:cNvPr id="8" name="1. On-page tracker">
            <a:extLst>
              <a:ext uri="{FF2B5EF4-FFF2-40B4-BE49-F238E27FC236}">
                <a16:creationId xmlns:a16="http://schemas.microsoft.com/office/drawing/2014/main" id="{931AA88E-24E2-4493-A340-98EE8666A3B2}"/>
              </a:ext>
            </a:extLst>
          </p:cNvPr>
          <p:cNvSpPr>
            <a:spLocks noGrp="1"/>
          </p:cNvSpPr>
          <p:nvPr>
            <p:ph type="body" sz="quarter" idx="10" hasCustomPrompt="1"/>
            <p:custDataLst>
              <p:tags r:id="rId4"/>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9" name="LOGO">
            <a:extLst>
              <a:ext uri="{FF2B5EF4-FFF2-40B4-BE49-F238E27FC236}">
                <a16:creationId xmlns:a16="http://schemas.microsoft.com/office/drawing/2014/main" id="{AAC054E2-58C7-40F7-9E10-6ABB1D86FF61}"/>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12" name="Tijdelijke aanduiding voor tekst 43">
            <a:extLst>
              <a:ext uri="{FF2B5EF4-FFF2-40B4-BE49-F238E27FC236}">
                <a16:creationId xmlns:a16="http://schemas.microsoft.com/office/drawing/2014/main" id="{6856A5A3-DCA3-48AE-AF42-1ED481C4CE03}"/>
              </a:ext>
            </a:extLst>
          </p:cNvPr>
          <p:cNvSpPr txBox="1">
            <a:spLocks/>
          </p:cNvSpPr>
          <p:nvPr userDrawn="1"/>
        </p:nvSpPr>
        <p:spPr>
          <a:xfrm>
            <a:off x="554736" y="0"/>
            <a:ext cx="1080000" cy="45719"/>
          </a:xfrm>
          <a:prstGeom prst="rect">
            <a:avLst/>
          </a:prstGeom>
          <a:solidFill>
            <a:schemeClr val="accent2"/>
          </a:solidFill>
        </p:spPr>
        <p:txBody>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
        <p:nvSpPr>
          <p:cNvPr id="13" name="Slide Number">
            <a:extLst>
              <a:ext uri="{FF2B5EF4-FFF2-40B4-BE49-F238E27FC236}">
                <a16:creationId xmlns:a16="http://schemas.microsoft.com/office/drawing/2014/main" id="{71E867D2-40CA-490D-93A9-ABFC8E5C0ED5}"/>
              </a:ext>
            </a:extLst>
          </p:cNvPr>
          <p:cNvSpPr>
            <a:spLocks noChangeArrowheads="1"/>
          </p:cNvSpPr>
          <p:nvPr userDrawn="1">
            <p:custDataLst>
              <p:tags r:id="rId5"/>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4" name="Rechthoek 6">
            <a:extLst>
              <a:ext uri="{FF2B5EF4-FFF2-40B4-BE49-F238E27FC236}">
                <a16:creationId xmlns:a16="http://schemas.microsoft.com/office/drawing/2014/main" id="{0C9250D7-CF3E-4349-A19E-1471406C74B1}"/>
              </a:ext>
            </a:extLst>
          </p:cNvPr>
          <p:cNvSpPr/>
          <p:nvPr userDrawn="1"/>
        </p:nvSpPr>
        <p:spPr>
          <a:xfrm>
            <a:off x="0" y="6146743"/>
            <a:ext cx="12192000" cy="36000"/>
          </a:xfrm>
          <a:prstGeom prst="rect">
            <a:avLst/>
          </a:prstGeom>
          <a:solidFill>
            <a:srgbClr val="D29FA5"/>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rtl="0"/>
            <a:endParaRPr lang="nl-NL" sz="1600" noProof="0" dirty="0"/>
          </a:p>
        </p:txBody>
      </p:sp>
      <p:sp>
        <p:nvSpPr>
          <p:cNvPr id="16" name="5. Source" hidden="1">
            <a:extLst>
              <a:ext uri="{FF2B5EF4-FFF2-40B4-BE49-F238E27FC236}">
                <a16:creationId xmlns:a16="http://schemas.microsoft.com/office/drawing/2014/main" id="{8B578329-BEEC-49B8-A976-C9DD5C8A0051}"/>
              </a:ext>
            </a:extLst>
          </p:cNvPr>
          <p:cNvSpPr txBox="1"/>
          <p:nvPr userDrawn="1">
            <p:custDataLst>
              <p:tags r:id="rId6"/>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7630972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Custom">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20E9A7C-FB74-480B-8212-8CE5C1AF5D1B}"/>
              </a:ext>
            </a:extLst>
          </p:cNvPr>
          <p:cNvGraphicFramePr>
            <a:graphicFrameLocks noChangeAspect="1"/>
          </p:cNvGraphicFramePr>
          <p:nvPr userDrawn="1">
            <p:custDataLst>
              <p:tags r:id="rId1"/>
            </p:custDataLst>
            <p:extLst>
              <p:ext uri="{D42A27DB-BD31-4B8C-83A1-F6EECF244321}">
                <p14:modId xmlns:p14="http://schemas.microsoft.com/office/powerpoint/2010/main" val="13679055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592" imgH="591" progId="TCLayout.ActiveDocument.1">
                  <p:embed/>
                </p:oleObj>
              </mc:Choice>
              <mc:Fallback>
                <p:oleObj name="think-cell Slide" r:id="rId6" imgW="592" imgH="591" progId="TCLayout.ActiveDocument.1">
                  <p:embed/>
                  <p:pic>
                    <p:nvPicPr>
                      <p:cNvPr id="2" name="Object 1" hidden="1">
                        <a:extLst>
                          <a:ext uri="{FF2B5EF4-FFF2-40B4-BE49-F238E27FC236}">
                            <a16:creationId xmlns:a16="http://schemas.microsoft.com/office/drawing/2014/main" id="{220E9A7C-FB74-480B-8212-8CE5C1AF5D1B}"/>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8" name="1. On-page tracker">
            <a:extLst>
              <a:ext uri="{FF2B5EF4-FFF2-40B4-BE49-F238E27FC236}">
                <a16:creationId xmlns:a16="http://schemas.microsoft.com/office/drawing/2014/main" id="{BD5E1493-E8EF-4031-B447-85DA0B418111}"/>
              </a:ext>
            </a:extLst>
          </p:cNvPr>
          <p:cNvSpPr>
            <a:spLocks noGrp="1"/>
          </p:cNvSpPr>
          <p:nvPr>
            <p:ph type="body" sz="quarter" idx="10" hasCustomPrompt="1"/>
            <p:custDataLst>
              <p:tags r:id="rId2"/>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6" name="LOGO">
            <a:extLst>
              <a:ext uri="{FF2B5EF4-FFF2-40B4-BE49-F238E27FC236}">
                <a16:creationId xmlns:a16="http://schemas.microsoft.com/office/drawing/2014/main" id="{4606D006-0A73-4F68-B57E-EF5D47860380}"/>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11" name="Tijdelijke aanduiding voor tekst 43">
            <a:extLst>
              <a:ext uri="{FF2B5EF4-FFF2-40B4-BE49-F238E27FC236}">
                <a16:creationId xmlns:a16="http://schemas.microsoft.com/office/drawing/2014/main" id="{C4DA2C74-1EBD-43C3-98DF-6CFC5237CEDF}"/>
              </a:ext>
            </a:extLst>
          </p:cNvPr>
          <p:cNvSpPr txBox="1">
            <a:spLocks/>
          </p:cNvSpPr>
          <p:nvPr userDrawn="1"/>
        </p:nvSpPr>
        <p:spPr>
          <a:xfrm>
            <a:off x="554736" y="0"/>
            <a:ext cx="1080000" cy="45719"/>
          </a:xfrm>
          <a:prstGeom prst="rect">
            <a:avLst/>
          </a:prstGeom>
          <a:solidFill>
            <a:schemeClr val="accent2"/>
          </a:solidFill>
        </p:spPr>
        <p:txBody>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
        <p:nvSpPr>
          <p:cNvPr id="12" name="Slide Number">
            <a:extLst>
              <a:ext uri="{FF2B5EF4-FFF2-40B4-BE49-F238E27FC236}">
                <a16:creationId xmlns:a16="http://schemas.microsoft.com/office/drawing/2014/main" id="{157E4FA3-C52D-49D7-9614-3E56A3E9AFAE}"/>
              </a:ext>
            </a:extLst>
          </p:cNvPr>
          <p:cNvSpPr>
            <a:spLocks noChangeArrowheads="1"/>
          </p:cNvSpPr>
          <p:nvPr userDrawn="1">
            <p:custDataLst>
              <p:tags r:id="rId3"/>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3" name="Rechthoek 6">
            <a:extLst>
              <a:ext uri="{FF2B5EF4-FFF2-40B4-BE49-F238E27FC236}">
                <a16:creationId xmlns:a16="http://schemas.microsoft.com/office/drawing/2014/main" id="{CA443C5D-3E4F-487B-90B8-97F31ECF4DA9}"/>
              </a:ext>
            </a:extLst>
          </p:cNvPr>
          <p:cNvSpPr/>
          <p:nvPr userDrawn="1"/>
        </p:nvSpPr>
        <p:spPr>
          <a:xfrm>
            <a:off x="0" y="6146743"/>
            <a:ext cx="12192000" cy="36000"/>
          </a:xfrm>
          <a:prstGeom prst="rect">
            <a:avLst/>
          </a:prstGeom>
          <a:solidFill>
            <a:srgbClr val="D29FA5"/>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rtl="0"/>
            <a:endParaRPr lang="nl-NL" sz="1600" noProof="0" dirty="0"/>
          </a:p>
        </p:txBody>
      </p:sp>
      <p:sp>
        <p:nvSpPr>
          <p:cNvPr id="14" name="5. Source" hidden="1">
            <a:extLst>
              <a:ext uri="{FF2B5EF4-FFF2-40B4-BE49-F238E27FC236}">
                <a16:creationId xmlns:a16="http://schemas.microsoft.com/office/drawing/2014/main" id="{48709677-F4A2-486A-BBB0-A03E61D19BB8}"/>
              </a:ext>
            </a:extLst>
          </p:cNvPr>
          <p:cNvSpPr txBox="1"/>
          <p:nvPr userDrawn="1">
            <p:custDataLst>
              <p:tags r:id="rId4"/>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25349285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A954CCC1-5027-4384-BFF6-B54153C697A8}"/>
              </a:ext>
            </a:extLst>
          </p:cNvPr>
          <p:cNvGraphicFramePr>
            <a:graphicFrameLocks noChangeAspect="1"/>
          </p:cNvGraphicFramePr>
          <p:nvPr userDrawn="1">
            <p:custDataLst>
              <p:tags r:id="rId1"/>
            </p:custDataLst>
            <p:extLst>
              <p:ext uri="{D42A27DB-BD31-4B8C-83A1-F6EECF244321}">
                <p14:modId xmlns:p14="http://schemas.microsoft.com/office/powerpoint/2010/main" val="5449765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2" name="Object 1" hidden="1">
                        <a:extLst>
                          <a:ext uri="{FF2B5EF4-FFF2-40B4-BE49-F238E27FC236}">
                            <a16:creationId xmlns:a16="http://schemas.microsoft.com/office/drawing/2014/main" id="{A954CCC1-5027-4384-BFF6-B54153C697A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LOGO">
            <a:extLst>
              <a:ext uri="{FF2B5EF4-FFF2-40B4-BE49-F238E27FC236}">
                <a16:creationId xmlns:a16="http://schemas.microsoft.com/office/drawing/2014/main" id="{F842F660-C06B-42CC-BFB2-96E6DCF32328}"/>
              </a:ext>
            </a:extLst>
          </p:cNvPr>
          <p:cNvSpPr>
            <a:spLocks/>
          </p:cNvSpPr>
          <p:nvPr userDrawn="1"/>
        </p:nvSpPr>
        <p:spPr>
          <a:xfrm>
            <a:off x="2128903" y="2693059"/>
            <a:ext cx="7934195" cy="1471883"/>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noAutofit/>
          </a:bodyPr>
          <a:lstStyle/>
          <a:p>
            <a:pPr rtl="0"/>
            <a:endParaRPr lang="nl-NL" noProof="0" dirty="0">
              <a:latin typeface="+mn-lt"/>
            </a:endParaRPr>
          </a:p>
        </p:txBody>
      </p:sp>
      <p:sp>
        <p:nvSpPr>
          <p:cNvPr id="7" name="5. Source" hidden="1">
            <a:extLst>
              <a:ext uri="{FF2B5EF4-FFF2-40B4-BE49-F238E27FC236}">
                <a16:creationId xmlns:a16="http://schemas.microsoft.com/office/drawing/2014/main" id="{6FE89F0E-8BC8-41D8-BC1A-270CC0270DA8}"/>
              </a:ext>
            </a:extLst>
          </p:cNvPr>
          <p:cNvSpPr txBox="1"/>
          <p:nvPr userDrawn="1">
            <p:custDataLst>
              <p:tags r:id="rId2"/>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157907064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2_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40487389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9F741700-5035-4E61-A4AC-1B3C7AE220D5}"/>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eaLnBrk="1">
              <a:lnSpc>
                <a:spcPct val="100000"/>
              </a:lnSpc>
              <a:spcBef>
                <a:spcPct val="0"/>
              </a:spcBef>
              <a:spcAft>
                <a:spcPct val="0"/>
              </a:spcAft>
            </a:pPr>
            <a:endParaRPr lang="nl-NL"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172212"/>
            <a:ext cx="11082528" cy="731520"/>
          </a:xfrm>
        </p:spPr>
        <p:txBody>
          <a:bodyPr vert="horz"/>
          <a:lstStyle>
            <a:lvl1pPr rtl="0">
              <a:defRPr/>
            </a:lvl1pPr>
          </a:lstStyle>
          <a:p>
            <a:r>
              <a:rPr lang="nl-NL"/>
              <a:t>Click to edit Master title style</a:t>
            </a:r>
            <a:endParaRPr lang="nl-NL" dirty="0"/>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884725"/>
            <a:ext cx="11082528" cy="276999"/>
          </a:xfrm>
        </p:spPr>
        <p:txBody>
          <a:bodyPr wrap="square">
            <a:noAutofit/>
          </a:bodyPr>
          <a:lstStyle>
            <a:lvl1pPr marL="0" indent="0" algn="l" rtl="0">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Click to edit Master subtitle style</a:t>
            </a:r>
            <a:endParaRPr lang="nl-NL" dirty="0"/>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nl-NL"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nl-NL" sz="900" dirty="0">
              <a:solidFill>
                <a:schemeClr val="tx1"/>
              </a:solidFill>
              <a:latin typeface="+mn-lt"/>
              <a:ea typeface="+mn-ea"/>
              <a:cs typeface="Arial" panose="020B0604020202020204" pitchFamily="34" charset="0"/>
            </a:endParaRPr>
          </a:p>
        </p:txBody>
      </p:sp>
      <p:sp>
        <p:nvSpPr>
          <p:cNvPr id="7" name="1. On-page tracker">
            <a:extLst>
              <a:ext uri="{FF2B5EF4-FFF2-40B4-BE49-F238E27FC236}">
                <a16:creationId xmlns:a16="http://schemas.microsoft.com/office/drawing/2014/main" id="{113DFDDF-7DA2-4E92-8555-8B9DB1295FAA}"/>
              </a:ext>
            </a:extLst>
          </p:cNvPr>
          <p:cNvSpPr>
            <a:spLocks noGrp="1"/>
          </p:cNvSpPr>
          <p:nvPr>
            <p:ph type="body" sz="quarter" idx="16" hasCustomPrompt="1"/>
            <p:custDataLst>
              <p:tags r:id="rId6"/>
            </p:custDataLst>
          </p:nvPr>
        </p:nvSpPr>
        <p:spPr>
          <a:xfrm>
            <a:off x="7156704" y="89320"/>
            <a:ext cx="4480560" cy="123111"/>
          </a:xfrm>
        </p:spPr>
        <p:txBody>
          <a:bodyPr vert="horz" wrap="square" lIns="0" tIns="0" rIns="0" bIns="0" rtlCol="0" anchor="ctr" anchorCtr="0">
            <a:spAutoFit/>
          </a:bodyPr>
          <a:lstStyle>
            <a:lvl1pPr algn="r" rtl="0">
              <a:defRPr lang="en-US" sz="800" dirty="0"/>
            </a:lvl1pPr>
          </a:lstStyle>
          <a:p>
            <a:pPr lvl="0" algn="r"/>
            <a:r>
              <a:rPr lang="nl-NL"/>
              <a:t>Chapter › Topic</a:t>
            </a:r>
            <a:endParaRPr lang="nl-NL" dirty="0"/>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nl-NL" sz="800"/>
              <a:t>Source: …</a:t>
            </a:r>
            <a:endParaRPr lang="nl-NL" sz="800" dirty="0"/>
          </a:p>
        </p:txBody>
      </p:sp>
    </p:spTree>
    <p:extLst>
      <p:ext uri="{BB962C8B-B14F-4D97-AF65-F5344CB8AC3E}">
        <p14:creationId xmlns:p14="http://schemas.microsoft.com/office/powerpoint/2010/main" val="323424643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userDrawn="1">
  <p:cSld name="1_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34277014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413" imgH="416" progId="TCLayout.ActiveDocument.1">
                  <p:embed/>
                </p:oleObj>
              </mc:Choice>
              <mc:Fallback>
                <p:oleObj name="think-cell Slide" r:id="rId16"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A030B95D-1D90-4A27-8714-CFE7C7DB7020}"/>
              </a:ext>
            </a:extLst>
          </p:cNvPr>
          <p:cNvCxnSpPr/>
          <p:nvPr userDrawn="1">
            <p:custDataLst>
              <p:tags r:id="rId6"/>
            </p:custDataLst>
          </p:nvPr>
        </p:nvCxnSpPr>
        <p:spPr>
          <a:xfrm>
            <a:off x="6573171" y="6453769"/>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546D990A-A0D7-434B-9320-6311D017DAA2}"/>
              </a:ext>
            </a:extLst>
          </p:cNvPr>
          <p:cNvCxnSpPr/>
          <p:nvPr userDrawn="1">
            <p:custDataLst>
              <p:tags r:id="rId7"/>
            </p:custDataLst>
          </p:nvPr>
        </p:nvCxnSpPr>
        <p:spPr>
          <a:xfrm>
            <a:off x="554736" y="6453769"/>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TopLineRight">
            <a:extLst>
              <a:ext uri="{FF2B5EF4-FFF2-40B4-BE49-F238E27FC236}">
                <a16:creationId xmlns:a16="http://schemas.microsoft.com/office/drawing/2014/main" id="{9388C4F9-67A3-422B-89FF-FAD8454A2F57}"/>
              </a:ext>
            </a:extLst>
          </p:cNvPr>
          <p:cNvCxnSpPr/>
          <p:nvPr userDrawn="1">
            <p:custDataLst>
              <p:tags r:id="rId8"/>
            </p:custDataLst>
          </p:nvPr>
        </p:nvCxnSpPr>
        <p:spPr>
          <a:xfrm>
            <a:off x="6573171"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3" name="TopLineLeft">
            <a:extLst>
              <a:ext uri="{FF2B5EF4-FFF2-40B4-BE49-F238E27FC236}">
                <a16:creationId xmlns:a16="http://schemas.microsoft.com/office/drawing/2014/main" id="{1C0D7255-5C21-4254-B3DE-6D296E69C5F2}"/>
              </a:ext>
            </a:extLst>
          </p:cNvPr>
          <p:cNvCxnSpPr/>
          <p:nvPr userDrawn="1">
            <p:custDataLst>
              <p:tags r:id="rId9"/>
            </p:custDataLst>
          </p:nvPr>
        </p:nvCxnSpPr>
        <p:spPr>
          <a:xfrm>
            <a:off x="554736"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155D849-0DEC-44CD-849F-C8D9C2279FD6}"/>
              </a:ext>
            </a:extLst>
          </p:cNvPr>
          <p:cNvCxnSpPr/>
          <p:nvPr userDrawn="1">
            <p:custDataLst>
              <p:tags r:id="rId10"/>
            </p:custDataLst>
          </p:nvPr>
        </p:nvCxnSpPr>
        <p:spPr>
          <a:xfrm>
            <a:off x="554736"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11"/>
            </p:custDataLst>
          </p:nvPr>
        </p:nvSpPr>
        <p:spPr>
          <a:xfrm>
            <a:off x="554736" y="172212"/>
            <a:ext cx="5065776" cy="731520"/>
          </a:xfrm>
        </p:spPr>
        <p:txBody>
          <a:bodyPr/>
          <a:lstStyle/>
          <a:p>
            <a:r>
              <a:rPr lang="en-US" dirty="0"/>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12"/>
            </p:custDataLst>
          </p:nvPr>
        </p:nvSpPr>
        <p:spPr>
          <a:xfrm>
            <a:off x="554736" y="884725"/>
            <a:ext cx="5065776" cy="276999"/>
          </a:xfrm>
          <a:prstGeom prst="rect">
            <a:avLst/>
          </a:prstGeo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1" name="1. On-page tracker">
            <a:extLst>
              <a:ext uri="{FF2B5EF4-FFF2-40B4-BE49-F238E27FC236}">
                <a16:creationId xmlns:a16="http://schemas.microsoft.com/office/drawing/2014/main" id="{B1862427-C153-460B-92AE-3FA75E6B880B}"/>
              </a:ext>
            </a:extLst>
          </p:cNvPr>
          <p:cNvSpPr>
            <a:spLocks noGrp="1"/>
          </p:cNvSpPr>
          <p:nvPr>
            <p:ph type="body" sz="quarter" idx="16" hasCustomPrompt="1"/>
            <p:custDataLst>
              <p:tags r:id="rId13"/>
            </p:custDataLst>
          </p:nvPr>
        </p:nvSpPr>
        <p:spPr>
          <a:xfrm>
            <a:off x="7159752" y="89320"/>
            <a:ext cx="4480560" cy="123111"/>
          </a:xfrm>
        </p:spPr>
        <p:txBody>
          <a:bodyPr vert="horz" wrap="square" lIns="0" tIns="0" rIns="0" bIns="0" rtlCol="0" anchor="ctr" anchorCtr="0">
            <a:spAutoFit/>
          </a:bodyPr>
          <a:lstStyle>
            <a:lvl1pPr algn="r">
              <a:defRPr lang="en-US" sz="800" dirty="0"/>
            </a:lvl1pPr>
          </a:lstStyle>
          <a:p>
            <a:pPr lvl="0" algn="r"/>
            <a:r>
              <a:rPr lang="en-US" dirty="0"/>
              <a:t>Chapter › Topic</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1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Tree>
    <p:extLst>
      <p:ext uri="{BB962C8B-B14F-4D97-AF65-F5344CB8AC3E}">
        <p14:creationId xmlns:p14="http://schemas.microsoft.com/office/powerpoint/2010/main" val="12934402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extLst>
              <p:ext uri="{D42A27DB-BD31-4B8C-83A1-F6EECF244321}">
                <p14:modId xmlns:p14="http://schemas.microsoft.com/office/powerpoint/2010/main" val="1242729744"/>
              </p:ext>
            </p:extLst>
          </p:nvPr>
        </p:nvGraphicFramePr>
        <p:xfrm>
          <a:off x="2161" y="1621"/>
          <a:ext cx="2159" cy="1619"/>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2161" y="1621"/>
                        <a:ext cx="2159" cy="1619"/>
                      </a:xfrm>
                      <a:prstGeom prst="rect">
                        <a:avLst/>
                      </a:prstGeom>
                    </p:spPr>
                  </p:pic>
                </p:oleObj>
              </mc:Fallback>
            </mc:AlternateContent>
          </a:graphicData>
        </a:graphic>
      </p:graphicFrame>
      <p:sp>
        <p:nvSpPr>
          <p:cNvPr id="4" name="Working Draft Text" hidden="1"/>
          <p:cNvSpPr txBox="1">
            <a:spLocks noChangeArrowheads="1"/>
          </p:cNvSpPr>
          <p:nvPr/>
        </p:nvSpPr>
        <p:spPr bwMode="black">
          <a:xfrm>
            <a:off x="8153070" y="6415250"/>
            <a:ext cx="3795784" cy="128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defRPr/>
            </a:pPr>
            <a:r>
              <a:rPr lang="en-US" sz="816" b="1" baseline="0" dirty="0">
                <a:solidFill>
                  <a:srgbClr val="FFFFFF"/>
                </a:solidFill>
                <a:latin typeface="Arial" panose="020B0604020202020204" pitchFamily="34" charset="0"/>
                <a:cs typeface="Arial" panose="020B0604020202020204" pitchFamily="34" charset="0"/>
                <a:sym typeface="Arial" panose="020B0604020202020204" pitchFamily="34" charset="0"/>
              </a:rPr>
              <a:t>WORKING DRAFT</a:t>
            </a:r>
          </a:p>
        </p:txBody>
      </p:sp>
      <p:sp>
        <p:nvSpPr>
          <p:cNvPr id="6" name="Working Draft" hidden="1"/>
          <p:cNvSpPr txBox="1">
            <a:spLocks noChangeArrowheads="1"/>
          </p:cNvSpPr>
          <p:nvPr/>
        </p:nvSpPr>
        <p:spPr bwMode="black">
          <a:xfrm>
            <a:off x="8153070" y="6540860"/>
            <a:ext cx="4038929" cy="128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defRPr/>
            </a:pPr>
            <a:r>
              <a:rPr lang="en-US" sz="816" baseline="0">
                <a:solidFill>
                  <a:srgbClr val="FFFFFF"/>
                </a:solidFill>
                <a:latin typeface="Arial" panose="020B0604020202020204" pitchFamily="34" charset="0"/>
                <a:cs typeface="Arial" panose="020B0604020202020204" pitchFamily="34" charset="0"/>
                <a:sym typeface="Arial" panose="020B0604020202020204" pitchFamily="34" charset="0"/>
              </a:rPr>
              <a:t>Last Modified 5-9-2023 18:04 W. Europe Standard Time</a:t>
            </a:r>
            <a:endParaRPr lang="en-US" sz="816" baseline="0" dirty="0">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7" name="Printed" hidden="1"/>
          <p:cNvSpPr txBox="1">
            <a:spLocks noChangeArrowheads="1"/>
          </p:cNvSpPr>
          <p:nvPr/>
        </p:nvSpPr>
        <p:spPr bwMode="black">
          <a:xfrm>
            <a:off x="8153070" y="6666472"/>
            <a:ext cx="3795784" cy="128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defRPr/>
            </a:pPr>
            <a:r>
              <a:rPr lang="en-US" sz="816" baseline="0">
                <a:solidFill>
                  <a:srgbClr val="FFFFFF"/>
                </a:solidFill>
                <a:latin typeface="Arial" panose="020B0604020202020204" pitchFamily="34" charset="0"/>
                <a:cs typeface="Arial" panose="020B0604020202020204" pitchFamily="34" charset="0"/>
                <a:sym typeface="Arial" panose="020B0604020202020204" pitchFamily="34" charset="0"/>
              </a:rPr>
              <a:t>Printed 5/13/2019 11:23 AM W. Europe Standard Time</a:t>
            </a:r>
            <a:endParaRPr lang="en-US" sz="816" baseline="0" dirty="0">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13314" name="Title"/>
          <p:cNvSpPr>
            <a:spLocks noGrp="1" noChangeArrowheads="1"/>
          </p:cNvSpPr>
          <p:nvPr>
            <p:ph type="ctrTitle"/>
          </p:nvPr>
        </p:nvSpPr>
        <p:spPr>
          <a:xfrm>
            <a:off x="809379" y="2544443"/>
            <a:ext cx="5858663" cy="502445"/>
          </a:xfrm>
          <a:prstGeom prst="rect">
            <a:avLst/>
          </a:prstGeom>
        </p:spPr>
        <p:txBody>
          <a:bodyPr wrap="square">
            <a:spAutoFit/>
          </a:bodyPr>
          <a:lstStyle>
            <a:lvl1pPr>
              <a:defRPr sz="3265" b="0" baseline="0">
                <a:solidFill>
                  <a:schemeClr val="tx1"/>
                </a:solidFill>
                <a:latin typeface="Arial" panose="020B0604020202020204" pitchFamily="34" charset="0"/>
                <a:ea typeface="+mj-ea"/>
                <a:sym typeface="Arial" panose="020B0604020202020204" pitchFamily="34" charset="0"/>
              </a:defRPr>
            </a:lvl1pPr>
          </a:lstStyle>
          <a:p>
            <a:pPr lvl="0" latinLnBrk="0"/>
            <a:r>
              <a:rPr lang="en-US" noProof="0" dirty="0"/>
              <a:t>Click to edit Master title style</a:t>
            </a:r>
          </a:p>
        </p:txBody>
      </p:sp>
      <p:sp>
        <p:nvSpPr>
          <p:cNvPr id="13315" name="Subtitle"/>
          <p:cNvSpPr>
            <a:spLocks noGrp="1" noChangeArrowheads="1"/>
          </p:cNvSpPr>
          <p:nvPr>
            <p:ph type="subTitle" idx="1"/>
          </p:nvPr>
        </p:nvSpPr>
        <p:spPr>
          <a:xfrm>
            <a:off x="809379" y="3760876"/>
            <a:ext cx="5858664" cy="219820"/>
          </a:xfrm>
          <a:prstGeom prst="rect">
            <a:avLst/>
          </a:prstGeom>
        </p:spPr>
        <p:txBody>
          <a:bodyPr wrap="square">
            <a:spAutoFit/>
          </a:bodyPr>
          <a:lstStyle>
            <a:lvl1pPr>
              <a:defRPr sz="1428" cap="all" baseline="0">
                <a:solidFill>
                  <a:schemeClr val="tx1"/>
                </a:solidFill>
                <a:latin typeface="Arial" panose="020B0604020202020204" pitchFamily="34" charset="0"/>
                <a:ea typeface="+mn-ea"/>
                <a:sym typeface="Arial" panose="020B0604020202020204" pitchFamily="34" charset="0"/>
              </a:defRPr>
            </a:lvl1pPr>
          </a:lstStyle>
          <a:p>
            <a:pPr lvl="0" latinLnBrk="0"/>
            <a:r>
              <a:rPr lang="en-US" noProof="0" dirty="0"/>
              <a:t>Click to edit Master subtitle style</a:t>
            </a:r>
          </a:p>
        </p:txBody>
      </p:sp>
      <p:sp>
        <p:nvSpPr>
          <p:cNvPr id="57" name="Document type" hidden="1"/>
          <p:cNvSpPr txBox="1">
            <a:spLocks noChangeArrowheads="1"/>
          </p:cNvSpPr>
          <p:nvPr/>
        </p:nvSpPr>
        <p:spPr bwMode="gray">
          <a:xfrm>
            <a:off x="809379" y="4229039"/>
            <a:ext cx="5858664" cy="224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defRPr/>
            </a:pPr>
            <a:r>
              <a:rPr lang="en-US" sz="1428" baseline="0" dirty="0">
                <a:solidFill>
                  <a:schemeClr val="tx1"/>
                </a:solidFill>
                <a:latin typeface="Arial" panose="020B0604020202020204" pitchFamily="34" charset="0"/>
                <a:cs typeface="Arial" panose="020B0604020202020204" pitchFamily="34" charset="0"/>
                <a:sym typeface="Arial" panose="020B0604020202020204" pitchFamily="34" charset="0"/>
              </a:rPr>
              <a:t>Document type | Date</a:t>
            </a:r>
          </a:p>
        </p:txBody>
      </p:sp>
      <p:sp>
        <p:nvSpPr>
          <p:cNvPr id="5" name="doc id" hidden="1"/>
          <p:cNvSpPr txBox="1">
            <a:spLocks noChangeArrowheads="1"/>
          </p:cNvSpPr>
          <p:nvPr/>
        </p:nvSpPr>
        <p:spPr bwMode="white">
          <a:xfrm>
            <a:off x="11487910" y="37255"/>
            <a:ext cx="401720" cy="124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lgn="r" eaLnBrk="1" hangingPunct="1">
              <a:defRPr/>
            </a:pPr>
            <a:endParaRPr lang="en-US" sz="816" baseline="0" dirty="0">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26" name="Disclaimer-English (United States)" hidden="1"/>
          <p:cNvSpPr>
            <a:spLocks noChangeArrowheads="1"/>
          </p:cNvSpPr>
          <p:nvPr/>
        </p:nvSpPr>
        <p:spPr bwMode="black">
          <a:xfrm>
            <a:off x="162481" y="6407791"/>
            <a:ext cx="3034696" cy="384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p>
            <a:pPr defTabSz="821202" eaLnBrk="0" hangingPunct="0"/>
            <a:r>
              <a:rPr lang="en-US" sz="816" baseline="0" dirty="0">
                <a:solidFill>
                  <a:schemeClr val="bg1"/>
                </a:solidFill>
                <a:latin typeface="Arial" panose="020B0604020202020204" pitchFamily="34" charset="0"/>
                <a:cs typeface="Arial" panose="020B0604020202020204" pitchFamily="34" charset="0"/>
                <a:sym typeface="Arial" panose="020B0604020202020204" pitchFamily="34" charset="0"/>
              </a:rPr>
              <a:t>CONFIDENTIAL AND PROPRIETARY</a:t>
            </a:r>
          </a:p>
          <a:p>
            <a:pPr defTabSz="821202" eaLnBrk="0" hangingPunct="0"/>
            <a:r>
              <a:rPr lang="en-US" sz="816" baseline="0" dirty="0">
                <a:solidFill>
                  <a:schemeClr val="bg1"/>
                </a:solidFill>
                <a:latin typeface="Arial" panose="020B0604020202020204" pitchFamily="34" charset="0"/>
                <a:cs typeface="Arial" panose="020B0604020202020204" pitchFamily="34" charset="0"/>
                <a:sym typeface="Arial" panose="020B0604020202020204" pitchFamily="34" charset="0"/>
              </a:rPr>
              <a:t>Any use of this material without specific permission of </a:t>
            </a:r>
            <a:r>
              <a:rPr lang="en-US" sz="816" baseline="0" dirty="0" err="1">
                <a:solidFill>
                  <a:schemeClr val="bg1"/>
                </a:solidFill>
                <a:latin typeface="Arial" panose="020B0604020202020204" pitchFamily="34" charset="0"/>
                <a:cs typeface="Arial" panose="020B0604020202020204" pitchFamily="34" charset="0"/>
                <a:sym typeface="Arial" panose="020B0604020202020204" pitchFamily="34" charset="0"/>
              </a:rPr>
              <a:t>Aberkyn</a:t>
            </a:r>
            <a:r>
              <a:rPr lang="en-US" sz="816" baseline="0" dirty="0">
                <a:solidFill>
                  <a:schemeClr val="bg1"/>
                </a:solidFill>
                <a:latin typeface="Arial" panose="020B0604020202020204" pitchFamily="34" charset="0"/>
                <a:cs typeface="Arial" panose="020B0604020202020204" pitchFamily="34" charset="0"/>
                <a:sym typeface="Arial" panose="020B0604020202020204" pitchFamily="34" charset="0"/>
              </a:rPr>
              <a:t> is strictly prohibited</a:t>
            </a:r>
          </a:p>
        </p:txBody>
      </p:sp>
      <p:pic>
        <p:nvPicPr>
          <p:cNvPr id="15" name="Picture 14">
            <a:extLst>
              <a:ext uri="{FF2B5EF4-FFF2-40B4-BE49-F238E27FC236}">
                <a16:creationId xmlns:a16="http://schemas.microsoft.com/office/drawing/2014/main" id="{F6681026-BE33-489A-8920-F5249BABE1F7}"/>
              </a:ext>
            </a:extLst>
          </p:cNvPr>
          <p:cNvPicPr>
            <a:picLocks noChangeAspect="1"/>
          </p:cNvPicPr>
          <p:nvPr/>
        </p:nvPicPr>
        <p:blipFill>
          <a:blip r:embed="rId5"/>
          <a:stretch>
            <a:fillRect/>
          </a:stretch>
        </p:blipFill>
        <p:spPr>
          <a:xfrm>
            <a:off x="772791" y="1210977"/>
            <a:ext cx="4190794" cy="734852"/>
          </a:xfrm>
          <a:prstGeom prst="rect">
            <a:avLst/>
          </a:prstGeom>
        </p:spPr>
      </p:pic>
      <p:sp>
        <p:nvSpPr>
          <p:cNvPr id="2" name="SlideLogoText" hidden="1">
            <a:extLst>
              <a:ext uri="{FF2B5EF4-FFF2-40B4-BE49-F238E27FC236}">
                <a16:creationId xmlns:a16="http://schemas.microsoft.com/office/drawing/2014/main" id="{15DED7FE-C2FD-4A7B-B588-B1457A9B4269}"/>
              </a:ext>
            </a:extLst>
          </p:cNvPr>
          <p:cNvSpPr txBox="1"/>
          <p:nvPr userDrawn="1"/>
        </p:nvSpPr>
        <p:spPr>
          <a:xfrm>
            <a:off x="10148470" y="6641683"/>
            <a:ext cx="1029128" cy="125547"/>
          </a:xfrm>
          <a:prstGeom prst="rect">
            <a:avLst/>
          </a:prstGeom>
          <a:noFill/>
        </p:spPr>
        <p:txBody>
          <a:bodyPr vert="horz" wrap="none" lIns="0" tIns="0" rIns="0" bIns="0" rtlCol="0">
            <a:spAutoFit/>
          </a:bodyPr>
          <a:lstStyle/>
          <a:p>
            <a:r>
              <a:rPr lang="en-US" sz="816">
                <a:solidFill>
                  <a:schemeClr val="bg1"/>
                </a:solidFill>
              </a:rPr>
              <a:t>McKinsey &amp; Company</a:t>
            </a:r>
          </a:p>
        </p:txBody>
      </p:sp>
    </p:spTree>
    <p:extLst>
      <p:ext uri="{BB962C8B-B14F-4D97-AF65-F5344CB8AC3E}">
        <p14:creationId xmlns:p14="http://schemas.microsoft.com/office/powerpoint/2010/main" val="17553977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7ED12A4-1CA9-4FEF-8B70-C468B47D68C0}"/>
              </a:ext>
            </a:extLst>
          </p:cNvPr>
          <p:cNvGraphicFramePr>
            <a:graphicFrameLocks noChangeAspect="1"/>
          </p:cNvGraphicFramePr>
          <p:nvPr>
            <p:custDataLst>
              <p:tags r:id="rId1"/>
            </p:custDataLst>
            <p:extLst>
              <p:ext uri="{D42A27DB-BD31-4B8C-83A1-F6EECF244321}">
                <p14:modId xmlns:p14="http://schemas.microsoft.com/office/powerpoint/2010/main" val="2472693841"/>
              </p:ext>
            </p:extLst>
          </p:nvPr>
        </p:nvGraphicFramePr>
        <p:xfrm>
          <a:off x="2161" y="1621"/>
          <a:ext cx="2159" cy="1619"/>
        </p:xfrm>
        <a:graphic>
          <a:graphicData uri="http://schemas.openxmlformats.org/presentationml/2006/ole">
            <mc:AlternateContent xmlns:mc="http://schemas.openxmlformats.org/markup-compatibility/2006">
              <mc:Choice xmlns:v="urn:schemas-microsoft-com:vml" Requires="v">
                <p:oleObj name="think-cell Slide" r:id="rId3" imgW="338" imgH="338" progId="TCLayout.ActiveDocument.1">
                  <p:embed/>
                </p:oleObj>
              </mc:Choice>
              <mc:Fallback>
                <p:oleObj name="think-cell Slide" r:id="rId3" imgW="338" imgH="338" progId="TCLayout.ActiveDocument.1">
                  <p:embed/>
                  <p:pic>
                    <p:nvPicPr>
                      <p:cNvPr id="3" name="Object 2" hidden="1">
                        <a:extLst>
                          <a:ext uri="{FF2B5EF4-FFF2-40B4-BE49-F238E27FC236}">
                            <a16:creationId xmlns:a16="http://schemas.microsoft.com/office/drawing/2014/main" id="{D7ED12A4-1CA9-4FEF-8B70-C468B47D68C0}"/>
                          </a:ext>
                        </a:extLst>
                      </p:cNvPr>
                      <p:cNvPicPr/>
                      <p:nvPr/>
                    </p:nvPicPr>
                    <p:blipFill>
                      <a:blip r:embed="rId4"/>
                      <a:stretch>
                        <a:fillRect/>
                      </a:stretch>
                    </p:blipFill>
                    <p:spPr>
                      <a:xfrm>
                        <a:off x="2161" y="1621"/>
                        <a:ext cx="2159" cy="1619"/>
                      </a:xfrm>
                      <a:prstGeom prst="rect">
                        <a:avLst/>
                      </a:prstGeom>
                    </p:spPr>
                  </p:pic>
                </p:oleObj>
              </mc:Fallback>
            </mc:AlternateContent>
          </a:graphicData>
        </a:graphic>
      </p:graphicFrame>
      <p:sp>
        <p:nvSpPr>
          <p:cNvPr id="2" name="2. Slide Title"/>
          <p:cNvSpPr>
            <a:spLocks noGrp="1"/>
          </p:cNvSpPr>
          <p:nvPr>
            <p:ph type="title"/>
          </p:nvPr>
        </p:nvSpPr>
        <p:spPr bwMode="auto"/>
        <p:txBody>
          <a:bodyPr/>
          <a:lstStyle>
            <a:lvl1pPr>
              <a:defRPr>
                <a:solidFill>
                  <a:schemeClr val="tx1"/>
                </a:solidFill>
                <a:latin typeface="Arial" panose="020B0604020202020204" pitchFamily="34" charset="0"/>
                <a:sym typeface="Arial" panose="020B0604020202020204" pitchFamily="34" charset="0"/>
              </a:defRPr>
            </a:lvl1pPr>
          </a:lstStyle>
          <a:p>
            <a:r>
              <a:rPr lang="en-US" dirty="0"/>
              <a:t>Click to edit Master title style</a:t>
            </a:r>
          </a:p>
        </p:txBody>
      </p:sp>
      <p:sp>
        <p:nvSpPr>
          <p:cNvPr id="8" name="Slide Number"/>
          <p:cNvSpPr txBox="1">
            <a:spLocks/>
          </p:cNvSpPr>
          <p:nvPr/>
        </p:nvSpPr>
        <p:spPr bwMode="auto">
          <a:xfrm>
            <a:off x="11652053" y="6640499"/>
            <a:ext cx="128240" cy="125547"/>
          </a:xfrm>
          <a:prstGeom prst="rect">
            <a:avLst/>
          </a:prstGeom>
        </p:spPr>
        <p:txBody>
          <a:bodyPr vert="horz" wrap="none" lIns="0" tIns="0" rIns="0" bIns="0" rtlCol="0" anchor="ctr">
            <a:spAutoFit/>
          </a:bodyPr>
          <a:lstStyle>
            <a:defPPr>
              <a:defRPr lang="en-US"/>
            </a:defPPr>
            <a:lvl1pPr>
              <a:defRPr sz="1000" baseline="0">
                <a:latin typeface="+mn-lt"/>
              </a:defRPr>
            </a:lvl1pPr>
          </a:lstStyle>
          <a:p>
            <a:fld id="{42C328C1-A84F-4A39-A664-DBA00541A8C6}" type="slidenum">
              <a:rPr lang="en-US" sz="816" baseline="0" smtClean="0">
                <a:solidFill>
                  <a:schemeClr val="tx1"/>
                </a:solidFill>
                <a:latin typeface="Arial" panose="020B0604020202020204" pitchFamily="34" charset="0"/>
                <a:cs typeface="Arial" panose="020B0604020202020204" pitchFamily="34" charset="0"/>
                <a:sym typeface="Arial" panose="020B0604020202020204" pitchFamily="34" charset="0"/>
              </a:rPr>
              <a:pPr/>
              <a:t>‹#›</a:t>
            </a:fld>
            <a:endParaRPr lang="en-US" sz="816" baseline="0" dirty="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5" name="doc id" hidden="1"/>
          <p:cNvSpPr>
            <a:spLocks noChangeArrowheads="1"/>
          </p:cNvSpPr>
          <p:nvPr/>
        </p:nvSpPr>
        <p:spPr bwMode="auto">
          <a:xfrm>
            <a:off x="10995478" y="51833"/>
            <a:ext cx="894152" cy="124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p>
            <a:pPr algn="r" defTabSz="913526" eaLnBrk="1"/>
            <a:endParaRPr lang="en-US" sz="816" baseline="0" dirty="0">
              <a:solidFill>
                <a:srgbClr val="808080"/>
              </a:solidFill>
              <a:latin typeface="Arial" panose="020B0604020202020204" pitchFamily="34" charset="0"/>
              <a:ea typeface="+mn-ea"/>
              <a:cs typeface="Arial" panose="020B0604020202020204" pitchFamily="34" charset="0"/>
              <a:sym typeface="Arial" panose="020B0604020202020204" pitchFamily="34" charset="0"/>
            </a:endParaRPr>
          </a:p>
        </p:txBody>
      </p:sp>
      <p:pic>
        <p:nvPicPr>
          <p:cNvPr id="31" name="Picture 30">
            <a:extLst>
              <a:ext uri="{FF2B5EF4-FFF2-40B4-BE49-F238E27FC236}">
                <a16:creationId xmlns:a16="http://schemas.microsoft.com/office/drawing/2014/main" id="{A8DF3ED1-0338-4C03-86A8-78346ADE1F4F}"/>
              </a:ext>
            </a:extLst>
          </p:cNvPr>
          <p:cNvPicPr>
            <a:picLocks noChangeAspect="1"/>
          </p:cNvPicPr>
          <p:nvPr/>
        </p:nvPicPr>
        <p:blipFill>
          <a:blip r:embed="rId5"/>
          <a:stretch>
            <a:fillRect/>
          </a:stretch>
        </p:blipFill>
        <p:spPr>
          <a:xfrm>
            <a:off x="10610692" y="6628320"/>
            <a:ext cx="917354" cy="159677"/>
          </a:xfrm>
          <a:prstGeom prst="rect">
            <a:avLst/>
          </a:prstGeom>
        </p:spPr>
      </p:pic>
    </p:spTree>
    <p:extLst>
      <p:ext uri="{BB962C8B-B14F-4D97-AF65-F5344CB8AC3E}">
        <p14:creationId xmlns:p14="http://schemas.microsoft.com/office/powerpoint/2010/main" val="3819265859"/>
      </p:ext>
    </p:extLst>
  </p:cSld>
  <p:clrMapOvr>
    <a:masterClrMapping/>
  </p:clrMapOvr>
  <p:extLst>
    <p:ext uri="{DCECCB84-F9BA-43D5-87BE-67443E8EF086}">
      <p15:sldGuideLst xmlns:p15="http://schemas.microsoft.com/office/powerpoint/2012/main">
        <p15:guide id="1" pos="5505">
          <p15:clr>
            <a:srgbClr val="F26B43"/>
          </p15:clr>
        </p15:guide>
        <p15:guide id="2" pos="74">
          <p15:clr>
            <a:srgbClr val="F26B43"/>
          </p15:clr>
        </p15:guide>
        <p15:guide id="3" orient="horz" pos="571">
          <p15:clr>
            <a:srgbClr val="F26B43"/>
          </p15:clr>
        </p15:guide>
        <p15:guide id="4" orient="horz" pos="3911">
          <p15:clr>
            <a:srgbClr val="F26B43"/>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1_Photo page">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AA97C51F-0873-4E11-B000-C1910480EBC8}"/>
              </a:ext>
            </a:extLst>
          </p:cNvPr>
          <p:cNvGraphicFramePr>
            <a:graphicFrameLocks noChangeAspect="1"/>
          </p:cNvGraphicFramePr>
          <p:nvPr>
            <p:custDataLst>
              <p:tags r:id="rId1"/>
            </p:custDataLst>
            <p:extLst>
              <p:ext uri="{D42A27DB-BD31-4B8C-83A1-F6EECF244321}">
                <p14:modId xmlns:p14="http://schemas.microsoft.com/office/powerpoint/2010/main" val="97095578"/>
              </p:ext>
            </p:extLst>
          </p:nvPr>
        </p:nvGraphicFramePr>
        <p:xfrm>
          <a:off x="2161" y="1621"/>
          <a:ext cx="2159" cy="1619"/>
        </p:xfrm>
        <a:graphic>
          <a:graphicData uri="http://schemas.openxmlformats.org/presentationml/2006/ole">
            <mc:AlternateContent xmlns:mc="http://schemas.openxmlformats.org/markup-compatibility/2006">
              <mc:Choice xmlns:v="urn:schemas-microsoft-com:vml" Requires="v">
                <p:oleObj name="think-cell Slide" r:id="rId3" imgW="338" imgH="338" progId="TCLayout.ActiveDocument.1">
                  <p:embed/>
                </p:oleObj>
              </mc:Choice>
              <mc:Fallback>
                <p:oleObj name="think-cell Slide" r:id="rId3" imgW="338" imgH="338" progId="TCLayout.ActiveDocument.1">
                  <p:embed/>
                  <p:pic>
                    <p:nvPicPr>
                      <p:cNvPr id="3" name="Object 2" hidden="1">
                        <a:extLst>
                          <a:ext uri="{FF2B5EF4-FFF2-40B4-BE49-F238E27FC236}">
                            <a16:creationId xmlns:a16="http://schemas.microsoft.com/office/drawing/2014/main" id="{AA97C51F-0873-4E11-B000-C1910480EBC8}"/>
                          </a:ext>
                        </a:extLst>
                      </p:cNvPr>
                      <p:cNvPicPr/>
                      <p:nvPr/>
                    </p:nvPicPr>
                    <p:blipFill>
                      <a:blip r:embed="rId4"/>
                      <a:stretch>
                        <a:fillRect/>
                      </a:stretch>
                    </p:blipFill>
                    <p:spPr>
                      <a:xfrm>
                        <a:off x="2161" y="1621"/>
                        <a:ext cx="2159" cy="1619"/>
                      </a:xfrm>
                      <a:prstGeom prst="rect">
                        <a:avLst/>
                      </a:prstGeom>
                    </p:spPr>
                  </p:pic>
                </p:oleObj>
              </mc:Fallback>
            </mc:AlternateContent>
          </a:graphicData>
        </a:graphic>
      </p:graphicFrame>
      <p:sp>
        <p:nvSpPr>
          <p:cNvPr id="2" name="Title 1"/>
          <p:cNvSpPr>
            <a:spLocks noGrp="1"/>
          </p:cNvSpPr>
          <p:nvPr>
            <p:ph type="title"/>
          </p:nvPr>
        </p:nvSpPr>
        <p:spPr>
          <a:xfrm>
            <a:off x="161985" y="234864"/>
            <a:ext cx="11725485" cy="314028"/>
          </a:xfrm>
        </p:spPr>
        <p:txBody>
          <a:bodyPr/>
          <a:lstStyle>
            <a:lvl1pPr>
              <a:defRPr>
                <a:solidFill>
                  <a:schemeClr val="tx1"/>
                </a:solidFill>
                <a:latin typeface="Arial" panose="020B0604020202020204" pitchFamily="34" charset="0"/>
                <a:sym typeface="Arial" panose="020B0604020202020204" pitchFamily="34" charset="0"/>
              </a:defRPr>
            </a:lvl1pPr>
          </a:lstStyle>
          <a:p>
            <a:r>
              <a:rPr lang="en-US" dirty="0"/>
              <a:t>Click to edit Master title style</a:t>
            </a:r>
          </a:p>
        </p:txBody>
      </p:sp>
      <p:sp>
        <p:nvSpPr>
          <p:cNvPr id="15" name="Slide Number"/>
          <p:cNvSpPr txBox="1">
            <a:spLocks/>
          </p:cNvSpPr>
          <p:nvPr/>
        </p:nvSpPr>
        <p:spPr>
          <a:xfrm>
            <a:off x="11652053" y="6640499"/>
            <a:ext cx="128240" cy="125547"/>
          </a:xfrm>
          <a:prstGeom prst="rect">
            <a:avLst/>
          </a:prstGeom>
        </p:spPr>
        <p:txBody>
          <a:bodyPr vert="horz" wrap="none" lIns="0" tIns="0" rIns="0" bIns="0" rtlCol="0" anchor="ctr">
            <a:spAutoFit/>
          </a:bodyPr>
          <a:lstStyle>
            <a:defPPr>
              <a:defRPr lang="en-US"/>
            </a:defPPr>
            <a:lvl1pPr>
              <a:defRPr sz="1000" baseline="0">
                <a:latin typeface="+mn-lt"/>
              </a:defRPr>
            </a:lvl1pPr>
          </a:lstStyle>
          <a:p>
            <a:fld id="{42C328C1-A84F-4A39-A664-DBA00541A8C6}" type="slidenum">
              <a:rPr lang="en-US" sz="816" baseline="0" smtClean="0">
                <a:solidFill>
                  <a:srgbClr val="FFFFFF"/>
                </a:solidFill>
                <a:latin typeface="Arial" panose="020B0604020202020204" pitchFamily="34" charset="0"/>
                <a:cs typeface="Arial" panose="020B0604020202020204" pitchFamily="34" charset="0"/>
                <a:sym typeface="Arial" panose="020B0604020202020204" pitchFamily="34" charset="0"/>
              </a:rPr>
              <a:pPr/>
              <a:t>‹#›</a:t>
            </a:fld>
            <a:endParaRPr lang="en-US" sz="816" baseline="0" dirty="0">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5" name="doc id" hidden="1"/>
          <p:cNvSpPr>
            <a:spLocks noChangeArrowheads="1"/>
          </p:cNvSpPr>
          <p:nvPr/>
        </p:nvSpPr>
        <p:spPr bwMode="auto">
          <a:xfrm>
            <a:off x="10995478" y="51833"/>
            <a:ext cx="894152" cy="124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p>
            <a:pPr algn="r" defTabSz="913526" eaLnBrk="1"/>
            <a:endParaRPr lang="en-US" sz="816" baseline="0" dirty="0">
              <a:solidFill>
                <a:srgbClr val="808080"/>
              </a:solidFill>
              <a:latin typeface="Arial" panose="020B0604020202020204" pitchFamily="34" charset="0"/>
              <a:ea typeface="+mn-ea"/>
              <a:cs typeface="Arial" panose="020B0604020202020204" pitchFamily="34" charset="0"/>
              <a:sym typeface="Arial" panose="020B0604020202020204" pitchFamily="34" charset="0"/>
            </a:endParaRPr>
          </a:p>
        </p:txBody>
      </p:sp>
      <p:pic>
        <p:nvPicPr>
          <p:cNvPr id="4" name="Picture 3">
            <a:extLst>
              <a:ext uri="{FF2B5EF4-FFF2-40B4-BE49-F238E27FC236}">
                <a16:creationId xmlns:a16="http://schemas.microsoft.com/office/drawing/2014/main" id="{2324EF86-D1E1-41FE-A360-45DD941E6E79}"/>
              </a:ext>
            </a:extLst>
          </p:cNvPr>
          <p:cNvPicPr>
            <a:picLocks/>
          </p:cNvPicPr>
          <p:nvPr/>
        </p:nvPicPr>
        <p:blipFill>
          <a:blip r:embed="rId5"/>
          <a:stretch>
            <a:fillRect/>
          </a:stretch>
        </p:blipFill>
        <p:spPr>
          <a:xfrm>
            <a:off x="10610692" y="6628320"/>
            <a:ext cx="917354" cy="159677"/>
          </a:xfrm>
          <a:prstGeom prst="rect">
            <a:avLst/>
          </a:prstGeom>
        </p:spPr>
      </p:pic>
      <p:sp>
        <p:nvSpPr>
          <p:cNvPr id="6" name="SlideLogoText" hidden="1">
            <a:extLst>
              <a:ext uri="{FF2B5EF4-FFF2-40B4-BE49-F238E27FC236}">
                <a16:creationId xmlns:a16="http://schemas.microsoft.com/office/drawing/2014/main" id="{03CAC297-31C7-452F-A5C7-8C02C2D24E32}"/>
              </a:ext>
            </a:extLst>
          </p:cNvPr>
          <p:cNvSpPr txBox="1"/>
          <p:nvPr userDrawn="1"/>
        </p:nvSpPr>
        <p:spPr>
          <a:xfrm>
            <a:off x="10148470" y="6641683"/>
            <a:ext cx="1029128" cy="125547"/>
          </a:xfrm>
          <a:prstGeom prst="rect">
            <a:avLst/>
          </a:prstGeom>
          <a:noFill/>
        </p:spPr>
        <p:txBody>
          <a:bodyPr vert="horz" wrap="none" lIns="0" tIns="0" rIns="0" bIns="0" rtlCol="0">
            <a:spAutoFit/>
          </a:bodyPr>
          <a:lstStyle/>
          <a:p>
            <a:r>
              <a:rPr lang="en-US" sz="816">
                <a:solidFill>
                  <a:schemeClr val="bg1"/>
                </a:solidFill>
              </a:rPr>
              <a:t>McKinsey &amp; Company</a:t>
            </a:r>
          </a:p>
        </p:txBody>
      </p:sp>
    </p:spTree>
    <p:extLst>
      <p:ext uri="{BB962C8B-B14F-4D97-AF65-F5344CB8AC3E}">
        <p14:creationId xmlns:p14="http://schemas.microsoft.com/office/powerpoint/2010/main" val="2290459747"/>
      </p:ext>
    </p:extLst>
  </p:cSld>
  <p:clrMapOvr>
    <a:masterClrMapping/>
  </p:clrMapOvr>
  <p:extLst>
    <p:ext uri="{DCECCB84-F9BA-43D5-87BE-67443E8EF086}">
      <p15:sldGuideLst xmlns:p15="http://schemas.microsoft.com/office/powerpoint/2012/main">
        <p15:guide id="1" pos="5544">
          <p15:clr>
            <a:srgbClr val="000000"/>
          </p15:clr>
        </p15:guide>
        <p15:guide id="2" orient="horz" pos="570">
          <p15:clr>
            <a:srgbClr val="000000"/>
          </p15:clr>
        </p15:guide>
        <p15:guide id="3" orient="horz" pos="3912">
          <p15:clr>
            <a:srgbClr val="000000"/>
          </p15:clr>
        </p15:guide>
        <p15:guide id="4" pos="72">
          <p15:clr>
            <a:srgbClr val="00000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2E271-7577-4380-BB70-3497E736C425}"/>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B034B123-F54E-4094-862C-616CB8E1786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371399609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1"/>
            </p:custDataLst>
            <p:extLst>
              <p:ext uri="{D42A27DB-BD31-4B8C-83A1-F6EECF244321}">
                <p14:modId xmlns:p14="http://schemas.microsoft.com/office/powerpoint/2010/main" val="23401772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42428D-965F-410A-AAB0-2F4E028AF07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44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3"/>
            </p:custDataLst>
          </p:nvPr>
        </p:nvSpPr>
        <p:spPr>
          <a:xfrm>
            <a:off x="550799" y="6051308"/>
            <a:ext cx="11473039"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lgn="ctr" rtl="0">
              <a:defRPr lang="en-US" sz="1400" dirty="0">
                <a:solidFill>
                  <a:schemeClr val="accent1"/>
                </a:solidFill>
              </a:defRPr>
            </a:lvl1pPr>
          </a:lstStyle>
          <a:p>
            <a:pPr lvl="0">
              <a:buNone/>
            </a:pPr>
            <a:r>
              <a:rPr lang="nl-NL" dirty="0"/>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4"/>
            </p:custDataLst>
          </p:nvPr>
        </p:nvSpPr>
        <p:spPr>
          <a:xfrm>
            <a:off x="551940" y="5633699"/>
            <a:ext cx="11473039"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lgn="ctr" rtl="0">
              <a:defRPr lang="en-US" sz="2000" dirty="0">
                <a:solidFill>
                  <a:schemeClr val="accent1"/>
                </a:solidFill>
              </a:defRPr>
            </a:lvl1pPr>
          </a:lstStyle>
          <a:p>
            <a:pPr lvl="0">
              <a:buNone/>
            </a:pPr>
            <a:r>
              <a:rPr lang="nl-NL" dirty="0"/>
              <a:t>Click </a:t>
            </a:r>
            <a:r>
              <a:rPr lang="nl-NL" dirty="0" err="1"/>
              <a:t>to</a:t>
            </a:r>
            <a:r>
              <a:rPr lang="nl-NL" dirty="0"/>
              <a:t> </a:t>
            </a:r>
            <a:r>
              <a:rPr lang="nl-NL" dirty="0" err="1"/>
              <a:t>edit</a:t>
            </a:r>
            <a:r>
              <a:rPr lang="nl-NL" dirty="0"/>
              <a:t> Master </a:t>
            </a:r>
            <a:r>
              <a:rPr lang="nl-NL" dirty="0" err="1"/>
              <a:t>subtitle</a:t>
            </a:r>
            <a:r>
              <a:rPr lang="nl-NL" dirty="0"/>
              <a:t> </a:t>
            </a:r>
            <a:r>
              <a:rPr lang="nl-NL" dirty="0" err="1"/>
              <a:t>style</a:t>
            </a:r>
            <a:endParaRPr lang="nl-NL" dirty="0"/>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5"/>
            </p:custDataLst>
          </p:nvPr>
        </p:nvSpPr>
        <p:spPr>
          <a:xfrm>
            <a:off x="551940" y="4835545"/>
            <a:ext cx="11473039" cy="677108"/>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noAutofit/>
          </a:bodyPr>
          <a:lstStyle>
            <a:lvl1pPr algn="ctr" rtl="0">
              <a:defRPr lang="en-US" sz="4400" dirty="0"/>
            </a:lvl1pPr>
          </a:lstStyle>
          <a:p>
            <a:pPr lvl="0"/>
            <a:r>
              <a:rPr lang="nl-NL" dirty="0"/>
              <a:t>Click </a:t>
            </a:r>
            <a:r>
              <a:rPr lang="nl-NL" dirty="0" err="1"/>
              <a:t>to</a:t>
            </a:r>
            <a:r>
              <a:rPr lang="nl-NL" dirty="0"/>
              <a:t> </a:t>
            </a:r>
            <a:r>
              <a:rPr lang="nl-NL" dirty="0" err="1"/>
              <a:t>edit</a:t>
            </a:r>
            <a:r>
              <a:rPr lang="nl-NL" dirty="0"/>
              <a:t> Master </a:t>
            </a:r>
            <a:r>
              <a:rPr lang="nl-NL" dirty="0" err="1"/>
              <a:t>title</a:t>
            </a:r>
            <a:r>
              <a:rPr lang="nl-NL" dirty="0"/>
              <a:t> </a:t>
            </a:r>
            <a:r>
              <a:rPr lang="nl-NL" dirty="0" err="1"/>
              <a:t>style</a:t>
            </a:r>
            <a:endParaRPr lang="nl-NL" dirty="0"/>
          </a:p>
        </p:txBody>
      </p:sp>
      <p:sp>
        <p:nvSpPr>
          <p:cNvPr id="3" name="Rectangle 2">
            <a:extLst>
              <a:ext uri="{FF2B5EF4-FFF2-40B4-BE49-F238E27FC236}">
                <a16:creationId xmlns:a16="http://schemas.microsoft.com/office/drawing/2014/main" id="{E12E25C3-706C-4DBC-8B7C-C2388CEE207D}"/>
              </a:ext>
            </a:extLst>
          </p:cNvPr>
          <p:cNvSpPr>
            <a:spLocks/>
          </p:cNvSpPr>
          <p:nvPr userDrawn="1"/>
        </p:nvSpPr>
        <p:spPr>
          <a:xfrm>
            <a:off x="-2" y="0"/>
            <a:ext cx="12192000" cy="4644359"/>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nl-NL" sz="1600" dirty="0">
              <a:solidFill>
                <a:schemeClr val="bg1"/>
              </a:solidFill>
            </a:endParaRPr>
          </a:p>
        </p:txBody>
      </p:sp>
      <p:sp>
        <p:nvSpPr>
          <p:cNvPr id="4" name="Rectangle 3">
            <a:extLst>
              <a:ext uri="{FF2B5EF4-FFF2-40B4-BE49-F238E27FC236}">
                <a16:creationId xmlns:a16="http://schemas.microsoft.com/office/drawing/2014/main" id="{CF9E9D8C-F3F4-4246-8892-1D4B4E570D60}"/>
              </a:ext>
            </a:extLst>
          </p:cNvPr>
          <p:cNvSpPr>
            <a:spLocks/>
          </p:cNvSpPr>
          <p:nvPr userDrawn="1"/>
        </p:nvSpPr>
        <p:spPr>
          <a:xfrm>
            <a:off x="5556000" y="4644739"/>
            <a:ext cx="1080000" cy="7200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nl-NL" sz="1600" dirty="0">
              <a:solidFill>
                <a:schemeClr val="bg1"/>
              </a:solidFill>
            </a:endParaRPr>
          </a:p>
        </p:txBody>
      </p:sp>
      <p:sp>
        <p:nvSpPr>
          <p:cNvPr id="21" name="LOGO">
            <a:extLst>
              <a:ext uri="{FF2B5EF4-FFF2-40B4-BE49-F238E27FC236}">
                <a16:creationId xmlns:a16="http://schemas.microsoft.com/office/drawing/2014/main" id="{64B2190C-AC5B-4F6D-A41D-E2AA89F2826A}"/>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22" name="Tijdelijke aanduiding voor tekst 43">
            <a:extLst>
              <a:ext uri="{FF2B5EF4-FFF2-40B4-BE49-F238E27FC236}">
                <a16:creationId xmlns:a16="http://schemas.microsoft.com/office/drawing/2014/main" id="{4B4E08AC-1CCB-41A0-9B5B-726ADC23C286}"/>
              </a:ext>
            </a:extLst>
          </p:cNvPr>
          <p:cNvSpPr txBox="1">
            <a:spLocks/>
          </p:cNvSpPr>
          <p:nvPr userDrawn="1"/>
        </p:nvSpPr>
        <p:spPr>
          <a:xfrm>
            <a:off x="-2" y="6786000"/>
            <a:ext cx="12192000" cy="72000"/>
          </a:xfrm>
          <a:prstGeom prst="rect">
            <a:avLst/>
          </a:prstGeom>
          <a:solidFill>
            <a:schemeClr val="accent2"/>
          </a:solidFill>
        </p:spPr>
        <p:txBody>
          <a:bodyP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Tree>
    <p:extLst>
      <p:ext uri="{BB962C8B-B14F-4D97-AF65-F5344CB8AC3E}">
        <p14:creationId xmlns:p14="http://schemas.microsoft.com/office/powerpoint/2010/main" val="409673161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2870205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172212"/>
            <a:ext cx="11082528" cy="731520"/>
          </a:xfrm>
        </p:spPr>
        <p:txBody>
          <a:bodyPr vert="horz" wrap="square" lIns="0" tIns="0" rIns="0" bIns="0" rtlCol="0" anchor="b" anchorCtr="0">
            <a:noAutofit/>
          </a:bodyPr>
          <a:lstStyle>
            <a:lvl1pPr rtl="0">
              <a:defRPr lang="en-US" dirty="0"/>
            </a:lvl1pPr>
          </a:lstStyle>
          <a:p>
            <a:pPr lvl="0"/>
            <a:r>
              <a:rPr lang="nl-NL" dirty="0"/>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884725"/>
            <a:ext cx="11082528" cy="276999"/>
          </a:xfrm>
          <a:prstGeom prst="rect">
            <a:avLst/>
          </a:prstGeom>
        </p:spPr>
        <p:txBody>
          <a:bodyPr vert="horz" wrap="square" lIns="0" tIns="0" rIns="0" bIns="0" rtlCol="0">
            <a:spAutoFit/>
          </a:bodyPr>
          <a:lstStyle>
            <a:lvl1pPr rtl="0">
              <a:defRPr lang="en-US" sz="1800" b="0" dirty="0">
                <a:solidFill>
                  <a:schemeClr val="accent1"/>
                </a:solidFill>
              </a:defRPr>
            </a:lvl1pPr>
          </a:lstStyle>
          <a:p>
            <a:pPr lvl="0">
              <a:buNone/>
            </a:pPr>
            <a:r>
              <a:rPr lang="nl-NL" dirty="0"/>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5"/>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spAutoFit/>
          </a:bodyPr>
          <a:lstStyle/>
          <a:p>
            <a:pPr algn="l" defTabSz="610744" rtl="0" fontAlgn="auto">
              <a:spcBef>
                <a:spcPts val="0"/>
              </a:spcBef>
              <a:spcAft>
                <a:spcPts val="0"/>
              </a:spcAft>
              <a:defRPr/>
            </a:pPr>
            <a:fld id="{4ABDCABE-3F10-B64C-92F1-862014417034}" type="slidenum">
              <a:rPr lang="nl-NL" sz="900" b="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b="0" dirty="0">
              <a:solidFill>
                <a:srgbClr val="7F7F7F"/>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6"/>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Tree>
    <p:extLst>
      <p:ext uri="{BB962C8B-B14F-4D97-AF65-F5344CB8AC3E}">
        <p14:creationId xmlns:p14="http://schemas.microsoft.com/office/powerpoint/2010/main" val="126603874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op Left">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BA84E71-6FE7-4585-B82E-BE5603311945}"/>
              </a:ext>
            </a:extLst>
          </p:cNvPr>
          <p:cNvGraphicFramePr>
            <a:graphicFrameLocks noChangeAspect="1"/>
          </p:cNvGraphicFramePr>
          <p:nvPr userDrawn="1">
            <p:custDataLst>
              <p:tags r:id="rId1"/>
            </p:custDataLst>
            <p:extLst>
              <p:ext uri="{D42A27DB-BD31-4B8C-83A1-F6EECF244321}">
                <p14:modId xmlns:p14="http://schemas.microsoft.com/office/powerpoint/2010/main" val="254249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10" name="Object 9" hidden="1">
                        <a:extLst>
                          <a:ext uri="{FF2B5EF4-FFF2-40B4-BE49-F238E27FC236}">
                            <a16:creationId xmlns:a16="http://schemas.microsoft.com/office/drawing/2014/main" id="{9BA84E71-6FE7-4585-B82E-BE5603311945}"/>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D62A08AB-557D-4245-84FA-9DB6B6C6845A}"/>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1706563"/>
            <a:ext cx="3813048" cy="384721"/>
          </a:xfrm>
          <a:prstGeom prst="rect">
            <a:avLst/>
          </a:prstGeom>
        </p:spPr>
        <p:txBody>
          <a:bodyPr vert="horz" wrap="square" lIns="0" tIns="0" rIns="0" bIns="0" rtlCol="0" anchor="t" anchorCtr="0">
            <a:spAutoFit/>
          </a:bodyPr>
          <a:lstStyle>
            <a:lvl1pPr rtl="0">
              <a:defRPr lang="en-US" dirty="0"/>
            </a:lvl1pPr>
          </a:lstStyle>
          <a:p>
            <a:pPr lvl="0"/>
            <a:r>
              <a:rPr lang="nl-NL" dirty="0"/>
              <a:t>Click to edit Master title style</a:t>
            </a:r>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userDrawn="1">
            <p:custDataLst>
              <p:tags r:id="rId4"/>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1" name="1. On-page tracker">
            <a:extLst>
              <a:ext uri="{FF2B5EF4-FFF2-40B4-BE49-F238E27FC236}">
                <a16:creationId xmlns:a16="http://schemas.microsoft.com/office/drawing/2014/main" id="{A2582D75-79F8-4634-92EF-A9F0840C018B}"/>
              </a:ext>
            </a:extLst>
          </p:cNvPr>
          <p:cNvSpPr>
            <a:spLocks noGrp="1"/>
          </p:cNvSpPr>
          <p:nvPr>
            <p:ph type="body" sz="quarter" idx="10" hasCustomPrompt="1"/>
            <p:custDataLst>
              <p:tags r:id="rId5"/>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2" name="5. Source" hidden="1">
            <a:extLst>
              <a:ext uri="{FF2B5EF4-FFF2-40B4-BE49-F238E27FC236}">
                <a16:creationId xmlns:a16="http://schemas.microsoft.com/office/drawing/2014/main" id="{3D93CABE-C2EF-4D7D-AFEB-7DDC27DA48E3}"/>
              </a:ext>
            </a:extLst>
          </p:cNvPr>
          <p:cNvSpPr txBox="1"/>
          <p:nvPr userDrawn="1">
            <p:custDataLst>
              <p:tags r:id="rId6"/>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344247192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Mid Lef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C4F5195-E8F7-4A2F-B02E-643BB3D88381}"/>
              </a:ext>
            </a:extLst>
          </p:cNvPr>
          <p:cNvGraphicFramePr>
            <a:graphicFrameLocks noChangeAspect="1"/>
          </p:cNvGraphicFramePr>
          <p:nvPr userDrawn="1">
            <p:custDataLst>
              <p:tags r:id="rId1"/>
            </p:custDataLst>
            <p:extLst>
              <p:ext uri="{D42A27DB-BD31-4B8C-83A1-F6EECF244321}">
                <p14:modId xmlns:p14="http://schemas.microsoft.com/office/powerpoint/2010/main" val="13304787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4" name="Object 3" hidden="1">
                        <a:extLst>
                          <a:ext uri="{FF2B5EF4-FFF2-40B4-BE49-F238E27FC236}">
                            <a16:creationId xmlns:a16="http://schemas.microsoft.com/office/drawing/2014/main" id="{3C4F5195-E8F7-4A2F-B02E-643BB3D8838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515EFC92-5E3D-4BDC-A378-85D30212A9E2}"/>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3044280"/>
            <a:ext cx="5065776" cy="769441"/>
          </a:xfrm>
          <a:prstGeom prst="rect">
            <a:avLst/>
          </a:prstGeom>
        </p:spPr>
        <p:txBody>
          <a:bodyPr vert="horz" wrap="square" lIns="0" tIns="0" rIns="0" bIns="0" rtlCol="0" anchor="ctr" anchorCtr="0">
            <a:noAutofit/>
          </a:bodyPr>
          <a:lstStyle>
            <a:lvl1pPr rtl="0">
              <a:defRPr lang="en-US" dirty="0"/>
            </a:lvl1pPr>
          </a:lstStyle>
          <a:p>
            <a:pPr lvl="0"/>
            <a:r>
              <a:rPr lang="nl-NL" dirty="0"/>
              <a:t>Click to edit Master title style</a:t>
            </a:r>
          </a:p>
        </p:txBody>
      </p:sp>
      <p:sp>
        <p:nvSpPr>
          <p:cNvPr id="10" name="1. On-page tracker">
            <a:extLst>
              <a:ext uri="{FF2B5EF4-FFF2-40B4-BE49-F238E27FC236}">
                <a16:creationId xmlns:a16="http://schemas.microsoft.com/office/drawing/2014/main" id="{E4983596-431B-4F12-AA07-76914CD3DEE7}"/>
              </a:ext>
            </a:extLst>
          </p:cNvPr>
          <p:cNvSpPr>
            <a:spLocks noGrp="1"/>
          </p:cNvSpPr>
          <p:nvPr>
            <p:ph type="body" sz="quarter" idx="10" hasCustomPrompt="1"/>
            <p:custDataLst>
              <p:tags r:id="rId4"/>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1" name="Slide Number">
            <a:extLst>
              <a:ext uri="{FF2B5EF4-FFF2-40B4-BE49-F238E27FC236}">
                <a16:creationId xmlns:a16="http://schemas.microsoft.com/office/drawing/2014/main" id="{783A5904-720E-42AD-9DE4-7F4355DD973E}"/>
              </a:ext>
            </a:extLst>
          </p:cNvPr>
          <p:cNvSpPr>
            <a:spLocks noChangeArrowheads="1"/>
          </p:cNvSpPr>
          <p:nvPr userDrawn="1">
            <p:custDataLst>
              <p:tags r:id="rId5"/>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2" name="5. Source" hidden="1">
            <a:extLst>
              <a:ext uri="{FF2B5EF4-FFF2-40B4-BE49-F238E27FC236}">
                <a16:creationId xmlns:a16="http://schemas.microsoft.com/office/drawing/2014/main" id="{EB5EC79C-E408-4CA2-9723-3C9014891ABB}"/>
              </a:ext>
            </a:extLst>
          </p:cNvPr>
          <p:cNvSpPr txBox="1"/>
          <p:nvPr userDrawn="1">
            <p:custDataLst>
              <p:tags r:id="rId6"/>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1826661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05B6D76-6B4B-4ED5-B8F1-5D1D09831257}"/>
              </a:ext>
            </a:extLst>
          </p:cNvPr>
          <p:cNvGraphicFramePr>
            <a:graphicFrameLocks noChangeAspect="1"/>
          </p:cNvGraphicFramePr>
          <p:nvPr userDrawn="1">
            <p:custDataLst>
              <p:tags r:id="rId1"/>
            </p:custDataLst>
            <p:extLst>
              <p:ext uri="{D42A27DB-BD31-4B8C-83A1-F6EECF244321}">
                <p14:modId xmlns:p14="http://schemas.microsoft.com/office/powerpoint/2010/main" val="21599462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3" name="Object 2" hidden="1">
                        <a:extLst>
                          <a:ext uri="{FF2B5EF4-FFF2-40B4-BE49-F238E27FC236}">
                            <a16:creationId xmlns:a16="http://schemas.microsoft.com/office/drawing/2014/main" id="{305B6D76-6B4B-4ED5-B8F1-5D1D09831257}"/>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BDCF374B-2477-45CD-A00B-B8676A45ACD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44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3"/>
            </p:custDataLst>
          </p:nvPr>
        </p:nvSpPr>
        <p:spPr>
          <a:xfrm>
            <a:off x="554736" y="4580468"/>
            <a:ext cx="11082528" cy="677108"/>
          </a:xfrm>
        </p:spPr>
        <p:txBody>
          <a:bodyPr vert="horz" wrap="square" lIns="0" tIns="0" rIns="0" bIns="0" rtlCol="0" anchor="b" anchorCtr="0">
            <a:noAutofit/>
          </a:bodyPr>
          <a:lstStyle>
            <a:lvl1pPr rtl="0">
              <a:defRPr lang="en-US" sz="4400" dirty="0"/>
            </a:lvl1pPr>
          </a:lstStyle>
          <a:p>
            <a:pPr lvl="0"/>
            <a:r>
              <a:rPr lang="nl-NL" dirty="0"/>
              <a:t>Click to edit Master title style</a:t>
            </a:r>
          </a:p>
        </p:txBody>
      </p:sp>
      <p:sp>
        <p:nvSpPr>
          <p:cNvPr id="9" name="1. On-page tracker">
            <a:extLst>
              <a:ext uri="{FF2B5EF4-FFF2-40B4-BE49-F238E27FC236}">
                <a16:creationId xmlns:a16="http://schemas.microsoft.com/office/drawing/2014/main" id="{FA764DC8-CEA6-42F3-8E66-7C768AAD275E}"/>
              </a:ext>
            </a:extLst>
          </p:cNvPr>
          <p:cNvSpPr>
            <a:spLocks noGrp="1"/>
          </p:cNvSpPr>
          <p:nvPr>
            <p:ph type="body" sz="quarter" idx="10" hasCustomPrompt="1"/>
            <p:custDataLst>
              <p:tags r:id="rId4"/>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0" name="Slide Number">
            <a:extLst>
              <a:ext uri="{FF2B5EF4-FFF2-40B4-BE49-F238E27FC236}">
                <a16:creationId xmlns:a16="http://schemas.microsoft.com/office/drawing/2014/main" id="{195A767B-5BA1-4B5A-8F96-DFF2FB62C0FF}"/>
              </a:ext>
            </a:extLst>
          </p:cNvPr>
          <p:cNvSpPr>
            <a:spLocks noChangeArrowheads="1"/>
          </p:cNvSpPr>
          <p:nvPr userDrawn="1">
            <p:custDataLst>
              <p:tags r:id="rId5"/>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1" name="5. Source" hidden="1">
            <a:extLst>
              <a:ext uri="{FF2B5EF4-FFF2-40B4-BE49-F238E27FC236}">
                <a16:creationId xmlns:a16="http://schemas.microsoft.com/office/drawing/2014/main" id="{5A25F626-D2F4-4CE3-90B1-93C8E688B8D0}"/>
              </a:ext>
            </a:extLst>
          </p:cNvPr>
          <p:cNvSpPr txBox="1"/>
          <p:nvPr userDrawn="1">
            <p:custDataLst>
              <p:tags r:id="rId6"/>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39445971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EC6EE29E-F64A-419F-BFB0-EEDEB71953F6}"/>
              </a:ext>
            </a:extLst>
          </p:cNvPr>
          <p:cNvGraphicFramePr>
            <a:graphicFrameLocks noChangeAspect="1"/>
          </p:cNvGraphicFramePr>
          <p:nvPr userDrawn="1">
            <p:custDataLst>
              <p:tags r:id="rId1"/>
            </p:custDataLst>
            <p:extLst>
              <p:ext uri="{D42A27DB-BD31-4B8C-83A1-F6EECF244321}">
                <p14:modId xmlns:p14="http://schemas.microsoft.com/office/powerpoint/2010/main" val="20657191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592" imgH="591" progId="TCLayout.ActiveDocument.1">
                  <p:embed/>
                </p:oleObj>
              </mc:Choice>
              <mc:Fallback>
                <p:oleObj name="think-cell Slide" r:id="rId9" imgW="592" imgH="591" progId="TCLayout.ActiveDocument.1">
                  <p:embed/>
                  <p:pic>
                    <p:nvPicPr>
                      <p:cNvPr id="3" name="Object 2" hidden="1">
                        <a:extLst>
                          <a:ext uri="{FF2B5EF4-FFF2-40B4-BE49-F238E27FC236}">
                            <a16:creationId xmlns:a16="http://schemas.microsoft.com/office/drawing/2014/main" id="{EC6EE29E-F64A-419F-BFB0-EEDEB71953F6}"/>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69526043-F22A-4ED3-B0A1-DD7C4F83AF9B}"/>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34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8" name="2. Slide Title">
            <a:extLst>
              <a:ext uri="{FF2B5EF4-FFF2-40B4-BE49-F238E27FC236}">
                <a16:creationId xmlns:a16="http://schemas.microsoft.com/office/drawing/2014/main" id="{EA735538-C733-4892-93A4-7B433D8B8293}"/>
              </a:ext>
            </a:extLst>
          </p:cNvPr>
          <p:cNvSpPr>
            <a:spLocks noGrp="1"/>
          </p:cNvSpPr>
          <p:nvPr>
            <p:ph type="title" hasCustomPrompt="1"/>
            <p:custDataLst>
              <p:tags r:id="rId3"/>
            </p:custDataLst>
          </p:nvPr>
        </p:nvSpPr>
        <p:spPr>
          <a:xfrm>
            <a:off x="1505712" y="3556229"/>
            <a:ext cx="9180576" cy="523220"/>
          </a:xfrm>
          <a:prstGeom prst="rect">
            <a:avLst/>
          </a:prstGeom>
        </p:spPr>
        <p:txBody>
          <a:bodyPr vert="horz" wrap="square" lIns="0" tIns="0" rIns="0" bIns="0" rtlCol="0" anchor="b" anchorCtr="0">
            <a:spAutoFit/>
          </a:bodyPr>
          <a:lstStyle>
            <a:lvl1pPr rtl="0">
              <a:defRPr lang="en-US" sz="3400" dirty="0"/>
            </a:lvl1pPr>
          </a:lstStyle>
          <a:p>
            <a:pPr lvl="0"/>
            <a:r>
              <a:rPr lang="nl-NL" dirty="0"/>
              <a:t>“Click to add quote</a:t>
            </a:r>
          </a:p>
        </p:txBody>
      </p:sp>
      <p:sp>
        <p:nvSpPr>
          <p:cNvPr id="6" name="3. Subtitle">
            <a:extLst>
              <a:ext uri="{FF2B5EF4-FFF2-40B4-BE49-F238E27FC236}">
                <a16:creationId xmlns:a16="http://schemas.microsoft.com/office/drawing/2014/main" id="{8DB5022C-F66C-4018-82F3-195571DDD527}"/>
              </a:ext>
            </a:extLst>
          </p:cNvPr>
          <p:cNvSpPr>
            <a:spLocks noGrp="1"/>
          </p:cNvSpPr>
          <p:nvPr>
            <p:ph type="subTitle" idx="1" hasCustomPrompt="1"/>
            <p:custDataLst>
              <p:tags r:id="rId4"/>
            </p:custDataLst>
          </p:nvPr>
        </p:nvSpPr>
        <p:spPr>
          <a:xfrm>
            <a:off x="1505712" y="4284630"/>
            <a:ext cx="9180576" cy="276999"/>
          </a:xfrm>
          <a:prstGeom prst="rect">
            <a:avLst/>
          </a:prstGeom>
        </p:spPr>
        <p:txBody>
          <a:bodyPr vert="horz" wrap="square" lIns="0" tIns="0" rIns="0" bIns="0" rtlCol="0">
            <a:spAutoFit/>
          </a:bodyPr>
          <a:lstStyle>
            <a:lvl1pPr rtl="0">
              <a:defRPr lang="en-US" sz="1800" b="0" dirty="0">
                <a:solidFill>
                  <a:schemeClr val="accent1"/>
                </a:solidFill>
              </a:defRPr>
            </a:lvl1pPr>
          </a:lstStyle>
          <a:p>
            <a:pPr lvl="0">
              <a:buNone/>
            </a:pPr>
            <a:r>
              <a:rPr lang="nl-NL" dirty="0"/>
              <a:t>Click to add quote source</a:t>
            </a:r>
          </a:p>
        </p:txBody>
      </p:sp>
      <p:sp>
        <p:nvSpPr>
          <p:cNvPr id="10" name="1. On-page tracker">
            <a:extLst>
              <a:ext uri="{FF2B5EF4-FFF2-40B4-BE49-F238E27FC236}">
                <a16:creationId xmlns:a16="http://schemas.microsoft.com/office/drawing/2014/main" id="{556D1499-3230-4098-85B2-D4CC7CA621F1}"/>
              </a:ext>
            </a:extLst>
          </p:cNvPr>
          <p:cNvSpPr>
            <a:spLocks noGrp="1"/>
          </p:cNvSpPr>
          <p:nvPr>
            <p:ph type="body" sz="quarter" idx="10" hasCustomPrompt="1"/>
            <p:custDataLst>
              <p:tags r:id="rId5"/>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1" name="Slide Number">
            <a:extLst>
              <a:ext uri="{FF2B5EF4-FFF2-40B4-BE49-F238E27FC236}">
                <a16:creationId xmlns:a16="http://schemas.microsoft.com/office/drawing/2014/main" id="{4CE6E8D0-0DC6-4501-8859-0EF5E4AAEA2E}"/>
              </a:ext>
            </a:extLst>
          </p:cNvPr>
          <p:cNvSpPr>
            <a:spLocks noChangeArrowheads="1"/>
          </p:cNvSpPr>
          <p:nvPr userDrawn="1">
            <p:custDataLst>
              <p:tags r:id="rId6"/>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2" name="5. Source" hidden="1">
            <a:extLst>
              <a:ext uri="{FF2B5EF4-FFF2-40B4-BE49-F238E27FC236}">
                <a16:creationId xmlns:a16="http://schemas.microsoft.com/office/drawing/2014/main" id="{87A27F8B-AD52-4108-934D-D1CD8FA0F0B5}"/>
              </a:ext>
            </a:extLst>
          </p:cNvPr>
          <p:cNvSpPr txBox="1"/>
          <p:nvPr userDrawn="1">
            <p:custDataLst>
              <p:tags r:id="rId7"/>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337074075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1/4">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15643985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DA8D6A48-EE20-4EB4-A234-9F3B16C02872}"/>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67C50C85-5FB9-4798-A8A4-1DA5B9F3ACC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chemeClr val="accent1">
              <a:lumMod val="20000"/>
              <a:lumOff val="8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nl-NL" dirty="0">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4"/>
            </p:custDataLst>
          </p:nvPr>
        </p:nvSpPr>
        <p:spPr>
          <a:xfrm>
            <a:off x="554736" y="2744369"/>
            <a:ext cx="2514600" cy="769441"/>
          </a:xfrm>
        </p:spPr>
        <p:txBody>
          <a:bodyPr vert="horz" wrap="square" lIns="0" tIns="0" rIns="0" bIns="0" rtlCol="0" anchor="b" anchorCtr="0">
            <a:noAutofit/>
          </a:bodyPr>
          <a:lstStyle>
            <a:lvl1pPr rtl="0">
              <a:defRPr lang="en-US" dirty="0"/>
            </a:lvl1pPr>
          </a:lstStyle>
          <a:p>
            <a:pPr lvl="0"/>
            <a:r>
              <a:rPr lang="nl-NL" dirty="0"/>
              <a:t>Click to edit Master title style</a:t>
            </a: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5"/>
            </p:custDataLst>
          </p:nvPr>
        </p:nvSpPr>
        <p:spPr>
          <a:xfrm>
            <a:off x="554736" y="3659644"/>
            <a:ext cx="2514600" cy="553998"/>
          </a:xfrm>
          <a:prstGeom prst="rect">
            <a:avLst/>
          </a:prstGeom>
        </p:spPr>
        <p:txBody>
          <a:bodyPr vert="horz" wrap="square" lIns="0" tIns="0" rIns="0" bIns="0" rtlCol="0">
            <a:spAutoFit/>
          </a:bodyPr>
          <a:lstStyle>
            <a:lvl1pPr rtl="0">
              <a:defRPr lang="en-US" sz="1800" b="0" dirty="0">
                <a:solidFill>
                  <a:schemeClr val="accent1"/>
                </a:solidFill>
              </a:defRPr>
            </a:lvl1pPr>
          </a:lstStyle>
          <a:p>
            <a:pPr lvl="0">
              <a:buNone/>
            </a:pPr>
            <a:r>
              <a:rPr lang="nl-NL" dirty="0"/>
              <a:t>Click to edit Master subtitle style</a:t>
            </a:r>
          </a:p>
        </p:txBody>
      </p:sp>
      <p:sp>
        <p:nvSpPr>
          <p:cNvPr id="10" name="1. On-page tracker">
            <a:extLst>
              <a:ext uri="{FF2B5EF4-FFF2-40B4-BE49-F238E27FC236}">
                <a16:creationId xmlns:a16="http://schemas.microsoft.com/office/drawing/2014/main" id="{96552B7E-7081-4EA8-9351-FE4C7216ADF2}"/>
              </a:ext>
            </a:extLst>
          </p:cNvPr>
          <p:cNvSpPr>
            <a:spLocks noGrp="1"/>
          </p:cNvSpPr>
          <p:nvPr>
            <p:ph type="body" sz="quarter" idx="10" hasCustomPrompt="1"/>
            <p:custDataLst>
              <p:tags r:id="rId6"/>
            </p:custDataLst>
          </p:nvPr>
        </p:nvSpPr>
        <p:spPr>
          <a:xfrm>
            <a:off x="554735" y="41597"/>
            <a:ext cx="2514601"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1" name="LOGO">
            <a:extLst>
              <a:ext uri="{FF2B5EF4-FFF2-40B4-BE49-F238E27FC236}">
                <a16:creationId xmlns:a16="http://schemas.microsoft.com/office/drawing/2014/main" id="{B4F1457E-80DA-4D41-8030-E2EBCEE49EFF}"/>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13" name="Tijdelijke aanduiding voor tekst 43">
            <a:extLst>
              <a:ext uri="{FF2B5EF4-FFF2-40B4-BE49-F238E27FC236}">
                <a16:creationId xmlns:a16="http://schemas.microsoft.com/office/drawing/2014/main" id="{6915FB49-8892-4323-BE28-8F57423ED829}"/>
              </a:ext>
            </a:extLst>
          </p:cNvPr>
          <p:cNvSpPr txBox="1">
            <a:spLocks/>
          </p:cNvSpPr>
          <p:nvPr userDrawn="1"/>
        </p:nvSpPr>
        <p:spPr>
          <a:xfrm>
            <a:off x="554736" y="0"/>
            <a:ext cx="1080000" cy="45719"/>
          </a:xfrm>
          <a:prstGeom prst="rect">
            <a:avLst/>
          </a:prstGeom>
          <a:solidFill>
            <a:schemeClr val="accent2"/>
          </a:solidFill>
        </p:spPr>
        <p:txBody>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
        <p:nvSpPr>
          <p:cNvPr id="14" name="Slide Number">
            <a:extLst>
              <a:ext uri="{FF2B5EF4-FFF2-40B4-BE49-F238E27FC236}">
                <a16:creationId xmlns:a16="http://schemas.microsoft.com/office/drawing/2014/main" id="{5F056FA8-EF3B-4D1F-95F2-68195FB0D38B}"/>
              </a:ext>
            </a:extLst>
          </p:cNvPr>
          <p:cNvSpPr>
            <a:spLocks noChangeArrowheads="1"/>
          </p:cNvSpPr>
          <p:nvPr userDrawn="1">
            <p:custDataLst>
              <p:tags r:id="rId7"/>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6" name="5. Source" hidden="1">
            <a:extLst>
              <a:ext uri="{FF2B5EF4-FFF2-40B4-BE49-F238E27FC236}">
                <a16:creationId xmlns:a16="http://schemas.microsoft.com/office/drawing/2014/main" id="{7BAAD780-28A5-42C8-B807-0D4E5F8EDE1C}"/>
              </a:ext>
            </a:extLst>
          </p:cNvPr>
          <p:cNvSpPr txBox="1"/>
          <p:nvPr userDrawn="1">
            <p:custDataLst>
              <p:tags r:id="rId8"/>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169603735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33846861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9D2CA90-0144-4292-9526-98A508F5317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chemeClr val="accent1">
              <a:lumMod val="20000"/>
              <a:lumOff val="8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gn="ctr" rtl="0"/>
            <a:endParaRPr lang="nl-NL" dirty="0">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4"/>
            </p:custDataLst>
          </p:nvPr>
        </p:nvSpPr>
        <p:spPr>
          <a:xfrm>
            <a:off x="554736" y="2744369"/>
            <a:ext cx="3465576" cy="769441"/>
          </a:xfrm>
          <a:prstGeom prst="rect">
            <a:avLst/>
          </a:prstGeom>
        </p:spPr>
        <p:txBody>
          <a:bodyPr vert="horz" wrap="square" lIns="0" tIns="0" rIns="0" bIns="0" rtlCol="0" anchor="b" anchorCtr="0">
            <a:noAutofit/>
          </a:bodyPr>
          <a:lstStyle>
            <a:lvl1pPr rtl="0">
              <a:defRPr lang="en-US" dirty="0"/>
            </a:lvl1pPr>
          </a:lstStyle>
          <a:p>
            <a:pPr lvl="0"/>
            <a:r>
              <a:rPr lang="nl-NL" dirty="0"/>
              <a:t>Click to edit Master title style</a:t>
            </a:r>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5"/>
            </p:custDataLst>
          </p:nvPr>
        </p:nvSpPr>
        <p:spPr>
          <a:xfrm>
            <a:off x="554735" y="3659644"/>
            <a:ext cx="3465575" cy="276999"/>
          </a:xfrm>
          <a:prstGeom prst="rect">
            <a:avLst/>
          </a:prstGeom>
        </p:spPr>
        <p:txBody>
          <a:bodyPr vert="horz" wrap="square" lIns="0" tIns="0" rIns="0" bIns="0" rtlCol="0">
            <a:spAutoFit/>
          </a:bodyPr>
          <a:lstStyle>
            <a:lvl1pPr rtl="0">
              <a:defRPr lang="en-US" sz="1800" b="0" dirty="0">
                <a:solidFill>
                  <a:schemeClr val="accent1"/>
                </a:solidFill>
              </a:defRPr>
            </a:lvl1pPr>
          </a:lstStyle>
          <a:p>
            <a:pPr lvl="0">
              <a:buNone/>
            </a:pPr>
            <a:r>
              <a:rPr lang="nl-NL" dirty="0"/>
              <a:t>Click to edit Master subtitle style</a:t>
            </a:r>
          </a:p>
        </p:txBody>
      </p:sp>
      <p:sp>
        <p:nvSpPr>
          <p:cNvPr id="10" name="1. On-page tracker">
            <a:extLst>
              <a:ext uri="{FF2B5EF4-FFF2-40B4-BE49-F238E27FC236}">
                <a16:creationId xmlns:a16="http://schemas.microsoft.com/office/drawing/2014/main" id="{79C07342-0520-417C-B878-54C94CBD8539}"/>
              </a:ext>
            </a:extLst>
          </p:cNvPr>
          <p:cNvSpPr>
            <a:spLocks noGrp="1"/>
          </p:cNvSpPr>
          <p:nvPr>
            <p:ph type="body" sz="quarter" idx="10" hasCustomPrompt="1"/>
            <p:custDataLst>
              <p:tags r:id="rId6"/>
            </p:custDataLst>
          </p:nvPr>
        </p:nvSpPr>
        <p:spPr>
          <a:xfrm>
            <a:off x="554735" y="41597"/>
            <a:ext cx="3465577"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1" name="LOGO">
            <a:extLst>
              <a:ext uri="{FF2B5EF4-FFF2-40B4-BE49-F238E27FC236}">
                <a16:creationId xmlns:a16="http://schemas.microsoft.com/office/drawing/2014/main" id="{12FFB294-5822-4B88-9124-9374B1F297AD}"/>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13" name="Tijdelijke aanduiding voor tekst 43">
            <a:extLst>
              <a:ext uri="{FF2B5EF4-FFF2-40B4-BE49-F238E27FC236}">
                <a16:creationId xmlns:a16="http://schemas.microsoft.com/office/drawing/2014/main" id="{E339368C-F259-4385-935A-88667B1B1459}"/>
              </a:ext>
            </a:extLst>
          </p:cNvPr>
          <p:cNvSpPr txBox="1">
            <a:spLocks/>
          </p:cNvSpPr>
          <p:nvPr userDrawn="1"/>
        </p:nvSpPr>
        <p:spPr>
          <a:xfrm>
            <a:off x="554736" y="0"/>
            <a:ext cx="1080000" cy="45719"/>
          </a:xfrm>
          <a:prstGeom prst="rect">
            <a:avLst/>
          </a:prstGeom>
          <a:solidFill>
            <a:schemeClr val="accent2"/>
          </a:solidFill>
        </p:spPr>
        <p:txBody>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
        <p:nvSpPr>
          <p:cNvPr id="14" name="Slide Number">
            <a:extLst>
              <a:ext uri="{FF2B5EF4-FFF2-40B4-BE49-F238E27FC236}">
                <a16:creationId xmlns:a16="http://schemas.microsoft.com/office/drawing/2014/main" id="{EA2E3F14-E604-405A-8C36-8690BED06BD2}"/>
              </a:ext>
            </a:extLst>
          </p:cNvPr>
          <p:cNvSpPr>
            <a:spLocks noChangeArrowheads="1"/>
          </p:cNvSpPr>
          <p:nvPr userDrawn="1">
            <p:custDataLst>
              <p:tags r:id="rId7"/>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5" name="5. Source" hidden="1">
            <a:extLst>
              <a:ext uri="{FF2B5EF4-FFF2-40B4-BE49-F238E27FC236}">
                <a16:creationId xmlns:a16="http://schemas.microsoft.com/office/drawing/2014/main" id="{F113CD5A-0912-45CC-AF65-EBFB1762930D}"/>
              </a:ext>
            </a:extLst>
          </p:cNvPr>
          <p:cNvSpPr txBox="1"/>
          <p:nvPr userDrawn="1">
            <p:custDataLst>
              <p:tags r:id="rId8"/>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195205909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22518295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725BD87-3C3D-45F6-BBCF-F06FD867659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chemeClr val="accent1">
              <a:lumMod val="20000"/>
              <a:lumOff val="8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gn="ctr" rtl="0"/>
            <a:endParaRPr lang="nl-NL" dirty="0">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4"/>
            </p:custDataLst>
          </p:nvPr>
        </p:nvSpPr>
        <p:spPr>
          <a:xfrm>
            <a:off x="554736" y="172212"/>
            <a:ext cx="5065776" cy="731520"/>
          </a:xfrm>
        </p:spPr>
        <p:txBody>
          <a:bodyPr vert="horz" wrap="square" lIns="0" tIns="0" rIns="0" bIns="0" rtlCol="0" anchor="b" anchorCtr="0">
            <a:noAutofit/>
          </a:bodyPr>
          <a:lstStyle>
            <a:lvl1pPr rtl="0">
              <a:defRPr lang="en-US" dirty="0"/>
            </a:lvl1pPr>
          </a:lstStyle>
          <a:p>
            <a:pPr lvl="0"/>
            <a:r>
              <a:rPr lang="nl-NL" dirty="0"/>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5"/>
            </p:custDataLst>
          </p:nvPr>
        </p:nvSpPr>
        <p:spPr>
          <a:xfrm>
            <a:off x="554736" y="884725"/>
            <a:ext cx="5065776" cy="276999"/>
          </a:xfrm>
          <a:prstGeom prst="rect">
            <a:avLst/>
          </a:prstGeom>
        </p:spPr>
        <p:txBody>
          <a:bodyPr vert="horz" wrap="square" lIns="0" tIns="0" rIns="0" bIns="0" rtlCol="0">
            <a:spAutoFit/>
          </a:bodyPr>
          <a:lstStyle>
            <a:lvl1pPr rtl="0">
              <a:defRPr lang="en-US" sz="1800" b="0" dirty="0">
                <a:solidFill>
                  <a:schemeClr val="accent1"/>
                </a:solidFill>
              </a:defRPr>
            </a:lvl1pPr>
          </a:lstStyle>
          <a:p>
            <a:pPr lvl="0">
              <a:buNone/>
            </a:pPr>
            <a:r>
              <a:rPr lang="nl-NL" dirty="0"/>
              <a:t>Click to edit Master subtitle style</a:t>
            </a:r>
          </a:p>
        </p:txBody>
      </p:sp>
      <p:sp>
        <p:nvSpPr>
          <p:cNvPr id="10" name="1. On-page tracker">
            <a:extLst>
              <a:ext uri="{FF2B5EF4-FFF2-40B4-BE49-F238E27FC236}">
                <a16:creationId xmlns:a16="http://schemas.microsoft.com/office/drawing/2014/main" id="{E9BE4D1E-183A-499B-BFC7-798294EB7AE9}"/>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1" name="LOGO">
            <a:extLst>
              <a:ext uri="{FF2B5EF4-FFF2-40B4-BE49-F238E27FC236}">
                <a16:creationId xmlns:a16="http://schemas.microsoft.com/office/drawing/2014/main" id="{E5AB885D-2D31-4F92-9F0E-9FC8224A7FCC}"/>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13" name="Tijdelijke aanduiding voor tekst 43">
            <a:extLst>
              <a:ext uri="{FF2B5EF4-FFF2-40B4-BE49-F238E27FC236}">
                <a16:creationId xmlns:a16="http://schemas.microsoft.com/office/drawing/2014/main" id="{5AC24435-5311-4863-A030-9002A75B06F8}"/>
              </a:ext>
            </a:extLst>
          </p:cNvPr>
          <p:cNvSpPr txBox="1">
            <a:spLocks/>
          </p:cNvSpPr>
          <p:nvPr userDrawn="1"/>
        </p:nvSpPr>
        <p:spPr>
          <a:xfrm>
            <a:off x="554736" y="0"/>
            <a:ext cx="1080000" cy="45719"/>
          </a:xfrm>
          <a:prstGeom prst="rect">
            <a:avLst/>
          </a:prstGeom>
          <a:solidFill>
            <a:schemeClr val="accent2"/>
          </a:solidFill>
        </p:spPr>
        <p:txBody>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
        <p:nvSpPr>
          <p:cNvPr id="14" name="Slide Number">
            <a:extLst>
              <a:ext uri="{FF2B5EF4-FFF2-40B4-BE49-F238E27FC236}">
                <a16:creationId xmlns:a16="http://schemas.microsoft.com/office/drawing/2014/main" id="{C5F89EE2-C2A5-4AFD-B9C7-4B6172D633D9}"/>
              </a:ext>
            </a:extLst>
          </p:cNvPr>
          <p:cNvSpPr>
            <a:spLocks noChangeArrowheads="1"/>
          </p:cNvSpPr>
          <p:nvPr userDrawn="1">
            <p:custDataLst>
              <p:tags r:id="rId7"/>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5" name="5. Source" hidden="1">
            <a:extLst>
              <a:ext uri="{FF2B5EF4-FFF2-40B4-BE49-F238E27FC236}">
                <a16:creationId xmlns:a16="http://schemas.microsoft.com/office/drawing/2014/main" id="{314C6DE7-2291-4770-BD27-7C05676C0409}"/>
              </a:ext>
            </a:extLst>
          </p:cNvPr>
          <p:cNvSpPr txBox="1"/>
          <p:nvPr userDrawn="1">
            <p:custDataLst>
              <p:tags r:id="rId8"/>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278178552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7882667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572" imgH="588" progId="TCLayout.ActiveDocument.1">
                  <p:embed/>
                </p:oleObj>
              </mc:Choice>
              <mc:Fallback>
                <p:oleObj name="think-cell Slide" r:id="rId10"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D668F04-7049-40BA-8D63-D8BBB6921318}"/>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3"/>
            </p:custDataLst>
          </p:nvPr>
        </p:nvSpPr>
        <p:spPr>
          <a:xfrm>
            <a:off x="554736" y="172212"/>
            <a:ext cx="6967728" cy="731520"/>
          </a:xfrm>
        </p:spPr>
        <p:txBody>
          <a:bodyPr vert="horz" wrap="square" lIns="0" tIns="0" rIns="0" bIns="0" rtlCol="0" anchor="b" anchorCtr="0">
            <a:noAutofit/>
          </a:bodyPr>
          <a:lstStyle>
            <a:lvl1pPr rtl="0">
              <a:defRPr lang="en-US" dirty="0"/>
            </a:lvl1pPr>
          </a:lstStyle>
          <a:p>
            <a:pPr lvl="0"/>
            <a:r>
              <a:rPr lang="nl-NL" dirty="0"/>
              <a:t>Click to edit Master title style</a:t>
            </a: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7830312" y="0"/>
            <a:ext cx="4361688" cy="6858000"/>
          </a:xfrm>
          <a:prstGeom prst="rect">
            <a:avLst/>
          </a:prstGeom>
          <a:solidFill>
            <a:schemeClr val="accent1">
              <a:lumMod val="20000"/>
              <a:lumOff val="8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gn="ctr" rtl="0"/>
            <a:endParaRPr lang="nl-NL" dirty="0">
              <a:solidFill>
                <a:srgbClr val="F0F0F0"/>
              </a:solidFill>
              <a:latin typeface="Arial" panose="020B0604020202020204" pitchFamily="34" charset="0"/>
            </a:endParaRPr>
          </a:p>
        </p:txBody>
      </p: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5"/>
            </p:custDataLst>
          </p:nvPr>
        </p:nvSpPr>
        <p:spPr>
          <a:xfrm>
            <a:off x="554736" y="884725"/>
            <a:ext cx="6967728" cy="276999"/>
          </a:xfrm>
          <a:prstGeom prst="rect">
            <a:avLst/>
          </a:prstGeom>
        </p:spPr>
        <p:txBody>
          <a:bodyPr vert="horz" wrap="square" lIns="0" tIns="0" rIns="0" bIns="0" rtlCol="0">
            <a:spAutoFit/>
          </a:bodyPr>
          <a:lstStyle>
            <a:lvl1pPr rtl="0">
              <a:defRPr lang="en-US" sz="1800" b="0" dirty="0">
                <a:solidFill>
                  <a:schemeClr val="accent1"/>
                </a:solidFill>
              </a:defRPr>
            </a:lvl1pPr>
          </a:lstStyle>
          <a:p>
            <a:pPr lvl="0">
              <a:buNone/>
            </a:pPr>
            <a:r>
              <a:rPr lang="nl-NL" dirty="0"/>
              <a:t>Click to edit Master subtitle style</a:t>
            </a:r>
          </a:p>
        </p:txBody>
      </p:sp>
      <p:sp>
        <p:nvSpPr>
          <p:cNvPr id="10" name="1. On-page tracker">
            <a:extLst>
              <a:ext uri="{FF2B5EF4-FFF2-40B4-BE49-F238E27FC236}">
                <a16:creationId xmlns:a16="http://schemas.microsoft.com/office/drawing/2014/main" id="{7C393009-0681-4A8F-A1E9-19E10A949DCD}"/>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1" name="LOGO">
            <a:extLst>
              <a:ext uri="{FF2B5EF4-FFF2-40B4-BE49-F238E27FC236}">
                <a16:creationId xmlns:a16="http://schemas.microsoft.com/office/drawing/2014/main" id="{D55B9F57-59D8-4294-84EA-18CED46A914F}"/>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13" name="Tijdelijke aanduiding voor tekst 43">
            <a:extLst>
              <a:ext uri="{FF2B5EF4-FFF2-40B4-BE49-F238E27FC236}">
                <a16:creationId xmlns:a16="http://schemas.microsoft.com/office/drawing/2014/main" id="{8C3F00CD-4050-4E27-9372-B8F39F84E062}"/>
              </a:ext>
            </a:extLst>
          </p:cNvPr>
          <p:cNvSpPr txBox="1">
            <a:spLocks/>
          </p:cNvSpPr>
          <p:nvPr userDrawn="1"/>
        </p:nvSpPr>
        <p:spPr>
          <a:xfrm>
            <a:off x="554736" y="0"/>
            <a:ext cx="1080000" cy="45719"/>
          </a:xfrm>
          <a:prstGeom prst="rect">
            <a:avLst/>
          </a:prstGeom>
          <a:solidFill>
            <a:schemeClr val="accent2"/>
          </a:solidFill>
        </p:spPr>
        <p:txBody>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
        <p:nvSpPr>
          <p:cNvPr id="14" name="Slide Number">
            <a:extLst>
              <a:ext uri="{FF2B5EF4-FFF2-40B4-BE49-F238E27FC236}">
                <a16:creationId xmlns:a16="http://schemas.microsoft.com/office/drawing/2014/main" id="{2E2C9B2C-1923-47E3-877B-BD46C3704E59}"/>
              </a:ext>
            </a:extLst>
          </p:cNvPr>
          <p:cNvSpPr>
            <a:spLocks noChangeArrowheads="1"/>
          </p:cNvSpPr>
          <p:nvPr userDrawn="1">
            <p:custDataLst>
              <p:tags r:id="rId7"/>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5" name="5. Source" hidden="1">
            <a:extLst>
              <a:ext uri="{FF2B5EF4-FFF2-40B4-BE49-F238E27FC236}">
                <a16:creationId xmlns:a16="http://schemas.microsoft.com/office/drawing/2014/main" id="{0EF4AE84-03D6-4670-B92F-653A129F5FE7}"/>
              </a:ext>
            </a:extLst>
          </p:cNvPr>
          <p:cNvSpPr txBox="1"/>
          <p:nvPr userDrawn="1">
            <p:custDataLst>
              <p:tags r:id="rId8"/>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198139866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3/4 ">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24701476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50854476-2923-4515-A585-4477FF86118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8781416" y="0"/>
            <a:ext cx="3410584" cy="6858000"/>
          </a:xfrm>
          <a:prstGeom prst="rect">
            <a:avLst/>
          </a:prstGeom>
          <a:solidFill>
            <a:schemeClr val="accent1">
              <a:lumMod val="20000"/>
              <a:lumOff val="8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gn="ctr" rtl="0"/>
            <a:endParaRPr lang="nl-NL" noProof="0" dirty="0">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4"/>
            </p:custDataLst>
          </p:nvPr>
        </p:nvSpPr>
        <p:spPr>
          <a:xfrm>
            <a:off x="554736" y="172212"/>
            <a:ext cx="7918704" cy="731520"/>
          </a:xfrm>
        </p:spPr>
        <p:txBody>
          <a:bodyPr vert="horz" wrap="square" lIns="0" tIns="0" rIns="0" bIns="0" rtlCol="0" anchor="b" anchorCtr="0">
            <a:noAutofit/>
          </a:bodyPr>
          <a:lstStyle>
            <a:lvl1pPr rtl="0">
              <a:defRPr lang="en-US" dirty="0"/>
            </a:lvl1pPr>
          </a:lstStyle>
          <a:p>
            <a:pPr lvl="0"/>
            <a:r>
              <a:rPr lang="nl-NL" dirty="0"/>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5"/>
            </p:custDataLst>
          </p:nvPr>
        </p:nvSpPr>
        <p:spPr>
          <a:xfrm>
            <a:off x="554736" y="884725"/>
            <a:ext cx="7918704" cy="276999"/>
          </a:xfrm>
          <a:prstGeom prst="rect">
            <a:avLst/>
          </a:prstGeom>
        </p:spPr>
        <p:txBody>
          <a:bodyPr vert="horz" wrap="square" lIns="0" tIns="0" rIns="0" bIns="0" rtlCol="0">
            <a:spAutoFit/>
          </a:bodyPr>
          <a:lstStyle>
            <a:lvl1pPr rtl="0">
              <a:defRPr lang="en-US" sz="1800" b="0" dirty="0">
                <a:solidFill>
                  <a:schemeClr val="accent1"/>
                </a:solidFill>
              </a:defRPr>
            </a:lvl1pPr>
          </a:lstStyle>
          <a:p>
            <a:pPr lvl="0">
              <a:buNone/>
            </a:pPr>
            <a:r>
              <a:rPr lang="nl-NL" dirty="0"/>
              <a:t>Click to edit Master subtitle style</a:t>
            </a:r>
          </a:p>
        </p:txBody>
      </p:sp>
      <p:sp>
        <p:nvSpPr>
          <p:cNvPr id="10" name="1. On-page tracker">
            <a:extLst>
              <a:ext uri="{FF2B5EF4-FFF2-40B4-BE49-F238E27FC236}">
                <a16:creationId xmlns:a16="http://schemas.microsoft.com/office/drawing/2014/main" id="{DEC2F904-C5C8-4B39-9C46-6CA56144D86A}"/>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1" name="LOGO">
            <a:extLst>
              <a:ext uri="{FF2B5EF4-FFF2-40B4-BE49-F238E27FC236}">
                <a16:creationId xmlns:a16="http://schemas.microsoft.com/office/drawing/2014/main" id="{706FB08B-B210-4D80-8573-C6321DBCF24E}"/>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13" name="Tijdelijke aanduiding voor tekst 43">
            <a:extLst>
              <a:ext uri="{FF2B5EF4-FFF2-40B4-BE49-F238E27FC236}">
                <a16:creationId xmlns:a16="http://schemas.microsoft.com/office/drawing/2014/main" id="{E8C35DC7-C31E-4331-9BA8-A421855D7262}"/>
              </a:ext>
            </a:extLst>
          </p:cNvPr>
          <p:cNvSpPr txBox="1">
            <a:spLocks/>
          </p:cNvSpPr>
          <p:nvPr userDrawn="1"/>
        </p:nvSpPr>
        <p:spPr>
          <a:xfrm>
            <a:off x="554736" y="0"/>
            <a:ext cx="1080000" cy="45719"/>
          </a:xfrm>
          <a:prstGeom prst="rect">
            <a:avLst/>
          </a:prstGeom>
          <a:solidFill>
            <a:schemeClr val="accent2"/>
          </a:solidFill>
        </p:spPr>
        <p:txBody>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
        <p:nvSpPr>
          <p:cNvPr id="14" name="Slide Number">
            <a:extLst>
              <a:ext uri="{FF2B5EF4-FFF2-40B4-BE49-F238E27FC236}">
                <a16:creationId xmlns:a16="http://schemas.microsoft.com/office/drawing/2014/main" id="{D9E41969-935B-4A73-B978-C97F9AB9429E}"/>
              </a:ext>
            </a:extLst>
          </p:cNvPr>
          <p:cNvSpPr>
            <a:spLocks noChangeArrowheads="1"/>
          </p:cNvSpPr>
          <p:nvPr userDrawn="1">
            <p:custDataLst>
              <p:tags r:id="rId7"/>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5" name="5. Source" hidden="1">
            <a:extLst>
              <a:ext uri="{FF2B5EF4-FFF2-40B4-BE49-F238E27FC236}">
                <a16:creationId xmlns:a16="http://schemas.microsoft.com/office/drawing/2014/main" id="{61178E47-37F4-4922-ACD9-3F2F8C30F742}"/>
              </a:ext>
            </a:extLst>
          </p:cNvPr>
          <p:cNvSpPr txBox="1"/>
          <p:nvPr userDrawn="1">
            <p:custDataLst>
              <p:tags r:id="rId8"/>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427882755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3-lin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648A5D5-75B9-4F02-A4CB-B3C65A9BF2CE}"/>
              </a:ext>
            </a:extLst>
          </p:cNvPr>
          <p:cNvGraphicFramePr>
            <a:graphicFrameLocks noChangeAspect="1"/>
          </p:cNvGraphicFramePr>
          <p:nvPr userDrawn="1">
            <p:custDataLst>
              <p:tags r:id="rId1"/>
            </p:custDataLst>
            <p:extLst>
              <p:ext uri="{D42A27DB-BD31-4B8C-83A1-F6EECF244321}">
                <p14:modId xmlns:p14="http://schemas.microsoft.com/office/powerpoint/2010/main" val="7435400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3" name="Object 2" hidden="1">
                        <a:extLst>
                          <a:ext uri="{FF2B5EF4-FFF2-40B4-BE49-F238E27FC236}">
                            <a16:creationId xmlns:a16="http://schemas.microsoft.com/office/drawing/2014/main" id="{C648A5D5-75B9-4F02-A4CB-B3C65A9BF2CE}"/>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58AAF75-30DC-408A-933A-149F2D14D18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3"/>
            </p:custDataLst>
          </p:nvPr>
        </p:nvSpPr>
        <p:spPr>
          <a:xfrm>
            <a:off x="554736" y="175171"/>
            <a:ext cx="11082528" cy="989512"/>
          </a:xfrm>
        </p:spPr>
        <p:txBody>
          <a:bodyPr vert="horz" wrap="square" lIns="0" tIns="0" rIns="0" bIns="0" rtlCol="0" anchor="b" anchorCtr="0">
            <a:noAutofit/>
          </a:bodyPr>
          <a:lstStyle>
            <a:lvl1pPr rtl="0">
              <a:defRPr lang="en-US" dirty="0"/>
            </a:lvl1pPr>
          </a:lstStyle>
          <a:p>
            <a:pPr lvl="0"/>
            <a:r>
              <a:rPr lang="nl-NL" dirty="0"/>
              <a:t>Click to edit Master title style</a:t>
            </a:r>
          </a:p>
        </p:txBody>
      </p:sp>
      <p:sp>
        <p:nvSpPr>
          <p:cNvPr id="8" name="1. On-page tracker">
            <a:extLst>
              <a:ext uri="{FF2B5EF4-FFF2-40B4-BE49-F238E27FC236}">
                <a16:creationId xmlns:a16="http://schemas.microsoft.com/office/drawing/2014/main" id="{931AA88E-24E2-4493-A340-98EE8666A3B2}"/>
              </a:ext>
            </a:extLst>
          </p:cNvPr>
          <p:cNvSpPr>
            <a:spLocks noGrp="1"/>
          </p:cNvSpPr>
          <p:nvPr>
            <p:ph type="body" sz="quarter" idx="10" hasCustomPrompt="1"/>
            <p:custDataLst>
              <p:tags r:id="rId4"/>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9" name="LOGO">
            <a:extLst>
              <a:ext uri="{FF2B5EF4-FFF2-40B4-BE49-F238E27FC236}">
                <a16:creationId xmlns:a16="http://schemas.microsoft.com/office/drawing/2014/main" id="{AAC054E2-58C7-40F7-9E10-6ABB1D86FF61}"/>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12" name="Tijdelijke aanduiding voor tekst 43">
            <a:extLst>
              <a:ext uri="{FF2B5EF4-FFF2-40B4-BE49-F238E27FC236}">
                <a16:creationId xmlns:a16="http://schemas.microsoft.com/office/drawing/2014/main" id="{6856A5A3-DCA3-48AE-AF42-1ED481C4CE03}"/>
              </a:ext>
            </a:extLst>
          </p:cNvPr>
          <p:cNvSpPr txBox="1">
            <a:spLocks/>
          </p:cNvSpPr>
          <p:nvPr userDrawn="1"/>
        </p:nvSpPr>
        <p:spPr>
          <a:xfrm>
            <a:off x="554736" y="0"/>
            <a:ext cx="1080000" cy="45719"/>
          </a:xfrm>
          <a:prstGeom prst="rect">
            <a:avLst/>
          </a:prstGeom>
          <a:solidFill>
            <a:schemeClr val="accent2"/>
          </a:solidFill>
        </p:spPr>
        <p:txBody>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
        <p:nvSpPr>
          <p:cNvPr id="13" name="Slide Number">
            <a:extLst>
              <a:ext uri="{FF2B5EF4-FFF2-40B4-BE49-F238E27FC236}">
                <a16:creationId xmlns:a16="http://schemas.microsoft.com/office/drawing/2014/main" id="{71E867D2-40CA-490D-93A9-ABFC8E5C0ED5}"/>
              </a:ext>
            </a:extLst>
          </p:cNvPr>
          <p:cNvSpPr>
            <a:spLocks noChangeArrowheads="1"/>
          </p:cNvSpPr>
          <p:nvPr userDrawn="1">
            <p:custDataLst>
              <p:tags r:id="rId5"/>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4" name="Rechthoek 6">
            <a:extLst>
              <a:ext uri="{FF2B5EF4-FFF2-40B4-BE49-F238E27FC236}">
                <a16:creationId xmlns:a16="http://schemas.microsoft.com/office/drawing/2014/main" id="{0C9250D7-CF3E-4349-A19E-1471406C74B1}"/>
              </a:ext>
            </a:extLst>
          </p:cNvPr>
          <p:cNvSpPr/>
          <p:nvPr userDrawn="1"/>
        </p:nvSpPr>
        <p:spPr>
          <a:xfrm>
            <a:off x="0" y="6146743"/>
            <a:ext cx="12192000" cy="36000"/>
          </a:xfrm>
          <a:prstGeom prst="rect">
            <a:avLst/>
          </a:prstGeom>
          <a:solidFill>
            <a:srgbClr val="D29FA5"/>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rtl="0"/>
            <a:endParaRPr lang="nl-NL" sz="1600" noProof="0" dirty="0"/>
          </a:p>
        </p:txBody>
      </p:sp>
      <p:sp>
        <p:nvSpPr>
          <p:cNvPr id="16" name="5. Source" hidden="1">
            <a:extLst>
              <a:ext uri="{FF2B5EF4-FFF2-40B4-BE49-F238E27FC236}">
                <a16:creationId xmlns:a16="http://schemas.microsoft.com/office/drawing/2014/main" id="{8B578329-BEEC-49B8-A976-C9DD5C8A0051}"/>
              </a:ext>
            </a:extLst>
          </p:cNvPr>
          <p:cNvSpPr txBox="1"/>
          <p:nvPr userDrawn="1">
            <p:custDataLst>
              <p:tags r:id="rId6"/>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108495493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Custom">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20E9A7C-FB74-480B-8212-8CE5C1AF5D1B}"/>
              </a:ext>
            </a:extLst>
          </p:cNvPr>
          <p:cNvGraphicFramePr>
            <a:graphicFrameLocks noChangeAspect="1"/>
          </p:cNvGraphicFramePr>
          <p:nvPr userDrawn="1">
            <p:custDataLst>
              <p:tags r:id="rId1"/>
            </p:custDataLst>
            <p:extLst>
              <p:ext uri="{D42A27DB-BD31-4B8C-83A1-F6EECF244321}">
                <p14:modId xmlns:p14="http://schemas.microsoft.com/office/powerpoint/2010/main" val="28773028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592" imgH="591" progId="TCLayout.ActiveDocument.1">
                  <p:embed/>
                </p:oleObj>
              </mc:Choice>
              <mc:Fallback>
                <p:oleObj name="think-cell Slide" r:id="rId6" imgW="592" imgH="591" progId="TCLayout.ActiveDocument.1">
                  <p:embed/>
                  <p:pic>
                    <p:nvPicPr>
                      <p:cNvPr id="2" name="Object 1" hidden="1">
                        <a:extLst>
                          <a:ext uri="{FF2B5EF4-FFF2-40B4-BE49-F238E27FC236}">
                            <a16:creationId xmlns:a16="http://schemas.microsoft.com/office/drawing/2014/main" id="{220E9A7C-FB74-480B-8212-8CE5C1AF5D1B}"/>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8" name="1. On-page tracker">
            <a:extLst>
              <a:ext uri="{FF2B5EF4-FFF2-40B4-BE49-F238E27FC236}">
                <a16:creationId xmlns:a16="http://schemas.microsoft.com/office/drawing/2014/main" id="{BD5E1493-E8EF-4031-B447-85DA0B418111}"/>
              </a:ext>
            </a:extLst>
          </p:cNvPr>
          <p:cNvSpPr>
            <a:spLocks noGrp="1"/>
          </p:cNvSpPr>
          <p:nvPr>
            <p:ph type="body" sz="quarter" idx="10" hasCustomPrompt="1"/>
            <p:custDataLst>
              <p:tags r:id="rId2"/>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6" name="LOGO">
            <a:extLst>
              <a:ext uri="{FF2B5EF4-FFF2-40B4-BE49-F238E27FC236}">
                <a16:creationId xmlns:a16="http://schemas.microsoft.com/office/drawing/2014/main" id="{4606D006-0A73-4F68-B57E-EF5D47860380}"/>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11" name="Tijdelijke aanduiding voor tekst 43">
            <a:extLst>
              <a:ext uri="{FF2B5EF4-FFF2-40B4-BE49-F238E27FC236}">
                <a16:creationId xmlns:a16="http://schemas.microsoft.com/office/drawing/2014/main" id="{C4DA2C74-1EBD-43C3-98DF-6CFC5237CEDF}"/>
              </a:ext>
            </a:extLst>
          </p:cNvPr>
          <p:cNvSpPr txBox="1">
            <a:spLocks/>
          </p:cNvSpPr>
          <p:nvPr userDrawn="1"/>
        </p:nvSpPr>
        <p:spPr>
          <a:xfrm>
            <a:off x="554736" y="0"/>
            <a:ext cx="1080000" cy="45719"/>
          </a:xfrm>
          <a:prstGeom prst="rect">
            <a:avLst/>
          </a:prstGeom>
          <a:solidFill>
            <a:schemeClr val="accent2"/>
          </a:solidFill>
        </p:spPr>
        <p:txBody>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
        <p:nvSpPr>
          <p:cNvPr id="12" name="Slide Number">
            <a:extLst>
              <a:ext uri="{FF2B5EF4-FFF2-40B4-BE49-F238E27FC236}">
                <a16:creationId xmlns:a16="http://schemas.microsoft.com/office/drawing/2014/main" id="{157E4FA3-C52D-49D7-9614-3E56A3E9AFAE}"/>
              </a:ext>
            </a:extLst>
          </p:cNvPr>
          <p:cNvSpPr>
            <a:spLocks noChangeArrowheads="1"/>
          </p:cNvSpPr>
          <p:nvPr userDrawn="1">
            <p:custDataLst>
              <p:tags r:id="rId3"/>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3" name="Rechthoek 6">
            <a:extLst>
              <a:ext uri="{FF2B5EF4-FFF2-40B4-BE49-F238E27FC236}">
                <a16:creationId xmlns:a16="http://schemas.microsoft.com/office/drawing/2014/main" id="{CA443C5D-3E4F-487B-90B8-97F31ECF4DA9}"/>
              </a:ext>
            </a:extLst>
          </p:cNvPr>
          <p:cNvSpPr/>
          <p:nvPr userDrawn="1"/>
        </p:nvSpPr>
        <p:spPr>
          <a:xfrm>
            <a:off x="0" y="6146743"/>
            <a:ext cx="12192000" cy="36000"/>
          </a:xfrm>
          <a:prstGeom prst="rect">
            <a:avLst/>
          </a:prstGeom>
          <a:solidFill>
            <a:srgbClr val="D29FA5"/>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rtl="0"/>
            <a:endParaRPr lang="nl-NL" sz="1600" noProof="0" dirty="0"/>
          </a:p>
        </p:txBody>
      </p:sp>
      <p:sp>
        <p:nvSpPr>
          <p:cNvPr id="14" name="5. Source" hidden="1">
            <a:extLst>
              <a:ext uri="{FF2B5EF4-FFF2-40B4-BE49-F238E27FC236}">
                <a16:creationId xmlns:a16="http://schemas.microsoft.com/office/drawing/2014/main" id="{48709677-F4A2-486A-BBB0-A03E61D19BB8}"/>
              </a:ext>
            </a:extLst>
          </p:cNvPr>
          <p:cNvSpPr txBox="1"/>
          <p:nvPr userDrawn="1">
            <p:custDataLst>
              <p:tags r:id="rId4"/>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197454697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A954CCC1-5027-4384-BFF6-B54153C697A8}"/>
              </a:ext>
            </a:extLst>
          </p:cNvPr>
          <p:cNvGraphicFramePr>
            <a:graphicFrameLocks noChangeAspect="1"/>
          </p:cNvGraphicFramePr>
          <p:nvPr userDrawn="1">
            <p:custDataLst>
              <p:tags r:id="rId1"/>
            </p:custDataLst>
            <p:extLst>
              <p:ext uri="{D42A27DB-BD31-4B8C-83A1-F6EECF244321}">
                <p14:modId xmlns:p14="http://schemas.microsoft.com/office/powerpoint/2010/main" val="16112050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2" name="Object 1" hidden="1">
                        <a:extLst>
                          <a:ext uri="{FF2B5EF4-FFF2-40B4-BE49-F238E27FC236}">
                            <a16:creationId xmlns:a16="http://schemas.microsoft.com/office/drawing/2014/main" id="{A954CCC1-5027-4384-BFF6-B54153C697A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LOGO">
            <a:extLst>
              <a:ext uri="{FF2B5EF4-FFF2-40B4-BE49-F238E27FC236}">
                <a16:creationId xmlns:a16="http://schemas.microsoft.com/office/drawing/2014/main" id="{F842F660-C06B-42CC-BFB2-96E6DCF32328}"/>
              </a:ext>
            </a:extLst>
          </p:cNvPr>
          <p:cNvSpPr>
            <a:spLocks/>
          </p:cNvSpPr>
          <p:nvPr userDrawn="1"/>
        </p:nvSpPr>
        <p:spPr>
          <a:xfrm>
            <a:off x="2128903" y="2693059"/>
            <a:ext cx="7934195" cy="1471883"/>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noAutofit/>
          </a:bodyPr>
          <a:lstStyle/>
          <a:p>
            <a:pPr rtl="0"/>
            <a:endParaRPr lang="nl-NL" noProof="0" dirty="0">
              <a:latin typeface="+mn-lt"/>
            </a:endParaRPr>
          </a:p>
        </p:txBody>
      </p:sp>
      <p:sp>
        <p:nvSpPr>
          <p:cNvPr id="7" name="5. Source" hidden="1">
            <a:extLst>
              <a:ext uri="{FF2B5EF4-FFF2-40B4-BE49-F238E27FC236}">
                <a16:creationId xmlns:a16="http://schemas.microsoft.com/office/drawing/2014/main" id="{6FE89F0E-8BC8-41D8-BC1A-270CC0270DA8}"/>
              </a:ext>
            </a:extLst>
          </p:cNvPr>
          <p:cNvSpPr txBox="1"/>
          <p:nvPr userDrawn="1">
            <p:custDataLst>
              <p:tags r:id="rId2"/>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186465668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1749149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9F741700-5035-4E61-A4AC-1B3C7AE220D5}"/>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eaLnBrk="1">
              <a:lnSpc>
                <a:spcPct val="100000"/>
              </a:lnSpc>
              <a:spcBef>
                <a:spcPct val="0"/>
              </a:spcBef>
              <a:spcAft>
                <a:spcPct val="0"/>
              </a:spcAft>
            </a:pPr>
            <a:endParaRPr lang="nl-NL"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172212"/>
            <a:ext cx="11082528" cy="731520"/>
          </a:xfrm>
        </p:spPr>
        <p:txBody>
          <a:bodyPr vert="horz"/>
          <a:lstStyle>
            <a:lvl1pPr rtl="0">
              <a:defRPr/>
            </a:lvl1pPr>
          </a:lstStyle>
          <a:p>
            <a:r>
              <a:rPr lang="nl-NL" dirty="0"/>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884725"/>
            <a:ext cx="11082528" cy="276999"/>
          </a:xfrm>
        </p:spPr>
        <p:txBody>
          <a:bodyPr wrap="square">
            <a:noAutofit/>
          </a:bodyPr>
          <a:lstStyle>
            <a:lvl1pPr marL="0" indent="0" algn="l" rtl="0">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nl-NL"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nl-NL" sz="900" dirty="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nl-NL" sz="800" dirty="0"/>
              <a:t>Source: …</a:t>
            </a:r>
          </a:p>
        </p:txBody>
      </p:sp>
      <p:sp>
        <p:nvSpPr>
          <p:cNvPr id="10" name="1. On-page tracker">
            <a:extLst>
              <a:ext uri="{FF2B5EF4-FFF2-40B4-BE49-F238E27FC236}">
                <a16:creationId xmlns:a16="http://schemas.microsoft.com/office/drawing/2014/main" id="{A8BAFD1A-3C11-49E6-B76E-5166760AF118}"/>
              </a:ext>
            </a:extLst>
          </p:cNvPr>
          <p:cNvSpPr>
            <a:spLocks noGrp="1"/>
          </p:cNvSpPr>
          <p:nvPr>
            <p:ph type="body" sz="quarter" idx="17" hasCustomPrompt="1"/>
            <p:custDataLst>
              <p:tags r:id="rId7"/>
            </p:custDataLst>
          </p:nvPr>
        </p:nvSpPr>
        <p:spPr>
          <a:xfrm>
            <a:off x="7156704" y="89319"/>
            <a:ext cx="4480560" cy="123111"/>
          </a:xfrm>
        </p:spPr>
        <p:txBody>
          <a:bodyPr anchor="ctr" anchorCtr="0">
            <a:spAutoFit/>
          </a:bodyPr>
          <a:lstStyle>
            <a:lvl1pPr algn="r" rtl="0">
              <a:defRPr sz="800">
                <a:latin typeface="+mn-lt"/>
              </a:defRPr>
            </a:lvl1pPr>
          </a:lstStyle>
          <a:p>
            <a:pPr lvl="0"/>
            <a:r>
              <a:rPr lang="nl-NL" dirty="0"/>
              <a:t>Chapter › Topic</a:t>
            </a:r>
          </a:p>
        </p:txBody>
      </p:sp>
    </p:spTree>
    <p:extLst>
      <p:ext uri="{BB962C8B-B14F-4D97-AF65-F5344CB8AC3E}">
        <p14:creationId xmlns:p14="http://schemas.microsoft.com/office/powerpoint/2010/main" val="45294887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2_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40166241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9F741700-5035-4E61-A4AC-1B3C7AE220D5}"/>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eaLnBrk="1">
              <a:lnSpc>
                <a:spcPct val="100000"/>
              </a:lnSpc>
              <a:spcBef>
                <a:spcPct val="0"/>
              </a:spcBef>
              <a:spcAft>
                <a:spcPct val="0"/>
              </a:spcAft>
            </a:pPr>
            <a:endParaRPr lang="nl-NL"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172212"/>
            <a:ext cx="11082528" cy="731520"/>
          </a:xfrm>
        </p:spPr>
        <p:txBody>
          <a:bodyPr vert="horz"/>
          <a:lstStyle>
            <a:lvl1pPr rtl="0">
              <a:defRPr/>
            </a:lvl1pPr>
          </a:lstStyle>
          <a:p>
            <a:r>
              <a:rPr lang="nl-NL" dirty="0"/>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884725"/>
            <a:ext cx="11082528" cy="276999"/>
          </a:xfrm>
        </p:spPr>
        <p:txBody>
          <a:bodyPr wrap="square">
            <a:noAutofit/>
          </a:bodyPr>
          <a:lstStyle>
            <a:lvl1pPr marL="0" indent="0" algn="l" rtl="0">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nl-NL"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nl-NL" sz="900" dirty="0">
              <a:solidFill>
                <a:schemeClr val="tx1"/>
              </a:solidFill>
              <a:latin typeface="+mn-lt"/>
              <a:ea typeface="+mn-ea"/>
              <a:cs typeface="Arial" panose="020B0604020202020204" pitchFamily="34" charset="0"/>
            </a:endParaRPr>
          </a:p>
        </p:txBody>
      </p:sp>
      <p:sp>
        <p:nvSpPr>
          <p:cNvPr id="7" name="1. On-page tracker">
            <a:extLst>
              <a:ext uri="{FF2B5EF4-FFF2-40B4-BE49-F238E27FC236}">
                <a16:creationId xmlns:a16="http://schemas.microsoft.com/office/drawing/2014/main" id="{113DFDDF-7DA2-4E92-8555-8B9DB1295FAA}"/>
              </a:ext>
            </a:extLst>
          </p:cNvPr>
          <p:cNvSpPr>
            <a:spLocks noGrp="1"/>
          </p:cNvSpPr>
          <p:nvPr>
            <p:ph type="body" sz="quarter" idx="16" hasCustomPrompt="1"/>
            <p:custDataLst>
              <p:tags r:id="rId6"/>
            </p:custDataLst>
          </p:nvPr>
        </p:nvSpPr>
        <p:spPr>
          <a:xfrm>
            <a:off x="7156704" y="89320"/>
            <a:ext cx="4480560" cy="123111"/>
          </a:xfrm>
        </p:spPr>
        <p:txBody>
          <a:bodyPr vert="horz" wrap="square" lIns="0" tIns="0" rIns="0" bIns="0" rtlCol="0" anchor="ctr" anchorCtr="0">
            <a:spAutoFit/>
          </a:bodyPr>
          <a:lstStyle>
            <a:lvl1pPr algn="r" rtl="0">
              <a:defRPr lang="en-US" sz="800" dirty="0"/>
            </a:lvl1pPr>
          </a:lstStyle>
          <a:p>
            <a:pPr lvl="0" algn="r"/>
            <a:r>
              <a:rPr lang="nl-NL" dirty="0"/>
              <a:t>Chapter › Topic</a:t>
            </a: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nl-NL" sz="800" dirty="0"/>
              <a:t>Source: …</a:t>
            </a:r>
          </a:p>
        </p:txBody>
      </p:sp>
    </p:spTree>
    <p:extLst>
      <p:ext uri="{BB962C8B-B14F-4D97-AF65-F5344CB8AC3E}">
        <p14:creationId xmlns:p14="http://schemas.microsoft.com/office/powerpoint/2010/main" val="314883927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userDrawn="1">
  <p:cSld name="1_3-lin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4D8D9832-DF26-17D4-2FEC-83E5DF510E3E}"/>
              </a:ext>
            </a:extLst>
          </p:cNvPr>
          <p:cNvGraphicFramePr>
            <a:graphicFrameLocks noChangeAspect="1"/>
          </p:cNvGraphicFramePr>
          <p:nvPr userDrawn="1">
            <p:custDataLst>
              <p:tags r:id="rId1"/>
            </p:custDataLst>
            <p:extLst>
              <p:ext uri="{D42A27DB-BD31-4B8C-83A1-F6EECF244321}">
                <p14:modId xmlns:p14="http://schemas.microsoft.com/office/powerpoint/2010/main" val="22373394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95" imgH="394" progId="TCLayout.ActiveDocument.1">
                  <p:embed/>
                </p:oleObj>
              </mc:Choice>
              <mc:Fallback>
                <p:oleObj name="think-cell Slide" r:id="rId10" imgW="395" imgH="394" progId="TCLayout.ActiveDocument.1">
                  <p:embed/>
                  <p:pic>
                    <p:nvPicPr>
                      <p:cNvPr id="3" name="Object 2" hidden="1">
                        <a:extLst>
                          <a:ext uri="{FF2B5EF4-FFF2-40B4-BE49-F238E27FC236}">
                            <a16:creationId xmlns:a16="http://schemas.microsoft.com/office/drawing/2014/main" id="{4D8D9832-DF26-17D4-2FEC-83E5DF510E3E}"/>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cxnSp>
        <p:nvCxnSpPr>
          <p:cNvPr id="103" name="BottomLine">
            <a:extLst>
              <a:ext uri="{FF2B5EF4-FFF2-40B4-BE49-F238E27FC236}">
                <a16:creationId xmlns:a16="http://schemas.microsoft.com/office/drawing/2014/main" id="{1A205B6C-F79D-4193-9FCF-230AF1D51716}"/>
              </a:ext>
            </a:extLst>
          </p:cNvPr>
          <p:cNvCxnSpPr/>
          <p:nvPr userDrawn="1">
            <p:custDataLst>
              <p:tags r:id="rId2"/>
            </p:custDataLst>
          </p:nvPr>
        </p:nvCxnSpPr>
        <p:spPr>
          <a:xfrm>
            <a:off x="554736" y="6453769"/>
            <a:ext cx="110825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TopLine">
            <a:extLst>
              <a:ext uri="{FF2B5EF4-FFF2-40B4-BE49-F238E27FC236}">
                <a16:creationId xmlns:a16="http://schemas.microsoft.com/office/drawing/2014/main" id="{CB6CF5F8-7994-4E97-9AE6-6C98CE30967C}"/>
              </a:ext>
            </a:extLst>
          </p:cNvPr>
          <p:cNvCxnSpPr/>
          <p:nvPr userDrawn="1">
            <p:custDataLst>
              <p:tags r:id="rId3"/>
            </p:custDataLst>
          </p:nvPr>
        </p:nvCxnSpPr>
        <p:spPr>
          <a:xfrm>
            <a:off x="554736" y="1181906"/>
            <a:ext cx="110825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4" name="SlideLogoText">
            <a:extLst>
              <a:ext uri="{FF2B5EF4-FFF2-40B4-BE49-F238E27FC236}">
                <a16:creationId xmlns:a16="http://schemas.microsoft.com/office/drawing/2014/main" id="{B789CE62-716F-47B1-B8FE-60436A1FA5A7}"/>
              </a:ext>
            </a:extLst>
          </p:cNvPr>
          <p:cNvSpPr txBox="1"/>
          <p:nvPr userDrawn="1">
            <p:custDataLst>
              <p:tags r:id="rId4"/>
            </p:custDataLst>
          </p:nvPr>
        </p:nvSpPr>
        <p:spPr bwMode="black">
          <a:xfrm>
            <a:off x="10197809" y="6499381"/>
            <a:ext cx="1024318"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nl-NL" sz="900" kern="1200" dirty="0">
                <a:solidFill>
                  <a:schemeClr val="tx1"/>
                </a:solidFill>
                <a:latin typeface="+mn-lt"/>
                <a:ea typeface="+mn-ea"/>
                <a:cs typeface="Arial" panose="020B0604020202020204" pitchFamily="34" charset="0"/>
              </a:rPr>
              <a:t>McKinsey &amp; Company</a:t>
            </a:r>
          </a:p>
        </p:txBody>
      </p:sp>
      <p:sp>
        <p:nvSpPr>
          <p:cNvPr id="15" name="Slide Number">
            <a:extLst>
              <a:ext uri="{FF2B5EF4-FFF2-40B4-BE49-F238E27FC236}">
                <a16:creationId xmlns:a16="http://schemas.microsoft.com/office/drawing/2014/main" id="{0AA537C7-2883-43C1-848C-3A4E9645077F}"/>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nl-NL"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nl-NL" sz="900" dirty="0">
              <a:solidFill>
                <a:schemeClr val="tx1"/>
              </a:solidFill>
              <a:latin typeface="+mn-lt"/>
              <a:ea typeface="+mn-ea"/>
              <a:cs typeface="Arial" panose="020B060402020202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6"/>
            </p:custDataLst>
          </p:nvPr>
        </p:nvSpPr>
        <p:spPr>
          <a:xfrm>
            <a:off x="554736" y="175171"/>
            <a:ext cx="11082528" cy="989512"/>
          </a:xfrm>
        </p:spPr>
        <p:txBody>
          <a:bodyPr vert="horz">
            <a:noAutofit/>
          </a:bodyPr>
          <a:lstStyle>
            <a:lvl1pPr rtl="0">
              <a:defRPr/>
            </a:lvl1pPr>
          </a:lstStyle>
          <a:p>
            <a:r>
              <a:rPr lang="nl-NL" dirty="0"/>
              <a:t>Click to edit Master title style</a:t>
            </a:r>
          </a:p>
        </p:txBody>
      </p:sp>
      <p:sp>
        <p:nvSpPr>
          <p:cNvPr id="10" name="5. Source" hidden="1">
            <a:extLst>
              <a:ext uri="{FF2B5EF4-FFF2-40B4-BE49-F238E27FC236}">
                <a16:creationId xmlns:a16="http://schemas.microsoft.com/office/drawing/2014/main" id="{81E2484B-3E40-408C-A350-5EB40C8A09F0}"/>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nl-NL" sz="800" dirty="0"/>
              <a:t>Source: …</a:t>
            </a:r>
          </a:p>
        </p:txBody>
      </p:sp>
      <p:sp>
        <p:nvSpPr>
          <p:cNvPr id="11" name="1. On-page tracker">
            <a:extLst>
              <a:ext uri="{FF2B5EF4-FFF2-40B4-BE49-F238E27FC236}">
                <a16:creationId xmlns:a16="http://schemas.microsoft.com/office/drawing/2014/main" id="{BAF19FD1-F55B-47CA-98C2-847FF06FB465}"/>
              </a:ext>
            </a:extLst>
          </p:cNvPr>
          <p:cNvSpPr>
            <a:spLocks noGrp="1"/>
          </p:cNvSpPr>
          <p:nvPr>
            <p:ph type="body" sz="quarter" idx="17" hasCustomPrompt="1"/>
            <p:custDataLst>
              <p:tags r:id="rId8"/>
            </p:custDataLst>
          </p:nvPr>
        </p:nvSpPr>
        <p:spPr>
          <a:xfrm>
            <a:off x="7156704" y="89319"/>
            <a:ext cx="4480560" cy="123111"/>
          </a:xfrm>
        </p:spPr>
        <p:txBody>
          <a:bodyPr anchor="ctr" anchorCtr="0">
            <a:spAutoFit/>
          </a:bodyPr>
          <a:lstStyle>
            <a:lvl1pPr algn="r" rtl="0">
              <a:defRPr sz="800">
                <a:latin typeface="+mn-lt"/>
              </a:defRPr>
            </a:lvl1pPr>
          </a:lstStyle>
          <a:p>
            <a:pPr lvl="0"/>
            <a:r>
              <a:rPr lang="nl-NL" dirty="0"/>
              <a:t>Chapter › Topic</a:t>
            </a:r>
          </a:p>
        </p:txBody>
      </p:sp>
    </p:spTree>
    <p:extLst>
      <p:ext uri="{BB962C8B-B14F-4D97-AF65-F5344CB8AC3E}">
        <p14:creationId xmlns:p14="http://schemas.microsoft.com/office/powerpoint/2010/main" val="61050127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userDrawn="1">
  <p:cSld name="Contrast 1/3">
    <p:bg>
      <p:bgPr>
        <a:solidFill>
          <a:schemeClr val="tx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6AD2A36-39D2-411F-97A0-A924098965AA}"/>
              </a:ext>
            </a:extLst>
          </p:cNvPr>
          <p:cNvGraphicFramePr>
            <a:graphicFrameLocks noChangeAspect="1"/>
          </p:cNvGraphicFramePr>
          <p:nvPr userDrawn="1">
            <p:custDataLst>
              <p:tags r:id="rId1"/>
            </p:custDataLst>
            <p:extLst>
              <p:ext uri="{D42A27DB-BD31-4B8C-83A1-F6EECF244321}">
                <p14:modId xmlns:p14="http://schemas.microsoft.com/office/powerpoint/2010/main" val="38719084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4" name="Object 3" hidden="1">
                        <a:extLst>
                          <a:ext uri="{FF2B5EF4-FFF2-40B4-BE49-F238E27FC236}">
                            <a16:creationId xmlns:a16="http://schemas.microsoft.com/office/drawing/2014/main" id="{D6AD2A36-39D2-411F-97A0-A924098965AA}"/>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4E67A342-8C8E-4A76-A2F2-1541645630AD}"/>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eaLnBrk="1">
              <a:lnSpc>
                <a:spcPct val="100000"/>
              </a:lnSpc>
              <a:spcBef>
                <a:spcPct val="0"/>
              </a:spcBef>
              <a:spcAft>
                <a:spcPct val="0"/>
              </a:spcAft>
            </a:pPr>
            <a:endParaRPr lang="nl-NL"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Dark">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nl-NL" dirty="0">
              <a:solidFill>
                <a:schemeClr val="bg2"/>
              </a:solidFill>
              <a:latin typeface="Arial" panose="020B0604020202020204" pitchFamily="34" charset="0"/>
            </a:endParaRPr>
          </a:p>
        </p:txBody>
      </p:sp>
      <p:sp>
        <p:nvSpPr>
          <p:cNvPr id="16" name="SlideLogoText">
            <a:extLst>
              <a:ext uri="{FF2B5EF4-FFF2-40B4-BE49-F238E27FC236}">
                <a16:creationId xmlns:a16="http://schemas.microsoft.com/office/drawing/2014/main" id="{2D4C39DE-34D3-430B-A68C-3662DBF9F427}"/>
              </a:ext>
            </a:extLst>
          </p:cNvPr>
          <p:cNvSpPr txBox="1"/>
          <p:nvPr userDrawn="1">
            <p:custDataLst>
              <p:tags r:id="rId4"/>
            </p:custDataLst>
          </p:nvPr>
        </p:nvSpPr>
        <p:spPr bwMode="black">
          <a:xfrm>
            <a:off x="10197809" y="6499381"/>
            <a:ext cx="1024318"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nl-NL" sz="900" kern="1200">
                <a:solidFill>
                  <a:schemeClr val="tx1"/>
                </a:solidFill>
                <a:latin typeface="+mn-lt"/>
                <a:ea typeface="+mn-ea"/>
                <a:cs typeface="Arial" panose="020B0604020202020204" pitchFamily="34" charset="0"/>
              </a:rPr>
              <a:t>McKinsey &amp; Company</a:t>
            </a:r>
            <a:endParaRPr lang="nl-NL" sz="900" kern="1200" dirty="0">
              <a:solidFill>
                <a:schemeClr val="tx1"/>
              </a:solidFill>
              <a:latin typeface="+mn-lt"/>
              <a:ea typeface="+mn-ea"/>
              <a:cs typeface="Arial" panose="020B0604020202020204" pitchFamily="34" charset="0"/>
            </a:endParaRP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nl-NL"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nl-NL" sz="900" dirty="0">
              <a:solidFill>
                <a:schemeClr val="tx1"/>
              </a:solidFill>
              <a:latin typeface="+mn-lt"/>
              <a:ea typeface="+mn-ea"/>
              <a:cs typeface="Arial" panose="020B0604020202020204" pitchFamily="34" charset="0"/>
            </a:endParaRPr>
          </a:p>
        </p:txBody>
      </p:sp>
      <p:sp>
        <p:nvSpPr>
          <p:cNvPr id="20" name="2. Slide Title">
            <a:extLst>
              <a:ext uri="{FF2B5EF4-FFF2-40B4-BE49-F238E27FC236}">
                <a16:creationId xmlns:a16="http://schemas.microsoft.com/office/drawing/2014/main" id="{F2EA5A09-84EC-4368-8C76-0BEA141A4333}"/>
              </a:ext>
            </a:extLst>
          </p:cNvPr>
          <p:cNvSpPr>
            <a:spLocks noGrp="1"/>
          </p:cNvSpPr>
          <p:nvPr>
            <p:ph type="title"/>
            <p:custDataLst>
              <p:tags r:id="rId6"/>
            </p:custDataLst>
          </p:nvPr>
        </p:nvSpPr>
        <p:spPr>
          <a:xfrm>
            <a:off x="554736" y="2744369"/>
            <a:ext cx="3465576" cy="769441"/>
          </a:xfrm>
          <a:prstGeom prst="rect">
            <a:avLst/>
          </a:prstGeom>
        </p:spPr>
        <p:txBody>
          <a:bodyPr vert="horz" wrap="square" anchor="b">
            <a:noAutofit/>
          </a:bodyPr>
          <a:lstStyle>
            <a:lvl1pPr algn="l" rtl="0">
              <a:defRPr>
                <a:solidFill>
                  <a:schemeClr val="bg2"/>
                </a:solidFill>
              </a:defRPr>
            </a:lvl1pPr>
          </a:lstStyle>
          <a:p>
            <a:r>
              <a:rPr lang="nl-NL"/>
              <a:t>Click to edit Master title style</a:t>
            </a:r>
            <a:endParaRPr lang="nl-NL" dirty="0"/>
          </a:p>
        </p:txBody>
      </p:sp>
      <p:sp>
        <p:nvSpPr>
          <p:cNvPr id="21" name="3. Subtitle">
            <a:extLst>
              <a:ext uri="{FF2B5EF4-FFF2-40B4-BE49-F238E27FC236}">
                <a16:creationId xmlns:a16="http://schemas.microsoft.com/office/drawing/2014/main" id="{4BAE0A91-D3D3-4C9A-9F81-3C13D960A341}"/>
              </a:ext>
            </a:extLst>
          </p:cNvPr>
          <p:cNvSpPr>
            <a:spLocks noGrp="1"/>
          </p:cNvSpPr>
          <p:nvPr>
            <p:ph type="subTitle" idx="1"/>
            <p:custDataLst>
              <p:tags r:id="rId7"/>
            </p:custDataLst>
          </p:nvPr>
        </p:nvSpPr>
        <p:spPr>
          <a:xfrm>
            <a:off x="554735" y="3659644"/>
            <a:ext cx="3465575" cy="246221"/>
          </a:xfrm>
        </p:spPr>
        <p:txBody>
          <a:bodyPr wrap="square">
            <a:spAutoFit/>
          </a:bodyPr>
          <a:lstStyle>
            <a:lvl1pPr marL="0" indent="0" algn="l" rtl="0">
              <a:buNone/>
              <a:defRPr sz="1600" b="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nl-NL"/>
              <a:t>Click to edit Master subtitle style</a:t>
            </a:r>
            <a:endParaRPr lang="nl-NL" dirty="0"/>
          </a:p>
        </p:txBody>
      </p:sp>
      <p:sp>
        <p:nvSpPr>
          <p:cNvPr id="15" name="5. Source" hidden="1">
            <a:extLst>
              <a:ext uri="{FF2B5EF4-FFF2-40B4-BE49-F238E27FC236}">
                <a16:creationId xmlns:a16="http://schemas.microsoft.com/office/drawing/2014/main" id="{6BA86AD8-0ECF-4EA8-B346-D8EA2716E80C}"/>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nl-NL" sz="800">
                <a:solidFill>
                  <a:schemeClr val="bg2"/>
                </a:solidFill>
              </a:rPr>
              <a:t>Source: …</a:t>
            </a:r>
            <a:endParaRPr lang="nl-NL" sz="800" dirty="0">
              <a:solidFill>
                <a:schemeClr val="bg2"/>
              </a:solidFill>
            </a:endParaRPr>
          </a:p>
        </p:txBody>
      </p:sp>
      <p:sp>
        <p:nvSpPr>
          <p:cNvPr id="19" name="1. On-page tracker">
            <a:extLst>
              <a:ext uri="{FF2B5EF4-FFF2-40B4-BE49-F238E27FC236}">
                <a16:creationId xmlns:a16="http://schemas.microsoft.com/office/drawing/2014/main" id="{EDC5E9D8-BFBA-409D-B6E5-65A580E73B61}"/>
              </a:ext>
            </a:extLst>
          </p:cNvPr>
          <p:cNvSpPr>
            <a:spLocks noGrp="1"/>
          </p:cNvSpPr>
          <p:nvPr>
            <p:ph type="body" sz="quarter" idx="17" hasCustomPrompt="1"/>
            <p:custDataLst>
              <p:tags r:id="rId9"/>
            </p:custDataLst>
          </p:nvPr>
        </p:nvSpPr>
        <p:spPr>
          <a:xfrm>
            <a:off x="7159752" y="78768"/>
            <a:ext cx="4480560" cy="123111"/>
          </a:xfrm>
        </p:spPr>
        <p:txBody>
          <a:bodyPr anchor="ctr" anchorCtr="0">
            <a:spAutoFit/>
          </a:bodyPr>
          <a:lstStyle>
            <a:lvl1pPr algn="r" rtl="0">
              <a:defRPr sz="800">
                <a:latin typeface="+mn-lt"/>
              </a:defRPr>
            </a:lvl1pPr>
          </a:lstStyle>
          <a:p>
            <a:pPr lvl="0"/>
            <a:r>
              <a:rPr lang="nl-NL"/>
              <a:t>Chapter › Topic</a:t>
            </a:r>
            <a:endParaRPr lang="nl-NL" dirty="0"/>
          </a:p>
        </p:txBody>
      </p:sp>
    </p:spTree>
    <p:extLst>
      <p:ext uri="{BB962C8B-B14F-4D97-AF65-F5344CB8AC3E}">
        <p14:creationId xmlns:p14="http://schemas.microsoft.com/office/powerpoint/2010/main" val="191073523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itle">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7F3D59C-75A4-44E0-8FA8-8DB994E0B0EE}"/>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p>
        </p:txBody>
      </p:sp>
      <p:sp>
        <p:nvSpPr>
          <p:cNvPr id="3" name="Ondertitel 2">
            <a:extLst>
              <a:ext uri="{FF2B5EF4-FFF2-40B4-BE49-F238E27FC236}">
                <a16:creationId xmlns:a16="http://schemas.microsoft.com/office/drawing/2014/main" id="{1E652217-0F39-47C6-BE66-C63F8B0DCA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4" name="Tijdelijke aanduiding voor datum 3">
            <a:extLst>
              <a:ext uri="{FF2B5EF4-FFF2-40B4-BE49-F238E27FC236}">
                <a16:creationId xmlns:a16="http://schemas.microsoft.com/office/drawing/2014/main" id="{CC43ECD0-833A-46B8-925B-B047D202A7BF}"/>
              </a:ext>
            </a:extLst>
          </p:cNvPr>
          <p:cNvSpPr>
            <a:spLocks noGrp="1"/>
          </p:cNvSpPr>
          <p:nvPr>
            <p:ph type="dt" sz="half" idx="10"/>
          </p:nvPr>
        </p:nvSpPr>
        <p:spPr>
          <a:xfrm>
            <a:off x="1836420" y="6402070"/>
            <a:ext cx="2369820" cy="365125"/>
          </a:xfrm>
          <a:prstGeom prst="rect">
            <a:avLst/>
          </a:prstGeom>
        </p:spPr>
        <p:txBody>
          <a:bodyPr/>
          <a:lstStyle/>
          <a:p>
            <a:fld id="{56EA7A2B-CA05-46BC-8C07-04557CD00B72}" type="datetime1">
              <a:rPr lang="nl-NL" smtClean="0"/>
              <a:t>24-10-2024</a:t>
            </a:fld>
            <a:endParaRPr lang="nl-NL"/>
          </a:p>
        </p:txBody>
      </p:sp>
      <p:sp>
        <p:nvSpPr>
          <p:cNvPr id="5" name="Tijdelijke aanduiding voor voettekst 4">
            <a:extLst>
              <a:ext uri="{FF2B5EF4-FFF2-40B4-BE49-F238E27FC236}">
                <a16:creationId xmlns:a16="http://schemas.microsoft.com/office/drawing/2014/main" id="{500A3065-44FD-4A60-88A7-E671FE816381}"/>
              </a:ext>
            </a:extLst>
          </p:cNvPr>
          <p:cNvSpPr>
            <a:spLocks noGrp="1"/>
          </p:cNvSpPr>
          <p:nvPr>
            <p:ph type="ftr" sz="quarter" idx="11"/>
          </p:nvPr>
        </p:nvSpPr>
        <p:spPr/>
        <p:txBody>
          <a:bodyPr/>
          <a:lstStyle/>
          <a:p>
            <a:r>
              <a:rPr lang="nl-NL"/>
              <a:t>De Kracht van Samen </a:t>
            </a:r>
          </a:p>
        </p:txBody>
      </p:sp>
      <p:sp>
        <p:nvSpPr>
          <p:cNvPr id="6" name="Tijdelijke aanduiding voor dianummer 5">
            <a:extLst>
              <a:ext uri="{FF2B5EF4-FFF2-40B4-BE49-F238E27FC236}">
                <a16:creationId xmlns:a16="http://schemas.microsoft.com/office/drawing/2014/main" id="{E6DFA6BD-CC75-4520-B29B-FA3351D777C7}"/>
              </a:ext>
            </a:extLst>
          </p:cNvPr>
          <p:cNvSpPr>
            <a:spLocks noGrp="1"/>
          </p:cNvSpPr>
          <p:nvPr>
            <p:ph type="sldNum" sz="quarter" idx="12"/>
          </p:nvPr>
        </p:nvSpPr>
        <p:spPr/>
        <p:txBody>
          <a:bodyPr/>
          <a:lstStyle/>
          <a:p>
            <a:fld id="{63E4AA5F-0FA2-45A8-9661-835A1C3C122B}" type="slidenum">
              <a:rPr lang="nl-NL" smtClean="0"/>
              <a:t>‹#›</a:t>
            </a:fld>
            <a:endParaRPr lang="nl-NL"/>
          </a:p>
        </p:txBody>
      </p:sp>
    </p:spTree>
    <p:extLst>
      <p:ext uri="{BB962C8B-B14F-4D97-AF65-F5344CB8AC3E}">
        <p14:creationId xmlns:p14="http://schemas.microsoft.com/office/powerpoint/2010/main" val="537725085"/>
      </p:ext>
    </p:extLst>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1"/>
            </p:custDataLst>
            <p:extLst>
              <p:ext uri="{D42A27DB-BD31-4B8C-83A1-F6EECF244321}">
                <p14:modId xmlns:p14="http://schemas.microsoft.com/office/powerpoint/2010/main" val="30686902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42428D-965F-410A-AAB0-2F4E028AF07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44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3"/>
            </p:custDataLst>
          </p:nvPr>
        </p:nvSpPr>
        <p:spPr>
          <a:xfrm>
            <a:off x="550799" y="6051308"/>
            <a:ext cx="11473039"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lgn="ctr" rtl="0">
              <a:defRPr lang="en-US" sz="1400" dirty="0">
                <a:solidFill>
                  <a:schemeClr val="accent1"/>
                </a:solidFill>
              </a:defRPr>
            </a:lvl1pPr>
          </a:lstStyle>
          <a:p>
            <a:pPr lvl="0">
              <a:buNone/>
            </a:pPr>
            <a:r>
              <a:rPr lang="nl-NL" dirty="0"/>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4"/>
            </p:custDataLst>
          </p:nvPr>
        </p:nvSpPr>
        <p:spPr>
          <a:xfrm>
            <a:off x="551940" y="5633699"/>
            <a:ext cx="11473039"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lgn="ctr" rtl="0">
              <a:defRPr lang="en-US" sz="2000" dirty="0">
                <a:solidFill>
                  <a:schemeClr val="accent1"/>
                </a:solidFill>
              </a:defRPr>
            </a:lvl1pPr>
          </a:lstStyle>
          <a:p>
            <a:pPr lvl="0">
              <a:buNone/>
            </a:pPr>
            <a:r>
              <a:rPr lang="nl-NL" dirty="0"/>
              <a:t>Click </a:t>
            </a:r>
            <a:r>
              <a:rPr lang="nl-NL" dirty="0" err="1"/>
              <a:t>to</a:t>
            </a:r>
            <a:r>
              <a:rPr lang="nl-NL" dirty="0"/>
              <a:t> </a:t>
            </a:r>
            <a:r>
              <a:rPr lang="nl-NL" dirty="0" err="1"/>
              <a:t>edit</a:t>
            </a:r>
            <a:r>
              <a:rPr lang="nl-NL" dirty="0"/>
              <a:t> Master </a:t>
            </a:r>
            <a:r>
              <a:rPr lang="nl-NL" dirty="0" err="1"/>
              <a:t>subtitle</a:t>
            </a:r>
            <a:r>
              <a:rPr lang="nl-NL" dirty="0"/>
              <a:t> </a:t>
            </a:r>
            <a:r>
              <a:rPr lang="nl-NL" dirty="0" err="1"/>
              <a:t>style</a:t>
            </a:r>
            <a:endParaRPr lang="nl-NL" dirty="0"/>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5"/>
            </p:custDataLst>
          </p:nvPr>
        </p:nvSpPr>
        <p:spPr>
          <a:xfrm>
            <a:off x="551940" y="4835545"/>
            <a:ext cx="11473039" cy="677108"/>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noAutofit/>
          </a:bodyPr>
          <a:lstStyle>
            <a:lvl1pPr algn="ctr" rtl="0">
              <a:defRPr lang="en-US" sz="4400" dirty="0"/>
            </a:lvl1pPr>
          </a:lstStyle>
          <a:p>
            <a:pPr lvl="0"/>
            <a:r>
              <a:rPr lang="nl-NL" dirty="0"/>
              <a:t>Click </a:t>
            </a:r>
            <a:r>
              <a:rPr lang="nl-NL" dirty="0" err="1"/>
              <a:t>to</a:t>
            </a:r>
            <a:r>
              <a:rPr lang="nl-NL" dirty="0"/>
              <a:t> </a:t>
            </a:r>
            <a:r>
              <a:rPr lang="nl-NL" dirty="0" err="1"/>
              <a:t>edit</a:t>
            </a:r>
            <a:r>
              <a:rPr lang="nl-NL" dirty="0"/>
              <a:t> Master </a:t>
            </a:r>
            <a:r>
              <a:rPr lang="nl-NL" dirty="0" err="1"/>
              <a:t>title</a:t>
            </a:r>
            <a:r>
              <a:rPr lang="nl-NL" dirty="0"/>
              <a:t> </a:t>
            </a:r>
            <a:r>
              <a:rPr lang="nl-NL" dirty="0" err="1"/>
              <a:t>style</a:t>
            </a:r>
            <a:endParaRPr lang="nl-NL" dirty="0"/>
          </a:p>
        </p:txBody>
      </p:sp>
      <p:sp>
        <p:nvSpPr>
          <p:cNvPr id="3" name="Rectangle 2">
            <a:extLst>
              <a:ext uri="{FF2B5EF4-FFF2-40B4-BE49-F238E27FC236}">
                <a16:creationId xmlns:a16="http://schemas.microsoft.com/office/drawing/2014/main" id="{E12E25C3-706C-4DBC-8B7C-C2388CEE207D}"/>
              </a:ext>
            </a:extLst>
          </p:cNvPr>
          <p:cNvSpPr>
            <a:spLocks/>
          </p:cNvSpPr>
          <p:nvPr userDrawn="1"/>
        </p:nvSpPr>
        <p:spPr>
          <a:xfrm>
            <a:off x="-2" y="0"/>
            <a:ext cx="12192000" cy="4644359"/>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nl-NL" sz="1600" dirty="0">
              <a:solidFill>
                <a:schemeClr val="bg1"/>
              </a:solidFill>
            </a:endParaRPr>
          </a:p>
        </p:txBody>
      </p:sp>
      <p:sp>
        <p:nvSpPr>
          <p:cNvPr id="4" name="Rectangle 3">
            <a:extLst>
              <a:ext uri="{FF2B5EF4-FFF2-40B4-BE49-F238E27FC236}">
                <a16:creationId xmlns:a16="http://schemas.microsoft.com/office/drawing/2014/main" id="{CF9E9D8C-F3F4-4246-8892-1D4B4E570D60}"/>
              </a:ext>
            </a:extLst>
          </p:cNvPr>
          <p:cNvSpPr>
            <a:spLocks/>
          </p:cNvSpPr>
          <p:nvPr userDrawn="1"/>
        </p:nvSpPr>
        <p:spPr>
          <a:xfrm>
            <a:off x="5556000" y="4644739"/>
            <a:ext cx="1080000" cy="7200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nl-NL" sz="1600" dirty="0">
              <a:solidFill>
                <a:schemeClr val="bg1"/>
              </a:solidFill>
            </a:endParaRPr>
          </a:p>
        </p:txBody>
      </p:sp>
      <p:sp>
        <p:nvSpPr>
          <p:cNvPr id="21" name="LOGO">
            <a:extLst>
              <a:ext uri="{FF2B5EF4-FFF2-40B4-BE49-F238E27FC236}">
                <a16:creationId xmlns:a16="http://schemas.microsoft.com/office/drawing/2014/main" id="{64B2190C-AC5B-4F6D-A41D-E2AA89F2826A}"/>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22" name="Tijdelijke aanduiding voor tekst 43">
            <a:extLst>
              <a:ext uri="{FF2B5EF4-FFF2-40B4-BE49-F238E27FC236}">
                <a16:creationId xmlns:a16="http://schemas.microsoft.com/office/drawing/2014/main" id="{4B4E08AC-1CCB-41A0-9B5B-726ADC23C286}"/>
              </a:ext>
            </a:extLst>
          </p:cNvPr>
          <p:cNvSpPr txBox="1">
            <a:spLocks/>
          </p:cNvSpPr>
          <p:nvPr userDrawn="1"/>
        </p:nvSpPr>
        <p:spPr>
          <a:xfrm>
            <a:off x="-2" y="6786000"/>
            <a:ext cx="12192000" cy="72000"/>
          </a:xfrm>
          <a:prstGeom prst="rect">
            <a:avLst/>
          </a:prstGeom>
          <a:solidFill>
            <a:schemeClr val="accent2"/>
          </a:solidFill>
        </p:spPr>
        <p:txBody>
          <a:bodyP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Tree>
    <p:extLst>
      <p:ext uri="{BB962C8B-B14F-4D97-AF65-F5344CB8AC3E}">
        <p14:creationId xmlns:p14="http://schemas.microsoft.com/office/powerpoint/2010/main" val="411700047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9812004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172212"/>
            <a:ext cx="11082528" cy="731520"/>
          </a:xfrm>
        </p:spPr>
        <p:txBody>
          <a:bodyPr vert="horz" wrap="square" lIns="0" tIns="0" rIns="0" bIns="0" rtlCol="0" anchor="b" anchorCtr="0">
            <a:noAutofit/>
          </a:bodyPr>
          <a:lstStyle>
            <a:lvl1pPr rtl="0">
              <a:defRPr lang="en-US" dirty="0"/>
            </a:lvl1pPr>
          </a:lstStyle>
          <a:p>
            <a:pPr lvl="0"/>
            <a:r>
              <a:rPr lang="nl-NL"/>
              <a:t>Click to edit Master title style</a:t>
            </a:r>
            <a:endParaRPr lang="nl-NL" dirty="0"/>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884725"/>
            <a:ext cx="11082528" cy="276999"/>
          </a:xfrm>
          <a:prstGeom prst="rect">
            <a:avLst/>
          </a:prstGeom>
        </p:spPr>
        <p:txBody>
          <a:bodyPr vert="horz" wrap="square" lIns="0" tIns="0" rIns="0" bIns="0" rtlCol="0">
            <a:spAutoFit/>
          </a:bodyPr>
          <a:lstStyle>
            <a:lvl1pPr rtl="0">
              <a:defRPr lang="en-US" sz="1800" b="0" dirty="0">
                <a:solidFill>
                  <a:schemeClr val="accent1"/>
                </a:solidFill>
              </a:defRPr>
            </a:lvl1pPr>
          </a:lstStyle>
          <a:p>
            <a:pPr lvl="0">
              <a:buNone/>
            </a:pPr>
            <a:r>
              <a:rPr lang="nl-NL"/>
              <a:t>Click to edit Master subtitle style</a:t>
            </a:r>
            <a:endParaRPr lang="nl-NL" dirty="0"/>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5"/>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spAutoFit/>
          </a:bodyPr>
          <a:lstStyle/>
          <a:p>
            <a:pPr algn="l" defTabSz="610744" rtl="0" fontAlgn="auto">
              <a:spcBef>
                <a:spcPts val="0"/>
              </a:spcBef>
              <a:spcAft>
                <a:spcPts val="0"/>
              </a:spcAft>
              <a:defRPr/>
            </a:pPr>
            <a:fld id="{4ABDCABE-3F10-B64C-92F1-862014417034}" type="slidenum">
              <a:rPr lang="nl-NL" sz="900" b="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b="0" dirty="0">
              <a:solidFill>
                <a:srgbClr val="7F7F7F"/>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6"/>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Tree>
    <p:extLst>
      <p:ext uri="{BB962C8B-B14F-4D97-AF65-F5344CB8AC3E}">
        <p14:creationId xmlns:p14="http://schemas.microsoft.com/office/powerpoint/2010/main" val="404243200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op Left">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BA84E71-6FE7-4585-B82E-BE5603311945}"/>
              </a:ext>
            </a:extLst>
          </p:cNvPr>
          <p:cNvGraphicFramePr>
            <a:graphicFrameLocks noChangeAspect="1"/>
          </p:cNvGraphicFramePr>
          <p:nvPr userDrawn="1">
            <p:custDataLst>
              <p:tags r:id="rId1"/>
            </p:custDataLst>
            <p:extLst>
              <p:ext uri="{D42A27DB-BD31-4B8C-83A1-F6EECF244321}">
                <p14:modId xmlns:p14="http://schemas.microsoft.com/office/powerpoint/2010/main" val="35031623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10" name="Object 9" hidden="1">
                        <a:extLst>
                          <a:ext uri="{FF2B5EF4-FFF2-40B4-BE49-F238E27FC236}">
                            <a16:creationId xmlns:a16="http://schemas.microsoft.com/office/drawing/2014/main" id="{9BA84E71-6FE7-4585-B82E-BE5603311945}"/>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D62A08AB-557D-4245-84FA-9DB6B6C6845A}"/>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1706563"/>
            <a:ext cx="3813048" cy="384721"/>
          </a:xfrm>
          <a:prstGeom prst="rect">
            <a:avLst/>
          </a:prstGeom>
        </p:spPr>
        <p:txBody>
          <a:bodyPr vert="horz" wrap="square" lIns="0" tIns="0" rIns="0" bIns="0" rtlCol="0" anchor="t" anchorCtr="0">
            <a:spAutoFit/>
          </a:bodyPr>
          <a:lstStyle>
            <a:lvl1pPr rtl="0">
              <a:defRPr lang="en-US" dirty="0"/>
            </a:lvl1pPr>
          </a:lstStyle>
          <a:p>
            <a:pPr lvl="0"/>
            <a:r>
              <a:rPr lang="nl-NL"/>
              <a:t>Click to edit Master title style</a:t>
            </a:r>
            <a:endParaRPr lang="nl-NL" dirty="0"/>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userDrawn="1">
            <p:custDataLst>
              <p:tags r:id="rId4"/>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1" name="1. On-page tracker">
            <a:extLst>
              <a:ext uri="{FF2B5EF4-FFF2-40B4-BE49-F238E27FC236}">
                <a16:creationId xmlns:a16="http://schemas.microsoft.com/office/drawing/2014/main" id="{A2582D75-79F8-4634-92EF-A9F0840C018B}"/>
              </a:ext>
            </a:extLst>
          </p:cNvPr>
          <p:cNvSpPr>
            <a:spLocks noGrp="1"/>
          </p:cNvSpPr>
          <p:nvPr>
            <p:ph type="body" sz="quarter" idx="10" hasCustomPrompt="1"/>
            <p:custDataLst>
              <p:tags r:id="rId5"/>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2" name="5. Source" hidden="1">
            <a:extLst>
              <a:ext uri="{FF2B5EF4-FFF2-40B4-BE49-F238E27FC236}">
                <a16:creationId xmlns:a16="http://schemas.microsoft.com/office/drawing/2014/main" id="{3D93CABE-C2EF-4D7D-AFEB-7DDC27DA48E3}"/>
              </a:ext>
            </a:extLst>
          </p:cNvPr>
          <p:cNvSpPr txBox="1"/>
          <p:nvPr userDrawn="1">
            <p:custDataLst>
              <p:tags r:id="rId6"/>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238319864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Mid Lef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C4F5195-E8F7-4A2F-B02E-643BB3D88381}"/>
              </a:ext>
            </a:extLst>
          </p:cNvPr>
          <p:cNvGraphicFramePr>
            <a:graphicFrameLocks noChangeAspect="1"/>
          </p:cNvGraphicFramePr>
          <p:nvPr userDrawn="1">
            <p:custDataLst>
              <p:tags r:id="rId1"/>
            </p:custDataLst>
            <p:extLst>
              <p:ext uri="{D42A27DB-BD31-4B8C-83A1-F6EECF244321}">
                <p14:modId xmlns:p14="http://schemas.microsoft.com/office/powerpoint/2010/main" val="408442898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4" name="Object 3" hidden="1">
                        <a:extLst>
                          <a:ext uri="{FF2B5EF4-FFF2-40B4-BE49-F238E27FC236}">
                            <a16:creationId xmlns:a16="http://schemas.microsoft.com/office/drawing/2014/main" id="{3C4F5195-E8F7-4A2F-B02E-643BB3D8838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515EFC92-5E3D-4BDC-A378-85D30212A9E2}"/>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3044280"/>
            <a:ext cx="5065776" cy="769441"/>
          </a:xfrm>
          <a:prstGeom prst="rect">
            <a:avLst/>
          </a:prstGeom>
        </p:spPr>
        <p:txBody>
          <a:bodyPr vert="horz" wrap="square" lIns="0" tIns="0" rIns="0" bIns="0" rtlCol="0" anchor="ctr" anchorCtr="0">
            <a:noAutofit/>
          </a:bodyPr>
          <a:lstStyle>
            <a:lvl1pPr rtl="0">
              <a:defRPr lang="en-US" dirty="0"/>
            </a:lvl1pPr>
          </a:lstStyle>
          <a:p>
            <a:pPr lvl="0"/>
            <a:r>
              <a:rPr lang="nl-NL"/>
              <a:t>Click to edit Master title style</a:t>
            </a:r>
            <a:endParaRPr lang="nl-NL" dirty="0"/>
          </a:p>
        </p:txBody>
      </p:sp>
      <p:sp>
        <p:nvSpPr>
          <p:cNvPr id="10" name="1. On-page tracker">
            <a:extLst>
              <a:ext uri="{FF2B5EF4-FFF2-40B4-BE49-F238E27FC236}">
                <a16:creationId xmlns:a16="http://schemas.microsoft.com/office/drawing/2014/main" id="{E4983596-431B-4F12-AA07-76914CD3DEE7}"/>
              </a:ext>
            </a:extLst>
          </p:cNvPr>
          <p:cNvSpPr>
            <a:spLocks noGrp="1"/>
          </p:cNvSpPr>
          <p:nvPr>
            <p:ph type="body" sz="quarter" idx="10" hasCustomPrompt="1"/>
            <p:custDataLst>
              <p:tags r:id="rId4"/>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1" name="Slide Number">
            <a:extLst>
              <a:ext uri="{FF2B5EF4-FFF2-40B4-BE49-F238E27FC236}">
                <a16:creationId xmlns:a16="http://schemas.microsoft.com/office/drawing/2014/main" id="{783A5904-720E-42AD-9DE4-7F4355DD973E}"/>
              </a:ext>
            </a:extLst>
          </p:cNvPr>
          <p:cNvSpPr>
            <a:spLocks noChangeArrowheads="1"/>
          </p:cNvSpPr>
          <p:nvPr userDrawn="1">
            <p:custDataLst>
              <p:tags r:id="rId5"/>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2" name="5. Source" hidden="1">
            <a:extLst>
              <a:ext uri="{FF2B5EF4-FFF2-40B4-BE49-F238E27FC236}">
                <a16:creationId xmlns:a16="http://schemas.microsoft.com/office/drawing/2014/main" id="{EB5EC79C-E408-4CA2-9723-3C9014891ABB}"/>
              </a:ext>
            </a:extLst>
          </p:cNvPr>
          <p:cNvSpPr txBox="1"/>
          <p:nvPr userDrawn="1">
            <p:custDataLst>
              <p:tags r:id="rId6"/>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108613163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05B6D76-6B4B-4ED5-B8F1-5D1D09831257}"/>
              </a:ext>
            </a:extLst>
          </p:cNvPr>
          <p:cNvGraphicFramePr>
            <a:graphicFrameLocks noChangeAspect="1"/>
          </p:cNvGraphicFramePr>
          <p:nvPr userDrawn="1">
            <p:custDataLst>
              <p:tags r:id="rId1"/>
            </p:custDataLst>
            <p:extLst>
              <p:ext uri="{D42A27DB-BD31-4B8C-83A1-F6EECF244321}">
                <p14:modId xmlns:p14="http://schemas.microsoft.com/office/powerpoint/2010/main" val="24766769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3" name="Object 2" hidden="1">
                        <a:extLst>
                          <a:ext uri="{FF2B5EF4-FFF2-40B4-BE49-F238E27FC236}">
                            <a16:creationId xmlns:a16="http://schemas.microsoft.com/office/drawing/2014/main" id="{305B6D76-6B4B-4ED5-B8F1-5D1D09831257}"/>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BDCF374B-2477-45CD-A00B-B8676A45ACD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44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3"/>
            </p:custDataLst>
          </p:nvPr>
        </p:nvSpPr>
        <p:spPr>
          <a:xfrm>
            <a:off x="554736" y="4580468"/>
            <a:ext cx="11082528" cy="677108"/>
          </a:xfrm>
        </p:spPr>
        <p:txBody>
          <a:bodyPr vert="horz" wrap="square" lIns="0" tIns="0" rIns="0" bIns="0" rtlCol="0" anchor="b" anchorCtr="0">
            <a:noAutofit/>
          </a:bodyPr>
          <a:lstStyle>
            <a:lvl1pPr rtl="0">
              <a:defRPr lang="en-US" sz="4400" dirty="0"/>
            </a:lvl1pPr>
          </a:lstStyle>
          <a:p>
            <a:pPr lvl="0"/>
            <a:r>
              <a:rPr lang="nl-NL"/>
              <a:t>Click to edit Master title style</a:t>
            </a:r>
            <a:endParaRPr lang="nl-NL" dirty="0"/>
          </a:p>
        </p:txBody>
      </p:sp>
      <p:sp>
        <p:nvSpPr>
          <p:cNvPr id="9" name="1. On-page tracker">
            <a:extLst>
              <a:ext uri="{FF2B5EF4-FFF2-40B4-BE49-F238E27FC236}">
                <a16:creationId xmlns:a16="http://schemas.microsoft.com/office/drawing/2014/main" id="{FA764DC8-CEA6-42F3-8E66-7C768AAD275E}"/>
              </a:ext>
            </a:extLst>
          </p:cNvPr>
          <p:cNvSpPr>
            <a:spLocks noGrp="1"/>
          </p:cNvSpPr>
          <p:nvPr>
            <p:ph type="body" sz="quarter" idx="10" hasCustomPrompt="1"/>
            <p:custDataLst>
              <p:tags r:id="rId4"/>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0" name="Slide Number">
            <a:extLst>
              <a:ext uri="{FF2B5EF4-FFF2-40B4-BE49-F238E27FC236}">
                <a16:creationId xmlns:a16="http://schemas.microsoft.com/office/drawing/2014/main" id="{195A767B-5BA1-4B5A-8F96-DFF2FB62C0FF}"/>
              </a:ext>
            </a:extLst>
          </p:cNvPr>
          <p:cNvSpPr>
            <a:spLocks noChangeArrowheads="1"/>
          </p:cNvSpPr>
          <p:nvPr userDrawn="1">
            <p:custDataLst>
              <p:tags r:id="rId5"/>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1" name="5. Source" hidden="1">
            <a:extLst>
              <a:ext uri="{FF2B5EF4-FFF2-40B4-BE49-F238E27FC236}">
                <a16:creationId xmlns:a16="http://schemas.microsoft.com/office/drawing/2014/main" id="{5A25F626-D2F4-4CE3-90B1-93C8E688B8D0}"/>
              </a:ext>
            </a:extLst>
          </p:cNvPr>
          <p:cNvSpPr txBox="1"/>
          <p:nvPr userDrawn="1">
            <p:custDataLst>
              <p:tags r:id="rId6"/>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411691410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EC6EE29E-F64A-419F-BFB0-EEDEB71953F6}"/>
              </a:ext>
            </a:extLst>
          </p:cNvPr>
          <p:cNvGraphicFramePr>
            <a:graphicFrameLocks noChangeAspect="1"/>
          </p:cNvGraphicFramePr>
          <p:nvPr userDrawn="1">
            <p:custDataLst>
              <p:tags r:id="rId1"/>
            </p:custDataLst>
            <p:extLst>
              <p:ext uri="{D42A27DB-BD31-4B8C-83A1-F6EECF244321}">
                <p14:modId xmlns:p14="http://schemas.microsoft.com/office/powerpoint/2010/main" val="468515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592" imgH="591" progId="TCLayout.ActiveDocument.1">
                  <p:embed/>
                </p:oleObj>
              </mc:Choice>
              <mc:Fallback>
                <p:oleObj name="think-cell Slide" r:id="rId9" imgW="592" imgH="591" progId="TCLayout.ActiveDocument.1">
                  <p:embed/>
                  <p:pic>
                    <p:nvPicPr>
                      <p:cNvPr id="3" name="Object 2" hidden="1">
                        <a:extLst>
                          <a:ext uri="{FF2B5EF4-FFF2-40B4-BE49-F238E27FC236}">
                            <a16:creationId xmlns:a16="http://schemas.microsoft.com/office/drawing/2014/main" id="{EC6EE29E-F64A-419F-BFB0-EEDEB71953F6}"/>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69526043-F22A-4ED3-B0A1-DD7C4F83AF9B}"/>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34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8" name="2. Slide Title">
            <a:extLst>
              <a:ext uri="{FF2B5EF4-FFF2-40B4-BE49-F238E27FC236}">
                <a16:creationId xmlns:a16="http://schemas.microsoft.com/office/drawing/2014/main" id="{EA735538-C733-4892-93A4-7B433D8B8293}"/>
              </a:ext>
            </a:extLst>
          </p:cNvPr>
          <p:cNvSpPr>
            <a:spLocks noGrp="1"/>
          </p:cNvSpPr>
          <p:nvPr>
            <p:ph type="title" hasCustomPrompt="1"/>
            <p:custDataLst>
              <p:tags r:id="rId3"/>
            </p:custDataLst>
          </p:nvPr>
        </p:nvSpPr>
        <p:spPr>
          <a:xfrm>
            <a:off x="1505712" y="3556229"/>
            <a:ext cx="9180576" cy="523220"/>
          </a:xfrm>
          <a:prstGeom prst="rect">
            <a:avLst/>
          </a:prstGeom>
        </p:spPr>
        <p:txBody>
          <a:bodyPr vert="horz" wrap="square" lIns="0" tIns="0" rIns="0" bIns="0" rtlCol="0" anchor="b" anchorCtr="0">
            <a:spAutoFit/>
          </a:bodyPr>
          <a:lstStyle>
            <a:lvl1pPr rtl="0">
              <a:defRPr lang="en-US" sz="3400" dirty="0"/>
            </a:lvl1pPr>
          </a:lstStyle>
          <a:p>
            <a:pPr lvl="0"/>
            <a:r>
              <a:rPr lang="nl-NL" dirty="0"/>
              <a:t>“Click to add quote</a:t>
            </a:r>
          </a:p>
        </p:txBody>
      </p:sp>
      <p:sp>
        <p:nvSpPr>
          <p:cNvPr id="6" name="3. Subtitle">
            <a:extLst>
              <a:ext uri="{FF2B5EF4-FFF2-40B4-BE49-F238E27FC236}">
                <a16:creationId xmlns:a16="http://schemas.microsoft.com/office/drawing/2014/main" id="{8DB5022C-F66C-4018-82F3-195571DDD527}"/>
              </a:ext>
            </a:extLst>
          </p:cNvPr>
          <p:cNvSpPr>
            <a:spLocks noGrp="1"/>
          </p:cNvSpPr>
          <p:nvPr>
            <p:ph type="subTitle" idx="1" hasCustomPrompt="1"/>
            <p:custDataLst>
              <p:tags r:id="rId4"/>
            </p:custDataLst>
          </p:nvPr>
        </p:nvSpPr>
        <p:spPr>
          <a:xfrm>
            <a:off x="1505712" y="4284630"/>
            <a:ext cx="9180576" cy="276999"/>
          </a:xfrm>
          <a:prstGeom prst="rect">
            <a:avLst/>
          </a:prstGeom>
        </p:spPr>
        <p:txBody>
          <a:bodyPr vert="horz" wrap="square" lIns="0" tIns="0" rIns="0" bIns="0" rtlCol="0">
            <a:spAutoFit/>
          </a:bodyPr>
          <a:lstStyle>
            <a:lvl1pPr rtl="0">
              <a:defRPr lang="en-US" sz="1800" b="0" dirty="0">
                <a:solidFill>
                  <a:schemeClr val="accent1"/>
                </a:solidFill>
              </a:defRPr>
            </a:lvl1pPr>
          </a:lstStyle>
          <a:p>
            <a:pPr lvl="0">
              <a:buNone/>
            </a:pPr>
            <a:r>
              <a:rPr lang="nl-NL" dirty="0"/>
              <a:t>Click to add quote source</a:t>
            </a:r>
          </a:p>
        </p:txBody>
      </p:sp>
      <p:sp>
        <p:nvSpPr>
          <p:cNvPr id="10" name="1. On-page tracker">
            <a:extLst>
              <a:ext uri="{FF2B5EF4-FFF2-40B4-BE49-F238E27FC236}">
                <a16:creationId xmlns:a16="http://schemas.microsoft.com/office/drawing/2014/main" id="{556D1499-3230-4098-85B2-D4CC7CA621F1}"/>
              </a:ext>
            </a:extLst>
          </p:cNvPr>
          <p:cNvSpPr>
            <a:spLocks noGrp="1"/>
          </p:cNvSpPr>
          <p:nvPr>
            <p:ph type="body" sz="quarter" idx="10" hasCustomPrompt="1"/>
            <p:custDataLst>
              <p:tags r:id="rId5"/>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1" name="Slide Number">
            <a:extLst>
              <a:ext uri="{FF2B5EF4-FFF2-40B4-BE49-F238E27FC236}">
                <a16:creationId xmlns:a16="http://schemas.microsoft.com/office/drawing/2014/main" id="{4CE6E8D0-0DC6-4501-8859-0EF5E4AAEA2E}"/>
              </a:ext>
            </a:extLst>
          </p:cNvPr>
          <p:cNvSpPr>
            <a:spLocks noChangeArrowheads="1"/>
          </p:cNvSpPr>
          <p:nvPr userDrawn="1">
            <p:custDataLst>
              <p:tags r:id="rId6"/>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2" name="5. Source" hidden="1">
            <a:extLst>
              <a:ext uri="{FF2B5EF4-FFF2-40B4-BE49-F238E27FC236}">
                <a16:creationId xmlns:a16="http://schemas.microsoft.com/office/drawing/2014/main" id="{87A27F8B-AD52-4108-934D-D1CD8FA0F0B5}"/>
              </a:ext>
            </a:extLst>
          </p:cNvPr>
          <p:cNvSpPr txBox="1"/>
          <p:nvPr userDrawn="1">
            <p:custDataLst>
              <p:tags r:id="rId7"/>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38901271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1/4">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35946803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DA8D6A48-EE20-4EB4-A234-9F3B16C02872}"/>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67C50C85-5FB9-4798-A8A4-1DA5B9F3ACC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chemeClr val="accent1">
              <a:lumMod val="20000"/>
              <a:lumOff val="8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nl-NL" dirty="0">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4"/>
            </p:custDataLst>
          </p:nvPr>
        </p:nvSpPr>
        <p:spPr>
          <a:xfrm>
            <a:off x="554736" y="2744369"/>
            <a:ext cx="2514600" cy="769441"/>
          </a:xfrm>
        </p:spPr>
        <p:txBody>
          <a:bodyPr vert="horz" wrap="square" lIns="0" tIns="0" rIns="0" bIns="0" rtlCol="0" anchor="b" anchorCtr="0">
            <a:noAutofit/>
          </a:bodyPr>
          <a:lstStyle>
            <a:lvl1pPr rtl="0">
              <a:defRPr lang="en-US" dirty="0"/>
            </a:lvl1pPr>
          </a:lstStyle>
          <a:p>
            <a:pPr lvl="0"/>
            <a:r>
              <a:rPr lang="nl-NL"/>
              <a:t>Click to edit Master title style</a:t>
            </a:r>
            <a:endParaRPr lang="nl-NL" dirty="0"/>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5"/>
            </p:custDataLst>
          </p:nvPr>
        </p:nvSpPr>
        <p:spPr>
          <a:xfrm>
            <a:off x="554736" y="3659644"/>
            <a:ext cx="2514600" cy="553998"/>
          </a:xfrm>
          <a:prstGeom prst="rect">
            <a:avLst/>
          </a:prstGeom>
        </p:spPr>
        <p:txBody>
          <a:bodyPr vert="horz" wrap="square" lIns="0" tIns="0" rIns="0" bIns="0" rtlCol="0">
            <a:spAutoFit/>
          </a:bodyPr>
          <a:lstStyle>
            <a:lvl1pPr rtl="0">
              <a:defRPr lang="en-US" sz="1800" b="0" dirty="0">
                <a:solidFill>
                  <a:schemeClr val="accent1"/>
                </a:solidFill>
              </a:defRPr>
            </a:lvl1pPr>
          </a:lstStyle>
          <a:p>
            <a:pPr lvl="0">
              <a:buNone/>
            </a:pPr>
            <a:r>
              <a:rPr lang="nl-NL"/>
              <a:t>Click to edit Master subtitle style</a:t>
            </a:r>
            <a:endParaRPr lang="nl-NL" dirty="0"/>
          </a:p>
        </p:txBody>
      </p:sp>
      <p:sp>
        <p:nvSpPr>
          <p:cNvPr id="10" name="1. On-page tracker">
            <a:extLst>
              <a:ext uri="{FF2B5EF4-FFF2-40B4-BE49-F238E27FC236}">
                <a16:creationId xmlns:a16="http://schemas.microsoft.com/office/drawing/2014/main" id="{96552B7E-7081-4EA8-9351-FE4C7216ADF2}"/>
              </a:ext>
            </a:extLst>
          </p:cNvPr>
          <p:cNvSpPr>
            <a:spLocks noGrp="1"/>
          </p:cNvSpPr>
          <p:nvPr>
            <p:ph type="body" sz="quarter" idx="10" hasCustomPrompt="1"/>
            <p:custDataLst>
              <p:tags r:id="rId6"/>
            </p:custDataLst>
          </p:nvPr>
        </p:nvSpPr>
        <p:spPr>
          <a:xfrm>
            <a:off x="554735" y="41597"/>
            <a:ext cx="2514601"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1" name="LOGO">
            <a:extLst>
              <a:ext uri="{FF2B5EF4-FFF2-40B4-BE49-F238E27FC236}">
                <a16:creationId xmlns:a16="http://schemas.microsoft.com/office/drawing/2014/main" id="{B4F1457E-80DA-4D41-8030-E2EBCEE49EFF}"/>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13" name="Tijdelijke aanduiding voor tekst 43">
            <a:extLst>
              <a:ext uri="{FF2B5EF4-FFF2-40B4-BE49-F238E27FC236}">
                <a16:creationId xmlns:a16="http://schemas.microsoft.com/office/drawing/2014/main" id="{6915FB49-8892-4323-BE28-8F57423ED829}"/>
              </a:ext>
            </a:extLst>
          </p:cNvPr>
          <p:cNvSpPr txBox="1">
            <a:spLocks/>
          </p:cNvSpPr>
          <p:nvPr userDrawn="1"/>
        </p:nvSpPr>
        <p:spPr>
          <a:xfrm>
            <a:off x="554736" y="0"/>
            <a:ext cx="1080000" cy="45719"/>
          </a:xfrm>
          <a:prstGeom prst="rect">
            <a:avLst/>
          </a:prstGeom>
          <a:solidFill>
            <a:schemeClr val="accent2"/>
          </a:solidFill>
        </p:spPr>
        <p:txBody>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
        <p:nvSpPr>
          <p:cNvPr id="14" name="Slide Number">
            <a:extLst>
              <a:ext uri="{FF2B5EF4-FFF2-40B4-BE49-F238E27FC236}">
                <a16:creationId xmlns:a16="http://schemas.microsoft.com/office/drawing/2014/main" id="{5F056FA8-EF3B-4D1F-95F2-68195FB0D38B}"/>
              </a:ext>
            </a:extLst>
          </p:cNvPr>
          <p:cNvSpPr>
            <a:spLocks noChangeArrowheads="1"/>
          </p:cNvSpPr>
          <p:nvPr userDrawn="1">
            <p:custDataLst>
              <p:tags r:id="rId7"/>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6" name="5. Source" hidden="1">
            <a:extLst>
              <a:ext uri="{FF2B5EF4-FFF2-40B4-BE49-F238E27FC236}">
                <a16:creationId xmlns:a16="http://schemas.microsoft.com/office/drawing/2014/main" id="{7BAAD780-28A5-42C8-B807-0D4E5F8EDE1C}"/>
              </a:ext>
            </a:extLst>
          </p:cNvPr>
          <p:cNvSpPr txBox="1"/>
          <p:nvPr userDrawn="1">
            <p:custDataLst>
              <p:tags r:id="rId8"/>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419086603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23229653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9D2CA90-0144-4292-9526-98A508F5317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chemeClr val="accent1">
              <a:lumMod val="20000"/>
              <a:lumOff val="8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gn="ctr" rtl="0"/>
            <a:endParaRPr lang="nl-NL" dirty="0">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4"/>
            </p:custDataLst>
          </p:nvPr>
        </p:nvSpPr>
        <p:spPr>
          <a:xfrm>
            <a:off x="554736" y="2744369"/>
            <a:ext cx="3465576" cy="769441"/>
          </a:xfrm>
          <a:prstGeom prst="rect">
            <a:avLst/>
          </a:prstGeom>
        </p:spPr>
        <p:txBody>
          <a:bodyPr vert="horz" wrap="square" lIns="0" tIns="0" rIns="0" bIns="0" rtlCol="0" anchor="b" anchorCtr="0">
            <a:noAutofit/>
          </a:bodyPr>
          <a:lstStyle>
            <a:lvl1pPr rtl="0">
              <a:defRPr lang="en-US" dirty="0"/>
            </a:lvl1pPr>
          </a:lstStyle>
          <a:p>
            <a:pPr lvl="0"/>
            <a:r>
              <a:rPr lang="nl-NL"/>
              <a:t>Click to edit Master title style</a:t>
            </a:r>
            <a:endParaRPr lang="nl-NL" dirty="0"/>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5"/>
            </p:custDataLst>
          </p:nvPr>
        </p:nvSpPr>
        <p:spPr>
          <a:xfrm>
            <a:off x="554735" y="3659644"/>
            <a:ext cx="3465575" cy="276999"/>
          </a:xfrm>
          <a:prstGeom prst="rect">
            <a:avLst/>
          </a:prstGeom>
        </p:spPr>
        <p:txBody>
          <a:bodyPr vert="horz" wrap="square" lIns="0" tIns="0" rIns="0" bIns="0" rtlCol="0">
            <a:spAutoFit/>
          </a:bodyPr>
          <a:lstStyle>
            <a:lvl1pPr rtl="0">
              <a:defRPr lang="en-US" sz="1800" b="0" dirty="0">
                <a:solidFill>
                  <a:schemeClr val="accent1"/>
                </a:solidFill>
              </a:defRPr>
            </a:lvl1pPr>
          </a:lstStyle>
          <a:p>
            <a:pPr lvl="0">
              <a:buNone/>
            </a:pPr>
            <a:r>
              <a:rPr lang="nl-NL"/>
              <a:t>Click to edit Master subtitle style</a:t>
            </a:r>
            <a:endParaRPr lang="nl-NL" dirty="0"/>
          </a:p>
        </p:txBody>
      </p:sp>
      <p:sp>
        <p:nvSpPr>
          <p:cNvPr id="10" name="1. On-page tracker">
            <a:extLst>
              <a:ext uri="{FF2B5EF4-FFF2-40B4-BE49-F238E27FC236}">
                <a16:creationId xmlns:a16="http://schemas.microsoft.com/office/drawing/2014/main" id="{79C07342-0520-417C-B878-54C94CBD8539}"/>
              </a:ext>
            </a:extLst>
          </p:cNvPr>
          <p:cNvSpPr>
            <a:spLocks noGrp="1"/>
          </p:cNvSpPr>
          <p:nvPr>
            <p:ph type="body" sz="quarter" idx="10" hasCustomPrompt="1"/>
            <p:custDataLst>
              <p:tags r:id="rId6"/>
            </p:custDataLst>
          </p:nvPr>
        </p:nvSpPr>
        <p:spPr>
          <a:xfrm>
            <a:off x="554735" y="41597"/>
            <a:ext cx="3465577"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1" name="LOGO">
            <a:extLst>
              <a:ext uri="{FF2B5EF4-FFF2-40B4-BE49-F238E27FC236}">
                <a16:creationId xmlns:a16="http://schemas.microsoft.com/office/drawing/2014/main" id="{12FFB294-5822-4B88-9124-9374B1F297AD}"/>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13" name="Tijdelijke aanduiding voor tekst 43">
            <a:extLst>
              <a:ext uri="{FF2B5EF4-FFF2-40B4-BE49-F238E27FC236}">
                <a16:creationId xmlns:a16="http://schemas.microsoft.com/office/drawing/2014/main" id="{E339368C-F259-4385-935A-88667B1B1459}"/>
              </a:ext>
            </a:extLst>
          </p:cNvPr>
          <p:cNvSpPr txBox="1">
            <a:spLocks/>
          </p:cNvSpPr>
          <p:nvPr userDrawn="1"/>
        </p:nvSpPr>
        <p:spPr>
          <a:xfrm>
            <a:off x="554736" y="0"/>
            <a:ext cx="1080000" cy="45719"/>
          </a:xfrm>
          <a:prstGeom prst="rect">
            <a:avLst/>
          </a:prstGeom>
          <a:solidFill>
            <a:schemeClr val="accent2"/>
          </a:solidFill>
        </p:spPr>
        <p:txBody>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
        <p:nvSpPr>
          <p:cNvPr id="14" name="Slide Number">
            <a:extLst>
              <a:ext uri="{FF2B5EF4-FFF2-40B4-BE49-F238E27FC236}">
                <a16:creationId xmlns:a16="http://schemas.microsoft.com/office/drawing/2014/main" id="{EA2E3F14-E604-405A-8C36-8690BED06BD2}"/>
              </a:ext>
            </a:extLst>
          </p:cNvPr>
          <p:cNvSpPr>
            <a:spLocks noChangeArrowheads="1"/>
          </p:cNvSpPr>
          <p:nvPr userDrawn="1">
            <p:custDataLst>
              <p:tags r:id="rId7"/>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5" name="5. Source" hidden="1">
            <a:extLst>
              <a:ext uri="{FF2B5EF4-FFF2-40B4-BE49-F238E27FC236}">
                <a16:creationId xmlns:a16="http://schemas.microsoft.com/office/drawing/2014/main" id="{F113CD5A-0912-45CC-AF65-EBFB1762930D}"/>
              </a:ext>
            </a:extLst>
          </p:cNvPr>
          <p:cNvSpPr txBox="1"/>
          <p:nvPr userDrawn="1">
            <p:custDataLst>
              <p:tags r:id="rId8"/>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2097482584"/>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19530772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725BD87-3C3D-45F6-BBCF-F06FD867659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chemeClr val="accent1">
              <a:lumMod val="20000"/>
              <a:lumOff val="8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gn="ctr" rtl="0"/>
            <a:endParaRPr lang="nl-NL" dirty="0">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4"/>
            </p:custDataLst>
          </p:nvPr>
        </p:nvSpPr>
        <p:spPr>
          <a:xfrm>
            <a:off x="554736" y="172212"/>
            <a:ext cx="5065776" cy="731520"/>
          </a:xfrm>
        </p:spPr>
        <p:txBody>
          <a:bodyPr vert="horz" wrap="square" lIns="0" tIns="0" rIns="0" bIns="0" rtlCol="0" anchor="b" anchorCtr="0">
            <a:noAutofit/>
          </a:bodyPr>
          <a:lstStyle>
            <a:lvl1pPr rtl="0">
              <a:defRPr lang="en-US" dirty="0"/>
            </a:lvl1pPr>
          </a:lstStyle>
          <a:p>
            <a:pPr lvl="0"/>
            <a:r>
              <a:rPr lang="nl-NL"/>
              <a:t>Click to edit Master title style</a:t>
            </a:r>
            <a:endParaRPr lang="nl-NL" dirty="0"/>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5"/>
            </p:custDataLst>
          </p:nvPr>
        </p:nvSpPr>
        <p:spPr>
          <a:xfrm>
            <a:off x="554736" y="884725"/>
            <a:ext cx="5065776" cy="276999"/>
          </a:xfrm>
          <a:prstGeom prst="rect">
            <a:avLst/>
          </a:prstGeom>
        </p:spPr>
        <p:txBody>
          <a:bodyPr vert="horz" wrap="square" lIns="0" tIns="0" rIns="0" bIns="0" rtlCol="0">
            <a:spAutoFit/>
          </a:bodyPr>
          <a:lstStyle>
            <a:lvl1pPr rtl="0">
              <a:defRPr lang="en-US" sz="1800" b="0" dirty="0">
                <a:solidFill>
                  <a:schemeClr val="accent1"/>
                </a:solidFill>
              </a:defRPr>
            </a:lvl1pPr>
          </a:lstStyle>
          <a:p>
            <a:pPr lvl="0">
              <a:buNone/>
            </a:pPr>
            <a:r>
              <a:rPr lang="nl-NL"/>
              <a:t>Click to edit Master subtitle style</a:t>
            </a:r>
            <a:endParaRPr lang="nl-NL" dirty="0"/>
          </a:p>
        </p:txBody>
      </p:sp>
      <p:sp>
        <p:nvSpPr>
          <p:cNvPr id="10" name="1. On-page tracker">
            <a:extLst>
              <a:ext uri="{FF2B5EF4-FFF2-40B4-BE49-F238E27FC236}">
                <a16:creationId xmlns:a16="http://schemas.microsoft.com/office/drawing/2014/main" id="{E9BE4D1E-183A-499B-BFC7-798294EB7AE9}"/>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1" name="LOGO">
            <a:extLst>
              <a:ext uri="{FF2B5EF4-FFF2-40B4-BE49-F238E27FC236}">
                <a16:creationId xmlns:a16="http://schemas.microsoft.com/office/drawing/2014/main" id="{E5AB885D-2D31-4F92-9F0E-9FC8224A7FCC}"/>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13" name="Tijdelijke aanduiding voor tekst 43">
            <a:extLst>
              <a:ext uri="{FF2B5EF4-FFF2-40B4-BE49-F238E27FC236}">
                <a16:creationId xmlns:a16="http://schemas.microsoft.com/office/drawing/2014/main" id="{5AC24435-5311-4863-A030-9002A75B06F8}"/>
              </a:ext>
            </a:extLst>
          </p:cNvPr>
          <p:cNvSpPr txBox="1">
            <a:spLocks/>
          </p:cNvSpPr>
          <p:nvPr userDrawn="1"/>
        </p:nvSpPr>
        <p:spPr>
          <a:xfrm>
            <a:off x="554736" y="0"/>
            <a:ext cx="1080000" cy="45719"/>
          </a:xfrm>
          <a:prstGeom prst="rect">
            <a:avLst/>
          </a:prstGeom>
          <a:solidFill>
            <a:schemeClr val="accent2"/>
          </a:solidFill>
        </p:spPr>
        <p:txBody>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
        <p:nvSpPr>
          <p:cNvPr id="14" name="Slide Number">
            <a:extLst>
              <a:ext uri="{FF2B5EF4-FFF2-40B4-BE49-F238E27FC236}">
                <a16:creationId xmlns:a16="http://schemas.microsoft.com/office/drawing/2014/main" id="{C5F89EE2-C2A5-4AFD-B9C7-4B6172D633D9}"/>
              </a:ext>
            </a:extLst>
          </p:cNvPr>
          <p:cNvSpPr>
            <a:spLocks noChangeArrowheads="1"/>
          </p:cNvSpPr>
          <p:nvPr userDrawn="1">
            <p:custDataLst>
              <p:tags r:id="rId7"/>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5" name="5. Source" hidden="1">
            <a:extLst>
              <a:ext uri="{FF2B5EF4-FFF2-40B4-BE49-F238E27FC236}">
                <a16:creationId xmlns:a16="http://schemas.microsoft.com/office/drawing/2014/main" id="{314C6DE7-2291-4770-BD27-7C05676C0409}"/>
              </a:ext>
            </a:extLst>
          </p:cNvPr>
          <p:cNvSpPr txBox="1"/>
          <p:nvPr userDrawn="1">
            <p:custDataLst>
              <p:tags r:id="rId8"/>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414538563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35885031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572" imgH="588" progId="TCLayout.ActiveDocument.1">
                  <p:embed/>
                </p:oleObj>
              </mc:Choice>
              <mc:Fallback>
                <p:oleObj name="think-cell Slide" r:id="rId10"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D668F04-7049-40BA-8D63-D8BBB6921318}"/>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3"/>
            </p:custDataLst>
          </p:nvPr>
        </p:nvSpPr>
        <p:spPr>
          <a:xfrm>
            <a:off x="554736" y="172212"/>
            <a:ext cx="6967728" cy="731520"/>
          </a:xfrm>
        </p:spPr>
        <p:txBody>
          <a:bodyPr vert="horz" wrap="square" lIns="0" tIns="0" rIns="0" bIns="0" rtlCol="0" anchor="b" anchorCtr="0">
            <a:noAutofit/>
          </a:bodyPr>
          <a:lstStyle>
            <a:lvl1pPr rtl="0">
              <a:defRPr lang="en-US" dirty="0"/>
            </a:lvl1pPr>
          </a:lstStyle>
          <a:p>
            <a:pPr lvl="0"/>
            <a:r>
              <a:rPr lang="nl-NL"/>
              <a:t>Click to edit Master title style</a:t>
            </a:r>
            <a:endParaRPr lang="nl-NL" dirty="0"/>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7830312" y="0"/>
            <a:ext cx="4361688" cy="6858000"/>
          </a:xfrm>
          <a:prstGeom prst="rect">
            <a:avLst/>
          </a:prstGeom>
          <a:solidFill>
            <a:schemeClr val="accent1">
              <a:lumMod val="20000"/>
              <a:lumOff val="8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gn="ctr" rtl="0"/>
            <a:endParaRPr lang="nl-NL" dirty="0">
              <a:solidFill>
                <a:srgbClr val="F0F0F0"/>
              </a:solidFill>
              <a:latin typeface="Arial" panose="020B0604020202020204" pitchFamily="34" charset="0"/>
            </a:endParaRPr>
          </a:p>
        </p:txBody>
      </p: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5"/>
            </p:custDataLst>
          </p:nvPr>
        </p:nvSpPr>
        <p:spPr>
          <a:xfrm>
            <a:off x="554736" y="884725"/>
            <a:ext cx="6967728" cy="276999"/>
          </a:xfrm>
          <a:prstGeom prst="rect">
            <a:avLst/>
          </a:prstGeom>
        </p:spPr>
        <p:txBody>
          <a:bodyPr vert="horz" wrap="square" lIns="0" tIns="0" rIns="0" bIns="0" rtlCol="0">
            <a:spAutoFit/>
          </a:bodyPr>
          <a:lstStyle>
            <a:lvl1pPr rtl="0">
              <a:defRPr lang="en-US" sz="1800" b="0" dirty="0">
                <a:solidFill>
                  <a:schemeClr val="accent1"/>
                </a:solidFill>
              </a:defRPr>
            </a:lvl1pPr>
          </a:lstStyle>
          <a:p>
            <a:pPr lvl="0">
              <a:buNone/>
            </a:pPr>
            <a:r>
              <a:rPr lang="nl-NL"/>
              <a:t>Click to edit Master subtitle style</a:t>
            </a:r>
            <a:endParaRPr lang="nl-NL" dirty="0"/>
          </a:p>
        </p:txBody>
      </p:sp>
      <p:sp>
        <p:nvSpPr>
          <p:cNvPr id="10" name="1. On-page tracker">
            <a:extLst>
              <a:ext uri="{FF2B5EF4-FFF2-40B4-BE49-F238E27FC236}">
                <a16:creationId xmlns:a16="http://schemas.microsoft.com/office/drawing/2014/main" id="{7C393009-0681-4A8F-A1E9-19E10A949DCD}"/>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1" name="LOGO">
            <a:extLst>
              <a:ext uri="{FF2B5EF4-FFF2-40B4-BE49-F238E27FC236}">
                <a16:creationId xmlns:a16="http://schemas.microsoft.com/office/drawing/2014/main" id="{D55B9F57-59D8-4294-84EA-18CED46A914F}"/>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13" name="Tijdelijke aanduiding voor tekst 43">
            <a:extLst>
              <a:ext uri="{FF2B5EF4-FFF2-40B4-BE49-F238E27FC236}">
                <a16:creationId xmlns:a16="http://schemas.microsoft.com/office/drawing/2014/main" id="{8C3F00CD-4050-4E27-9372-B8F39F84E062}"/>
              </a:ext>
            </a:extLst>
          </p:cNvPr>
          <p:cNvSpPr txBox="1">
            <a:spLocks/>
          </p:cNvSpPr>
          <p:nvPr userDrawn="1"/>
        </p:nvSpPr>
        <p:spPr>
          <a:xfrm>
            <a:off x="554736" y="0"/>
            <a:ext cx="1080000" cy="45719"/>
          </a:xfrm>
          <a:prstGeom prst="rect">
            <a:avLst/>
          </a:prstGeom>
          <a:solidFill>
            <a:schemeClr val="accent2"/>
          </a:solidFill>
        </p:spPr>
        <p:txBody>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
        <p:nvSpPr>
          <p:cNvPr id="14" name="Slide Number">
            <a:extLst>
              <a:ext uri="{FF2B5EF4-FFF2-40B4-BE49-F238E27FC236}">
                <a16:creationId xmlns:a16="http://schemas.microsoft.com/office/drawing/2014/main" id="{2E2C9B2C-1923-47E3-877B-BD46C3704E59}"/>
              </a:ext>
            </a:extLst>
          </p:cNvPr>
          <p:cNvSpPr>
            <a:spLocks noChangeArrowheads="1"/>
          </p:cNvSpPr>
          <p:nvPr userDrawn="1">
            <p:custDataLst>
              <p:tags r:id="rId7"/>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5" name="5. Source" hidden="1">
            <a:extLst>
              <a:ext uri="{FF2B5EF4-FFF2-40B4-BE49-F238E27FC236}">
                <a16:creationId xmlns:a16="http://schemas.microsoft.com/office/drawing/2014/main" id="{0EF4AE84-03D6-4670-B92F-653A129F5FE7}"/>
              </a:ext>
            </a:extLst>
          </p:cNvPr>
          <p:cNvSpPr txBox="1"/>
          <p:nvPr userDrawn="1">
            <p:custDataLst>
              <p:tags r:id="rId8"/>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112481480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3/4 ">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12717312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50854476-2923-4515-A585-4477FF86118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8781416" y="0"/>
            <a:ext cx="3410584" cy="6858000"/>
          </a:xfrm>
          <a:prstGeom prst="rect">
            <a:avLst/>
          </a:prstGeom>
          <a:solidFill>
            <a:schemeClr val="accent1">
              <a:lumMod val="20000"/>
              <a:lumOff val="8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gn="ctr" rtl="0"/>
            <a:endParaRPr lang="nl-NL" noProof="0" dirty="0">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4"/>
            </p:custDataLst>
          </p:nvPr>
        </p:nvSpPr>
        <p:spPr>
          <a:xfrm>
            <a:off x="554736" y="172212"/>
            <a:ext cx="7918704" cy="731520"/>
          </a:xfrm>
        </p:spPr>
        <p:txBody>
          <a:bodyPr vert="horz" wrap="square" lIns="0" tIns="0" rIns="0" bIns="0" rtlCol="0" anchor="b" anchorCtr="0">
            <a:noAutofit/>
          </a:bodyPr>
          <a:lstStyle>
            <a:lvl1pPr rtl="0">
              <a:defRPr lang="en-US" dirty="0"/>
            </a:lvl1pPr>
          </a:lstStyle>
          <a:p>
            <a:pPr lvl="0"/>
            <a:r>
              <a:rPr lang="nl-NL"/>
              <a:t>Click to edit Master title style</a:t>
            </a:r>
            <a:endParaRPr lang="nl-NL" dirty="0"/>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5"/>
            </p:custDataLst>
          </p:nvPr>
        </p:nvSpPr>
        <p:spPr>
          <a:xfrm>
            <a:off x="554736" y="884725"/>
            <a:ext cx="7918704" cy="276999"/>
          </a:xfrm>
          <a:prstGeom prst="rect">
            <a:avLst/>
          </a:prstGeom>
        </p:spPr>
        <p:txBody>
          <a:bodyPr vert="horz" wrap="square" lIns="0" tIns="0" rIns="0" bIns="0" rtlCol="0">
            <a:spAutoFit/>
          </a:bodyPr>
          <a:lstStyle>
            <a:lvl1pPr rtl="0">
              <a:defRPr lang="en-US" sz="1800" b="0" dirty="0">
                <a:solidFill>
                  <a:schemeClr val="accent1"/>
                </a:solidFill>
              </a:defRPr>
            </a:lvl1pPr>
          </a:lstStyle>
          <a:p>
            <a:pPr lvl="0">
              <a:buNone/>
            </a:pPr>
            <a:r>
              <a:rPr lang="nl-NL"/>
              <a:t>Click to edit Master subtitle style</a:t>
            </a:r>
            <a:endParaRPr lang="nl-NL" dirty="0"/>
          </a:p>
        </p:txBody>
      </p:sp>
      <p:sp>
        <p:nvSpPr>
          <p:cNvPr id="10" name="1. On-page tracker">
            <a:extLst>
              <a:ext uri="{FF2B5EF4-FFF2-40B4-BE49-F238E27FC236}">
                <a16:creationId xmlns:a16="http://schemas.microsoft.com/office/drawing/2014/main" id="{DEC2F904-C5C8-4B39-9C46-6CA56144D86A}"/>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11" name="LOGO">
            <a:extLst>
              <a:ext uri="{FF2B5EF4-FFF2-40B4-BE49-F238E27FC236}">
                <a16:creationId xmlns:a16="http://schemas.microsoft.com/office/drawing/2014/main" id="{706FB08B-B210-4D80-8573-C6321DBCF24E}"/>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13" name="Tijdelijke aanduiding voor tekst 43">
            <a:extLst>
              <a:ext uri="{FF2B5EF4-FFF2-40B4-BE49-F238E27FC236}">
                <a16:creationId xmlns:a16="http://schemas.microsoft.com/office/drawing/2014/main" id="{E8C35DC7-C31E-4331-9BA8-A421855D7262}"/>
              </a:ext>
            </a:extLst>
          </p:cNvPr>
          <p:cNvSpPr txBox="1">
            <a:spLocks/>
          </p:cNvSpPr>
          <p:nvPr userDrawn="1"/>
        </p:nvSpPr>
        <p:spPr>
          <a:xfrm>
            <a:off x="554736" y="0"/>
            <a:ext cx="1080000" cy="45719"/>
          </a:xfrm>
          <a:prstGeom prst="rect">
            <a:avLst/>
          </a:prstGeom>
          <a:solidFill>
            <a:schemeClr val="accent2"/>
          </a:solidFill>
        </p:spPr>
        <p:txBody>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
        <p:nvSpPr>
          <p:cNvPr id="14" name="Slide Number">
            <a:extLst>
              <a:ext uri="{FF2B5EF4-FFF2-40B4-BE49-F238E27FC236}">
                <a16:creationId xmlns:a16="http://schemas.microsoft.com/office/drawing/2014/main" id="{D9E41969-935B-4A73-B978-C97F9AB9429E}"/>
              </a:ext>
            </a:extLst>
          </p:cNvPr>
          <p:cNvSpPr>
            <a:spLocks noChangeArrowheads="1"/>
          </p:cNvSpPr>
          <p:nvPr userDrawn="1">
            <p:custDataLst>
              <p:tags r:id="rId7"/>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5" name="5. Source" hidden="1">
            <a:extLst>
              <a:ext uri="{FF2B5EF4-FFF2-40B4-BE49-F238E27FC236}">
                <a16:creationId xmlns:a16="http://schemas.microsoft.com/office/drawing/2014/main" id="{61178E47-37F4-4922-ACD9-3F2F8C30F742}"/>
              </a:ext>
            </a:extLst>
          </p:cNvPr>
          <p:cNvSpPr txBox="1"/>
          <p:nvPr userDrawn="1">
            <p:custDataLst>
              <p:tags r:id="rId8"/>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186562348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3-lin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648A5D5-75B9-4F02-A4CB-B3C65A9BF2CE}"/>
              </a:ext>
            </a:extLst>
          </p:cNvPr>
          <p:cNvGraphicFramePr>
            <a:graphicFrameLocks noChangeAspect="1"/>
          </p:cNvGraphicFramePr>
          <p:nvPr userDrawn="1">
            <p:custDataLst>
              <p:tags r:id="rId1"/>
            </p:custDataLst>
            <p:extLst>
              <p:ext uri="{D42A27DB-BD31-4B8C-83A1-F6EECF244321}">
                <p14:modId xmlns:p14="http://schemas.microsoft.com/office/powerpoint/2010/main" val="18561124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3" name="Object 2" hidden="1">
                        <a:extLst>
                          <a:ext uri="{FF2B5EF4-FFF2-40B4-BE49-F238E27FC236}">
                            <a16:creationId xmlns:a16="http://schemas.microsoft.com/office/drawing/2014/main" id="{C648A5D5-75B9-4F02-A4CB-B3C65A9BF2CE}"/>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58AAF75-30DC-408A-933A-149F2D14D18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1"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3"/>
            </p:custDataLst>
          </p:nvPr>
        </p:nvSpPr>
        <p:spPr>
          <a:xfrm>
            <a:off x="554736" y="175171"/>
            <a:ext cx="11082528" cy="989512"/>
          </a:xfrm>
        </p:spPr>
        <p:txBody>
          <a:bodyPr vert="horz" wrap="square" lIns="0" tIns="0" rIns="0" bIns="0" rtlCol="0" anchor="b" anchorCtr="0">
            <a:noAutofit/>
          </a:bodyPr>
          <a:lstStyle>
            <a:lvl1pPr rtl="0">
              <a:defRPr lang="en-US" dirty="0"/>
            </a:lvl1pPr>
          </a:lstStyle>
          <a:p>
            <a:pPr lvl="0"/>
            <a:r>
              <a:rPr lang="nl-NL"/>
              <a:t>Click to edit Master title style</a:t>
            </a:r>
            <a:endParaRPr lang="nl-NL" dirty="0"/>
          </a:p>
        </p:txBody>
      </p:sp>
      <p:sp>
        <p:nvSpPr>
          <p:cNvPr id="8" name="1. On-page tracker">
            <a:extLst>
              <a:ext uri="{FF2B5EF4-FFF2-40B4-BE49-F238E27FC236}">
                <a16:creationId xmlns:a16="http://schemas.microsoft.com/office/drawing/2014/main" id="{931AA88E-24E2-4493-A340-98EE8666A3B2}"/>
              </a:ext>
            </a:extLst>
          </p:cNvPr>
          <p:cNvSpPr>
            <a:spLocks noGrp="1"/>
          </p:cNvSpPr>
          <p:nvPr>
            <p:ph type="body" sz="quarter" idx="10" hasCustomPrompt="1"/>
            <p:custDataLst>
              <p:tags r:id="rId4"/>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9" name="LOGO">
            <a:extLst>
              <a:ext uri="{FF2B5EF4-FFF2-40B4-BE49-F238E27FC236}">
                <a16:creationId xmlns:a16="http://schemas.microsoft.com/office/drawing/2014/main" id="{AAC054E2-58C7-40F7-9E10-6ABB1D86FF61}"/>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12" name="Tijdelijke aanduiding voor tekst 43">
            <a:extLst>
              <a:ext uri="{FF2B5EF4-FFF2-40B4-BE49-F238E27FC236}">
                <a16:creationId xmlns:a16="http://schemas.microsoft.com/office/drawing/2014/main" id="{6856A5A3-DCA3-48AE-AF42-1ED481C4CE03}"/>
              </a:ext>
            </a:extLst>
          </p:cNvPr>
          <p:cNvSpPr txBox="1">
            <a:spLocks/>
          </p:cNvSpPr>
          <p:nvPr userDrawn="1"/>
        </p:nvSpPr>
        <p:spPr>
          <a:xfrm>
            <a:off x="554736" y="0"/>
            <a:ext cx="1080000" cy="45719"/>
          </a:xfrm>
          <a:prstGeom prst="rect">
            <a:avLst/>
          </a:prstGeom>
          <a:solidFill>
            <a:schemeClr val="accent2"/>
          </a:solidFill>
        </p:spPr>
        <p:txBody>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
        <p:nvSpPr>
          <p:cNvPr id="13" name="Slide Number">
            <a:extLst>
              <a:ext uri="{FF2B5EF4-FFF2-40B4-BE49-F238E27FC236}">
                <a16:creationId xmlns:a16="http://schemas.microsoft.com/office/drawing/2014/main" id="{71E867D2-40CA-490D-93A9-ABFC8E5C0ED5}"/>
              </a:ext>
            </a:extLst>
          </p:cNvPr>
          <p:cNvSpPr>
            <a:spLocks noChangeArrowheads="1"/>
          </p:cNvSpPr>
          <p:nvPr userDrawn="1">
            <p:custDataLst>
              <p:tags r:id="rId5"/>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4" name="Rechthoek 6">
            <a:extLst>
              <a:ext uri="{FF2B5EF4-FFF2-40B4-BE49-F238E27FC236}">
                <a16:creationId xmlns:a16="http://schemas.microsoft.com/office/drawing/2014/main" id="{0C9250D7-CF3E-4349-A19E-1471406C74B1}"/>
              </a:ext>
            </a:extLst>
          </p:cNvPr>
          <p:cNvSpPr/>
          <p:nvPr userDrawn="1"/>
        </p:nvSpPr>
        <p:spPr>
          <a:xfrm>
            <a:off x="0" y="6146743"/>
            <a:ext cx="12192000" cy="36000"/>
          </a:xfrm>
          <a:prstGeom prst="rect">
            <a:avLst/>
          </a:prstGeom>
          <a:solidFill>
            <a:srgbClr val="D29FA5"/>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rtl="0"/>
            <a:endParaRPr lang="nl-NL" sz="1600" noProof="0" dirty="0"/>
          </a:p>
        </p:txBody>
      </p:sp>
      <p:sp>
        <p:nvSpPr>
          <p:cNvPr id="16" name="5. Source" hidden="1">
            <a:extLst>
              <a:ext uri="{FF2B5EF4-FFF2-40B4-BE49-F238E27FC236}">
                <a16:creationId xmlns:a16="http://schemas.microsoft.com/office/drawing/2014/main" id="{8B578329-BEEC-49B8-A976-C9DD5C8A0051}"/>
              </a:ext>
            </a:extLst>
          </p:cNvPr>
          <p:cNvSpPr txBox="1"/>
          <p:nvPr userDrawn="1">
            <p:custDataLst>
              <p:tags r:id="rId6"/>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134401393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Custom">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20E9A7C-FB74-480B-8212-8CE5C1AF5D1B}"/>
              </a:ext>
            </a:extLst>
          </p:cNvPr>
          <p:cNvGraphicFramePr>
            <a:graphicFrameLocks noChangeAspect="1"/>
          </p:cNvGraphicFramePr>
          <p:nvPr userDrawn="1">
            <p:custDataLst>
              <p:tags r:id="rId1"/>
            </p:custDataLst>
            <p:extLst>
              <p:ext uri="{D42A27DB-BD31-4B8C-83A1-F6EECF244321}">
                <p14:modId xmlns:p14="http://schemas.microsoft.com/office/powerpoint/2010/main" val="13679055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592" imgH="591" progId="TCLayout.ActiveDocument.1">
                  <p:embed/>
                </p:oleObj>
              </mc:Choice>
              <mc:Fallback>
                <p:oleObj name="think-cell Slide" r:id="rId6" imgW="592" imgH="591" progId="TCLayout.ActiveDocument.1">
                  <p:embed/>
                  <p:pic>
                    <p:nvPicPr>
                      <p:cNvPr id="2" name="Object 1" hidden="1">
                        <a:extLst>
                          <a:ext uri="{FF2B5EF4-FFF2-40B4-BE49-F238E27FC236}">
                            <a16:creationId xmlns:a16="http://schemas.microsoft.com/office/drawing/2014/main" id="{220E9A7C-FB74-480B-8212-8CE5C1AF5D1B}"/>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8" name="1. On-page tracker">
            <a:extLst>
              <a:ext uri="{FF2B5EF4-FFF2-40B4-BE49-F238E27FC236}">
                <a16:creationId xmlns:a16="http://schemas.microsoft.com/office/drawing/2014/main" id="{BD5E1493-E8EF-4031-B447-85DA0B418111}"/>
              </a:ext>
            </a:extLst>
          </p:cNvPr>
          <p:cNvSpPr>
            <a:spLocks noGrp="1"/>
          </p:cNvSpPr>
          <p:nvPr>
            <p:ph type="body" sz="quarter" idx="10" hasCustomPrompt="1"/>
            <p:custDataLst>
              <p:tags r:id="rId2"/>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nl-NL" dirty="0"/>
              <a:t>Add tracker</a:t>
            </a:r>
          </a:p>
        </p:txBody>
      </p:sp>
      <p:sp>
        <p:nvSpPr>
          <p:cNvPr id="6" name="LOGO">
            <a:extLst>
              <a:ext uri="{FF2B5EF4-FFF2-40B4-BE49-F238E27FC236}">
                <a16:creationId xmlns:a16="http://schemas.microsoft.com/office/drawing/2014/main" id="{4606D006-0A73-4F68-B57E-EF5D47860380}"/>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11" name="Tijdelijke aanduiding voor tekst 43">
            <a:extLst>
              <a:ext uri="{FF2B5EF4-FFF2-40B4-BE49-F238E27FC236}">
                <a16:creationId xmlns:a16="http://schemas.microsoft.com/office/drawing/2014/main" id="{C4DA2C74-1EBD-43C3-98DF-6CFC5237CEDF}"/>
              </a:ext>
            </a:extLst>
          </p:cNvPr>
          <p:cNvSpPr txBox="1">
            <a:spLocks/>
          </p:cNvSpPr>
          <p:nvPr userDrawn="1"/>
        </p:nvSpPr>
        <p:spPr>
          <a:xfrm>
            <a:off x="554736" y="0"/>
            <a:ext cx="1080000" cy="45719"/>
          </a:xfrm>
          <a:prstGeom prst="rect">
            <a:avLst/>
          </a:prstGeom>
          <a:solidFill>
            <a:schemeClr val="accent2"/>
          </a:solidFill>
        </p:spPr>
        <p:txBody>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
        <p:nvSpPr>
          <p:cNvPr id="12" name="Slide Number">
            <a:extLst>
              <a:ext uri="{FF2B5EF4-FFF2-40B4-BE49-F238E27FC236}">
                <a16:creationId xmlns:a16="http://schemas.microsoft.com/office/drawing/2014/main" id="{157E4FA3-C52D-49D7-9614-3E56A3E9AFAE}"/>
              </a:ext>
            </a:extLst>
          </p:cNvPr>
          <p:cNvSpPr>
            <a:spLocks noChangeArrowheads="1"/>
          </p:cNvSpPr>
          <p:nvPr userDrawn="1">
            <p:custDataLst>
              <p:tags r:id="rId3"/>
            </p:custDataLst>
          </p:nvPr>
        </p:nvSpPr>
        <p:spPr bwMode="black">
          <a:xfrm>
            <a:off x="554736" y="6498754"/>
            <a:ext cx="185040" cy="138499"/>
          </a:xfrm>
          <a:prstGeom prst="rect">
            <a:avLst/>
          </a:prstGeom>
          <a:noFill/>
          <a:ln w="9525" algn="ctr">
            <a:noFill/>
            <a:miter lim="800000"/>
            <a:headEnd/>
            <a:tailEnd/>
          </a:ln>
          <a:effectLst/>
        </p:spPr>
        <p:txBody>
          <a:bodyPr wrap="square" lIns="0" tIns="0" rIns="0" bIns="0" anchor="b">
            <a:noAutofit/>
          </a:bodyPr>
          <a:lstStyle/>
          <a:p>
            <a:pPr algn="l" defTabSz="610744" rtl="0" fontAlgn="auto">
              <a:spcBef>
                <a:spcPts val="0"/>
              </a:spcBef>
              <a:spcAft>
                <a:spcPts val="0"/>
              </a:spcAft>
              <a:defRPr/>
            </a:pPr>
            <a:fld id="{4ABDCABE-3F10-B64C-92F1-862014417034}" type="slidenum">
              <a:rPr lang="nl-NL" sz="900" smtClean="0">
                <a:solidFill>
                  <a:srgbClr val="7F7F7F"/>
                </a:solidFill>
                <a:latin typeface="+mn-lt"/>
                <a:ea typeface="+mn-ea"/>
                <a:cs typeface="Arial" panose="020B0604020202020204" pitchFamily="34" charset="0"/>
              </a:rPr>
              <a:pPr algn="l" defTabSz="610744" rtl="0" fontAlgn="auto">
                <a:spcBef>
                  <a:spcPts val="0"/>
                </a:spcBef>
                <a:spcAft>
                  <a:spcPts val="0"/>
                </a:spcAft>
                <a:defRPr/>
              </a:pPr>
              <a:t>‹#›</a:t>
            </a:fld>
            <a:endParaRPr lang="nl-NL" sz="900" dirty="0">
              <a:solidFill>
                <a:srgbClr val="7F7F7F"/>
              </a:solidFill>
              <a:latin typeface="+mn-lt"/>
              <a:ea typeface="+mn-ea"/>
              <a:cs typeface="Arial" panose="020B0604020202020204" pitchFamily="34" charset="0"/>
            </a:endParaRPr>
          </a:p>
        </p:txBody>
      </p:sp>
      <p:sp>
        <p:nvSpPr>
          <p:cNvPr id="13" name="Rechthoek 6">
            <a:extLst>
              <a:ext uri="{FF2B5EF4-FFF2-40B4-BE49-F238E27FC236}">
                <a16:creationId xmlns:a16="http://schemas.microsoft.com/office/drawing/2014/main" id="{CA443C5D-3E4F-487B-90B8-97F31ECF4DA9}"/>
              </a:ext>
            </a:extLst>
          </p:cNvPr>
          <p:cNvSpPr/>
          <p:nvPr userDrawn="1"/>
        </p:nvSpPr>
        <p:spPr>
          <a:xfrm>
            <a:off x="0" y="6146743"/>
            <a:ext cx="12192000" cy="36000"/>
          </a:xfrm>
          <a:prstGeom prst="rect">
            <a:avLst/>
          </a:prstGeom>
          <a:solidFill>
            <a:srgbClr val="D29FA5"/>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rtl="0"/>
            <a:endParaRPr lang="nl-NL" sz="1600" noProof="0" dirty="0"/>
          </a:p>
        </p:txBody>
      </p:sp>
      <p:sp>
        <p:nvSpPr>
          <p:cNvPr id="14" name="5. Source" hidden="1">
            <a:extLst>
              <a:ext uri="{FF2B5EF4-FFF2-40B4-BE49-F238E27FC236}">
                <a16:creationId xmlns:a16="http://schemas.microsoft.com/office/drawing/2014/main" id="{48709677-F4A2-486A-BBB0-A03E61D19BB8}"/>
              </a:ext>
            </a:extLst>
          </p:cNvPr>
          <p:cNvSpPr txBox="1"/>
          <p:nvPr userDrawn="1">
            <p:custDataLst>
              <p:tags r:id="rId4"/>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237131051"/>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A954CCC1-5027-4384-BFF6-B54153C697A8}"/>
              </a:ext>
            </a:extLst>
          </p:cNvPr>
          <p:cNvGraphicFramePr>
            <a:graphicFrameLocks noChangeAspect="1"/>
          </p:cNvGraphicFramePr>
          <p:nvPr userDrawn="1">
            <p:custDataLst>
              <p:tags r:id="rId1"/>
            </p:custDataLst>
            <p:extLst>
              <p:ext uri="{D42A27DB-BD31-4B8C-83A1-F6EECF244321}">
                <p14:modId xmlns:p14="http://schemas.microsoft.com/office/powerpoint/2010/main" val="5449765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2" name="Object 1" hidden="1">
                        <a:extLst>
                          <a:ext uri="{FF2B5EF4-FFF2-40B4-BE49-F238E27FC236}">
                            <a16:creationId xmlns:a16="http://schemas.microsoft.com/office/drawing/2014/main" id="{A954CCC1-5027-4384-BFF6-B54153C697A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LOGO">
            <a:extLst>
              <a:ext uri="{FF2B5EF4-FFF2-40B4-BE49-F238E27FC236}">
                <a16:creationId xmlns:a16="http://schemas.microsoft.com/office/drawing/2014/main" id="{F842F660-C06B-42CC-BFB2-96E6DCF32328}"/>
              </a:ext>
            </a:extLst>
          </p:cNvPr>
          <p:cNvSpPr>
            <a:spLocks/>
          </p:cNvSpPr>
          <p:nvPr userDrawn="1"/>
        </p:nvSpPr>
        <p:spPr>
          <a:xfrm>
            <a:off x="2128903" y="2693059"/>
            <a:ext cx="7934195" cy="1471883"/>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noAutofit/>
          </a:bodyPr>
          <a:lstStyle/>
          <a:p>
            <a:pPr rtl="0"/>
            <a:endParaRPr lang="nl-NL" noProof="0" dirty="0">
              <a:latin typeface="+mn-lt"/>
            </a:endParaRPr>
          </a:p>
        </p:txBody>
      </p:sp>
      <p:sp>
        <p:nvSpPr>
          <p:cNvPr id="7" name="5. Source" hidden="1">
            <a:extLst>
              <a:ext uri="{FF2B5EF4-FFF2-40B4-BE49-F238E27FC236}">
                <a16:creationId xmlns:a16="http://schemas.microsoft.com/office/drawing/2014/main" id="{6FE89F0E-8BC8-41D8-BC1A-270CC0270DA8}"/>
              </a:ext>
            </a:extLst>
          </p:cNvPr>
          <p:cNvSpPr txBox="1"/>
          <p:nvPr userDrawn="1">
            <p:custDataLst>
              <p:tags r:id="rId2"/>
            </p:custDataLst>
          </p:nvPr>
        </p:nvSpPr>
        <p:spPr>
          <a:xfrm>
            <a:off x="815975" y="6498754"/>
            <a:ext cx="701662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Bron: …</a:t>
            </a:r>
          </a:p>
        </p:txBody>
      </p:sp>
    </p:spTree>
    <p:extLst>
      <p:ext uri="{BB962C8B-B14F-4D97-AF65-F5344CB8AC3E}">
        <p14:creationId xmlns:p14="http://schemas.microsoft.com/office/powerpoint/2010/main" val="2451074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35.xml"/><Relationship Id="rId18" Type="http://schemas.openxmlformats.org/officeDocument/2006/relationships/slideLayout" Target="../slideLayouts/slideLayout40.xml"/><Relationship Id="rId26" Type="http://schemas.openxmlformats.org/officeDocument/2006/relationships/tags" Target="../tags/tag8.xml"/><Relationship Id="rId39" Type="http://schemas.openxmlformats.org/officeDocument/2006/relationships/tags" Target="../tags/tag21.xml"/><Relationship Id="rId21" Type="http://schemas.openxmlformats.org/officeDocument/2006/relationships/tags" Target="../tags/tag3.xml"/><Relationship Id="rId34" Type="http://schemas.openxmlformats.org/officeDocument/2006/relationships/tags" Target="../tags/tag16.xml"/><Relationship Id="rId42" Type="http://schemas.openxmlformats.org/officeDocument/2006/relationships/tags" Target="../tags/tag24.xml"/><Relationship Id="rId47" Type="http://schemas.openxmlformats.org/officeDocument/2006/relationships/tags" Target="../tags/tag29.xml"/><Relationship Id="rId50" Type="http://schemas.openxmlformats.org/officeDocument/2006/relationships/tags" Target="../tags/tag32.xml"/><Relationship Id="rId7" Type="http://schemas.openxmlformats.org/officeDocument/2006/relationships/slideLayout" Target="../slideLayouts/slideLayout2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9" Type="http://schemas.openxmlformats.org/officeDocument/2006/relationships/tags" Target="../tags/tag11.xml"/><Relationship Id="rId11" Type="http://schemas.openxmlformats.org/officeDocument/2006/relationships/slideLayout" Target="../slideLayouts/slideLayout33.xml"/><Relationship Id="rId24" Type="http://schemas.openxmlformats.org/officeDocument/2006/relationships/tags" Target="../tags/tag6.xml"/><Relationship Id="rId32" Type="http://schemas.openxmlformats.org/officeDocument/2006/relationships/tags" Target="../tags/tag14.xml"/><Relationship Id="rId37" Type="http://schemas.openxmlformats.org/officeDocument/2006/relationships/tags" Target="../tags/tag19.xml"/><Relationship Id="rId40" Type="http://schemas.openxmlformats.org/officeDocument/2006/relationships/tags" Target="../tags/tag22.xml"/><Relationship Id="rId45" Type="http://schemas.openxmlformats.org/officeDocument/2006/relationships/tags" Target="../tags/tag27.xml"/><Relationship Id="rId53" Type="http://schemas.openxmlformats.org/officeDocument/2006/relationships/image" Target="../media/image6.emf"/><Relationship Id="rId5" Type="http://schemas.openxmlformats.org/officeDocument/2006/relationships/slideLayout" Target="../slideLayouts/slideLayout27.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31" Type="http://schemas.openxmlformats.org/officeDocument/2006/relationships/tags" Target="../tags/tag13.xml"/><Relationship Id="rId44" Type="http://schemas.openxmlformats.org/officeDocument/2006/relationships/tags" Target="../tags/tag26.xml"/><Relationship Id="rId52" Type="http://schemas.openxmlformats.org/officeDocument/2006/relationships/oleObject" Target="../embeddings/oleObject2.bin"/><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tags" Target="../tags/tag4.xml"/><Relationship Id="rId27" Type="http://schemas.openxmlformats.org/officeDocument/2006/relationships/tags" Target="../tags/tag9.xml"/><Relationship Id="rId30" Type="http://schemas.openxmlformats.org/officeDocument/2006/relationships/tags" Target="../tags/tag12.xml"/><Relationship Id="rId35" Type="http://schemas.openxmlformats.org/officeDocument/2006/relationships/tags" Target="../tags/tag17.xml"/><Relationship Id="rId43" Type="http://schemas.openxmlformats.org/officeDocument/2006/relationships/tags" Target="../tags/tag25.xml"/><Relationship Id="rId48" Type="http://schemas.openxmlformats.org/officeDocument/2006/relationships/tags" Target="../tags/tag30.xml"/><Relationship Id="rId8" Type="http://schemas.openxmlformats.org/officeDocument/2006/relationships/slideLayout" Target="../slideLayouts/slideLayout30.xml"/><Relationship Id="rId51" Type="http://schemas.openxmlformats.org/officeDocument/2006/relationships/tags" Target="../tags/tag33.xml"/><Relationship Id="rId3" Type="http://schemas.openxmlformats.org/officeDocument/2006/relationships/slideLayout" Target="../slideLayouts/slideLayout25.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5" Type="http://schemas.openxmlformats.org/officeDocument/2006/relationships/tags" Target="../tags/tag7.xml"/><Relationship Id="rId33" Type="http://schemas.openxmlformats.org/officeDocument/2006/relationships/tags" Target="../tags/tag15.xml"/><Relationship Id="rId38" Type="http://schemas.openxmlformats.org/officeDocument/2006/relationships/tags" Target="../tags/tag20.xml"/><Relationship Id="rId46" Type="http://schemas.openxmlformats.org/officeDocument/2006/relationships/tags" Target="../tags/tag28.xml"/><Relationship Id="rId20" Type="http://schemas.openxmlformats.org/officeDocument/2006/relationships/theme" Target="../theme/theme2.xml"/><Relationship Id="rId41" Type="http://schemas.openxmlformats.org/officeDocument/2006/relationships/tags" Target="../tags/tag23.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5" Type="http://schemas.openxmlformats.org/officeDocument/2006/relationships/slideLayout" Target="../slideLayouts/slideLayout37.xml"/><Relationship Id="rId23" Type="http://schemas.openxmlformats.org/officeDocument/2006/relationships/tags" Target="../tags/tag5.xml"/><Relationship Id="rId28" Type="http://schemas.openxmlformats.org/officeDocument/2006/relationships/tags" Target="../tags/tag10.xml"/><Relationship Id="rId36" Type="http://schemas.openxmlformats.org/officeDocument/2006/relationships/tags" Target="../tags/tag18.xml"/><Relationship Id="rId49" Type="http://schemas.openxmlformats.org/officeDocument/2006/relationships/tags" Target="../tags/tag31.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54.xml"/><Relationship Id="rId18" Type="http://schemas.openxmlformats.org/officeDocument/2006/relationships/tags" Target="../tags/tag146.xml"/><Relationship Id="rId26" Type="http://schemas.openxmlformats.org/officeDocument/2006/relationships/tags" Target="../tags/tag154.xml"/><Relationship Id="rId39" Type="http://schemas.openxmlformats.org/officeDocument/2006/relationships/tags" Target="../tags/tag167.xml"/><Relationship Id="rId21" Type="http://schemas.openxmlformats.org/officeDocument/2006/relationships/tags" Target="../tags/tag149.xml"/><Relationship Id="rId34" Type="http://schemas.openxmlformats.org/officeDocument/2006/relationships/tags" Target="../tags/tag162.xml"/><Relationship Id="rId42" Type="http://schemas.openxmlformats.org/officeDocument/2006/relationships/tags" Target="../tags/tag170.xml"/><Relationship Id="rId47" Type="http://schemas.openxmlformats.org/officeDocument/2006/relationships/tags" Target="../tags/tag175.xml"/><Relationship Id="rId50" Type="http://schemas.openxmlformats.org/officeDocument/2006/relationships/image" Target="../media/image6.emf"/><Relationship Id="rId7" Type="http://schemas.openxmlformats.org/officeDocument/2006/relationships/slideLayout" Target="../slideLayouts/slideLayout48.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9" Type="http://schemas.openxmlformats.org/officeDocument/2006/relationships/tags" Target="../tags/tag157.xml"/><Relationship Id="rId11" Type="http://schemas.openxmlformats.org/officeDocument/2006/relationships/slideLayout" Target="../slideLayouts/slideLayout52.xml"/><Relationship Id="rId24" Type="http://schemas.openxmlformats.org/officeDocument/2006/relationships/tags" Target="../tags/tag152.xml"/><Relationship Id="rId32" Type="http://schemas.openxmlformats.org/officeDocument/2006/relationships/tags" Target="../tags/tag160.xml"/><Relationship Id="rId37" Type="http://schemas.openxmlformats.org/officeDocument/2006/relationships/tags" Target="../tags/tag165.xml"/><Relationship Id="rId40" Type="http://schemas.openxmlformats.org/officeDocument/2006/relationships/tags" Target="../tags/tag168.xml"/><Relationship Id="rId45" Type="http://schemas.openxmlformats.org/officeDocument/2006/relationships/tags" Target="../tags/tag173.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23" Type="http://schemas.openxmlformats.org/officeDocument/2006/relationships/tags" Target="../tags/tag151.xml"/><Relationship Id="rId28" Type="http://schemas.openxmlformats.org/officeDocument/2006/relationships/tags" Target="../tags/tag156.xml"/><Relationship Id="rId36" Type="http://schemas.openxmlformats.org/officeDocument/2006/relationships/tags" Target="../tags/tag164.xml"/><Relationship Id="rId49" Type="http://schemas.openxmlformats.org/officeDocument/2006/relationships/oleObject" Target="../embeddings/oleObject21.bin"/><Relationship Id="rId10" Type="http://schemas.openxmlformats.org/officeDocument/2006/relationships/slideLayout" Target="../slideLayouts/slideLayout51.xml"/><Relationship Id="rId19" Type="http://schemas.openxmlformats.org/officeDocument/2006/relationships/tags" Target="../tags/tag147.xml"/><Relationship Id="rId31" Type="http://schemas.openxmlformats.org/officeDocument/2006/relationships/tags" Target="../tags/tag159.xml"/><Relationship Id="rId44" Type="http://schemas.openxmlformats.org/officeDocument/2006/relationships/tags" Target="../tags/tag172.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tags" Target="../tags/tag150.xml"/><Relationship Id="rId27" Type="http://schemas.openxmlformats.org/officeDocument/2006/relationships/tags" Target="../tags/tag155.xml"/><Relationship Id="rId30" Type="http://schemas.openxmlformats.org/officeDocument/2006/relationships/tags" Target="../tags/tag158.xml"/><Relationship Id="rId35" Type="http://schemas.openxmlformats.org/officeDocument/2006/relationships/tags" Target="../tags/tag163.xml"/><Relationship Id="rId43" Type="http://schemas.openxmlformats.org/officeDocument/2006/relationships/tags" Target="../tags/tag171.xml"/><Relationship Id="rId48" Type="http://schemas.openxmlformats.org/officeDocument/2006/relationships/tags" Target="../tags/tag176.xml"/><Relationship Id="rId8" Type="http://schemas.openxmlformats.org/officeDocument/2006/relationships/slideLayout" Target="../slideLayouts/slideLayout49.xml"/><Relationship Id="rId3" Type="http://schemas.openxmlformats.org/officeDocument/2006/relationships/slideLayout" Target="../slideLayouts/slideLayout44.xml"/><Relationship Id="rId12" Type="http://schemas.openxmlformats.org/officeDocument/2006/relationships/slideLayout" Target="../slideLayouts/slideLayout53.xml"/><Relationship Id="rId17" Type="http://schemas.openxmlformats.org/officeDocument/2006/relationships/theme" Target="../theme/theme3.xml"/><Relationship Id="rId25" Type="http://schemas.openxmlformats.org/officeDocument/2006/relationships/tags" Target="../tags/tag153.xml"/><Relationship Id="rId33" Type="http://schemas.openxmlformats.org/officeDocument/2006/relationships/tags" Target="../tags/tag161.xml"/><Relationship Id="rId38" Type="http://schemas.openxmlformats.org/officeDocument/2006/relationships/tags" Target="../tags/tag166.xml"/><Relationship Id="rId46" Type="http://schemas.openxmlformats.org/officeDocument/2006/relationships/tags" Target="../tags/tag174.xml"/><Relationship Id="rId20" Type="http://schemas.openxmlformats.org/officeDocument/2006/relationships/tags" Target="../tags/tag148.xml"/><Relationship Id="rId41" Type="http://schemas.openxmlformats.org/officeDocument/2006/relationships/tags" Target="../tags/tag169.xml"/><Relationship Id="rId1" Type="http://schemas.openxmlformats.org/officeDocument/2006/relationships/slideLayout" Target="../slideLayouts/slideLayout42.xml"/><Relationship Id="rId6" Type="http://schemas.openxmlformats.org/officeDocument/2006/relationships/slideLayout" Target="../slideLayouts/slideLayout47.xml"/></Relationships>
</file>

<file path=ppt/slideMasters/_rels/slideMaster4.xml.rels><?xml version="1.0" encoding="UTF-8" standalone="yes"?>
<Relationships xmlns="http://schemas.openxmlformats.org/package/2006/relationships"><Relationship Id="rId13" Type="http://schemas.openxmlformats.org/officeDocument/2006/relationships/tags" Target="../tags/tag294.xml"/><Relationship Id="rId18" Type="http://schemas.openxmlformats.org/officeDocument/2006/relationships/tags" Target="../tags/tag299.xml"/><Relationship Id="rId26" Type="http://schemas.openxmlformats.org/officeDocument/2006/relationships/tags" Target="../tags/tag307.xml"/><Relationship Id="rId3" Type="http://schemas.openxmlformats.org/officeDocument/2006/relationships/slideLayout" Target="../slideLayouts/slideLayout60.xml"/><Relationship Id="rId21" Type="http://schemas.openxmlformats.org/officeDocument/2006/relationships/tags" Target="../tags/tag302.xml"/><Relationship Id="rId34" Type="http://schemas.openxmlformats.org/officeDocument/2006/relationships/oleObject" Target="../embeddings/oleObject38.bin"/><Relationship Id="rId7" Type="http://schemas.openxmlformats.org/officeDocument/2006/relationships/tags" Target="../tags/tag288.xml"/><Relationship Id="rId12" Type="http://schemas.openxmlformats.org/officeDocument/2006/relationships/tags" Target="../tags/tag293.xml"/><Relationship Id="rId17" Type="http://schemas.openxmlformats.org/officeDocument/2006/relationships/tags" Target="../tags/tag298.xml"/><Relationship Id="rId25" Type="http://schemas.openxmlformats.org/officeDocument/2006/relationships/tags" Target="../tags/tag306.xml"/><Relationship Id="rId33" Type="http://schemas.openxmlformats.org/officeDocument/2006/relationships/tags" Target="../tags/tag314.xml"/><Relationship Id="rId2" Type="http://schemas.openxmlformats.org/officeDocument/2006/relationships/slideLayout" Target="../slideLayouts/slideLayout59.xml"/><Relationship Id="rId16" Type="http://schemas.openxmlformats.org/officeDocument/2006/relationships/tags" Target="../tags/tag297.xml"/><Relationship Id="rId20" Type="http://schemas.openxmlformats.org/officeDocument/2006/relationships/tags" Target="../tags/tag301.xml"/><Relationship Id="rId29" Type="http://schemas.openxmlformats.org/officeDocument/2006/relationships/tags" Target="../tags/tag310.xml"/><Relationship Id="rId1" Type="http://schemas.openxmlformats.org/officeDocument/2006/relationships/slideLayout" Target="../slideLayouts/slideLayout58.xml"/><Relationship Id="rId6" Type="http://schemas.openxmlformats.org/officeDocument/2006/relationships/tags" Target="../tags/tag287.xml"/><Relationship Id="rId11" Type="http://schemas.openxmlformats.org/officeDocument/2006/relationships/tags" Target="../tags/tag292.xml"/><Relationship Id="rId24" Type="http://schemas.openxmlformats.org/officeDocument/2006/relationships/tags" Target="../tags/tag305.xml"/><Relationship Id="rId32" Type="http://schemas.openxmlformats.org/officeDocument/2006/relationships/tags" Target="../tags/tag313.xml"/><Relationship Id="rId5" Type="http://schemas.openxmlformats.org/officeDocument/2006/relationships/theme" Target="../theme/theme4.xml"/><Relationship Id="rId15" Type="http://schemas.openxmlformats.org/officeDocument/2006/relationships/tags" Target="../tags/tag296.xml"/><Relationship Id="rId23" Type="http://schemas.openxmlformats.org/officeDocument/2006/relationships/tags" Target="../tags/tag304.xml"/><Relationship Id="rId28" Type="http://schemas.openxmlformats.org/officeDocument/2006/relationships/tags" Target="../tags/tag309.xml"/><Relationship Id="rId10" Type="http://schemas.openxmlformats.org/officeDocument/2006/relationships/tags" Target="../tags/tag291.xml"/><Relationship Id="rId19" Type="http://schemas.openxmlformats.org/officeDocument/2006/relationships/tags" Target="../tags/tag300.xml"/><Relationship Id="rId31" Type="http://schemas.openxmlformats.org/officeDocument/2006/relationships/tags" Target="../tags/tag312.xml"/><Relationship Id="rId4" Type="http://schemas.openxmlformats.org/officeDocument/2006/relationships/slideLayout" Target="../slideLayouts/slideLayout61.xml"/><Relationship Id="rId9" Type="http://schemas.openxmlformats.org/officeDocument/2006/relationships/tags" Target="../tags/tag290.xml"/><Relationship Id="rId14" Type="http://schemas.openxmlformats.org/officeDocument/2006/relationships/tags" Target="../tags/tag295.xml"/><Relationship Id="rId22" Type="http://schemas.openxmlformats.org/officeDocument/2006/relationships/tags" Target="../tags/tag303.xml"/><Relationship Id="rId27" Type="http://schemas.openxmlformats.org/officeDocument/2006/relationships/tags" Target="../tags/tag308.xml"/><Relationship Id="rId30" Type="http://schemas.openxmlformats.org/officeDocument/2006/relationships/tags" Target="../tags/tag311.xml"/><Relationship Id="rId35" Type="http://schemas.openxmlformats.org/officeDocument/2006/relationships/image" Target="../media/image9.emf"/><Relationship Id="rId8" Type="http://schemas.openxmlformats.org/officeDocument/2006/relationships/tags" Target="../tags/tag289.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74.xml"/><Relationship Id="rId18" Type="http://schemas.openxmlformats.org/officeDocument/2006/relationships/slideLayout" Target="../slideLayouts/slideLayout79.xml"/><Relationship Id="rId26" Type="http://schemas.openxmlformats.org/officeDocument/2006/relationships/tags" Target="../tags/tag323.xml"/><Relationship Id="rId39" Type="http://schemas.openxmlformats.org/officeDocument/2006/relationships/tags" Target="../tags/tag336.xml"/><Relationship Id="rId21" Type="http://schemas.openxmlformats.org/officeDocument/2006/relationships/tags" Target="../tags/tag318.xml"/><Relationship Id="rId34" Type="http://schemas.openxmlformats.org/officeDocument/2006/relationships/tags" Target="../tags/tag331.xml"/><Relationship Id="rId42" Type="http://schemas.openxmlformats.org/officeDocument/2006/relationships/tags" Target="../tags/tag339.xml"/><Relationship Id="rId47" Type="http://schemas.openxmlformats.org/officeDocument/2006/relationships/tags" Target="../tags/tag344.xml"/><Relationship Id="rId50" Type="http://schemas.openxmlformats.org/officeDocument/2006/relationships/tags" Target="../tags/tag347.xml"/><Relationship Id="rId7" Type="http://schemas.openxmlformats.org/officeDocument/2006/relationships/slideLayout" Target="../slideLayouts/slideLayout68.xml"/><Relationship Id="rId2" Type="http://schemas.openxmlformats.org/officeDocument/2006/relationships/slideLayout" Target="../slideLayouts/slideLayout63.xml"/><Relationship Id="rId16" Type="http://schemas.openxmlformats.org/officeDocument/2006/relationships/slideLayout" Target="../slideLayouts/slideLayout77.xml"/><Relationship Id="rId29" Type="http://schemas.openxmlformats.org/officeDocument/2006/relationships/tags" Target="../tags/tag326.xml"/><Relationship Id="rId11" Type="http://schemas.openxmlformats.org/officeDocument/2006/relationships/slideLayout" Target="../slideLayouts/slideLayout72.xml"/><Relationship Id="rId24" Type="http://schemas.openxmlformats.org/officeDocument/2006/relationships/tags" Target="../tags/tag321.xml"/><Relationship Id="rId32" Type="http://schemas.openxmlformats.org/officeDocument/2006/relationships/tags" Target="../tags/tag329.xml"/><Relationship Id="rId37" Type="http://schemas.openxmlformats.org/officeDocument/2006/relationships/tags" Target="../tags/tag334.xml"/><Relationship Id="rId40" Type="http://schemas.openxmlformats.org/officeDocument/2006/relationships/tags" Target="../tags/tag337.xml"/><Relationship Id="rId45" Type="http://schemas.openxmlformats.org/officeDocument/2006/relationships/tags" Target="../tags/tag342.xml"/><Relationship Id="rId53" Type="http://schemas.openxmlformats.org/officeDocument/2006/relationships/image" Target="../media/image6.emf"/><Relationship Id="rId5" Type="http://schemas.openxmlformats.org/officeDocument/2006/relationships/slideLayout" Target="../slideLayouts/slideLayout66.xml"/><Relationship Id="rId10" Type="http://schemas.openxmlformats.org/officeDocument/2006/relationships/slideLayout" Target="../slideLayouts/slideLayout71.xml"/><Relationship Id="rId19" Type="http://schemas.openxmlformats.org/officeDocument/2006/relationships/slideLayout" Target="../slideLayouts/slideLayout80.xml"/><Relationship Id="rId31" Type="http://schemas.openxmlformats.org/officeDocument/2006/relationships/tags" Target="../tags/tag328.xml"/><Relationship Id="rId44" Type="http://schemas.openxmlformats.org/officeDocument/2006/relationships/tags" Target="../tags/tag341.xml"/><Relationship Id="rId52" Type="http://schemas.openxmlformats.org/officeDocument/2006/relationships/oleObject" Target="../embeddings/oleObject42.bin"/><Relationship Id="rId4" Type="http://schemas.openxmlformats.org/officeDocument/2006/relationships/slideLayout" Target="../slideLayouts/slideLayout65.xml"/><Relationship Id="rId9" Type="http://schemas.openxmlformats.org/officeDocument/2006/relationships/slideLayout" Target="../slideLayouts/slideLayout70.xml"/><Relationship Id="rId14" Type="http://schemas.openxmlformats.org/officeDocument/2006/relationships/slideLayout" Target="../slideLayouts/slideLayout75.xml"/><Relationship Id="rId22" Type="http://schemas.openxmlformats.org/officeDocument/2006/relationships/tags" Target="../tags/tag319.xml"/><Relationship Id="rId27" Type="http://schemas.openxmlformats.org/officeDocument/2006/relationships/tags" Target="../tags/tag324.xml"/><Relationship Id="rId30" Type="http://schemas.openxmlformats.org/officeDocument/2006/relationships/tags" Target="../tags/tag327.xml"/><Relationship Id="rId35" Type="http://schemas.openxmlformats.org/officeDocument/2006/relationships/tags" Target="../tags/tag332.xml"/><Relationship Id="rId43" Type="http://schemas.openxmlformats.org/officeDocument/2006/relationships/tags" Target="../tags/tag340.xml"/><Relationship Id="rId48" Type="http://schemas.openxmlformats.org/officeDocument/2006/relationships/tags" Target="../tags/tag345.xml"/><Relationship Id="rId8" Type="http://schemas.openxmlformats.org/officeDocument/2006/relationships/slideLayout" Target="../slideLayouts/slideLayout69.xml"/><Relationship Id="rId51" Type="http://schemas.openxmlformats.org/officeDocument/2006/relationships/tags" Target="../tags/tag348.xml"/><Relationship Id="rId3" Type="http://schemas.openxmlformats.org/officeDocument/2006/relationships/slideLayout" Target="../slideLayouts/slideLayout64.xml"/><Relationship Id="rId12" Type="http://schemas.openxmlformats.org/officeDocument/2006/relationships/slideLayout" Target="../slideLayouts/slideLayout73.xml"/><Relationship Id="rId17" Type="http://schemas.openxmlformats.org/officeDocument/2006/relationships/slideLayout" Target="../slideLayouts/slideLayout78.xml"/><Relationship Id="rId25" Type="http://schemas.openxmlformats.org/officeDocument/2006/relationships/tags" Target="../tags/tag322.xml"/><Relationship Id="rId33" Type="http://schemas.openxmlformats.org/officeDocument/2006/relationships/tags" Target="../tags/tag330.xml"/><Relationship Id="rId38" Type="http://schemas.openxmlformats.org/officeDocument/2006/relationships/tags" Target="../tags/tag335.xml"/><Relationship Id="rId46" Type="http://schemas.openxmlformats.org/officeDocument/2006/relationships/tags" Target="../tags/tag343.xml"/><Relationship Id="rId20" Type="http://schemas.openxmlformats.org/officeDocument/2006/relationships/theme" Target="../theme/theme5.xml"/><Relationship Id="rId41" Type="http://schemas.openxmlformats.org/officeDocument/2006/relationships/tags" Target="../tags/tag338.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5" Type="http://schemas.openxmlformats.org/officeDocument/2006/relationships/slideLayout" Target="../slideLayouts/slideLayout76.xml"/><Relationship Id="rId23" Type="http://schemas.openxmlformats.org/officeDocument/2006/relationships/tags" Target="../tags/tag320.xml"/><Relationship Id="rId28" Type="http://schemas.openxmlformats.org/officeDocument/2006/relationships/tags" Target="../tags/tag325.xml"/><Relationship Id="rId36" Type="http://schemas.openxmlformats.org/officeDocument/2006/relationships/tags" Target="../tags/tag333.xml"/><Relationship Id="rId49" Type="http://schemas.openxmlformats.org/officeDocument/2006/relationships/tags" Target="../tags/tag346.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93.xml"/><Relationship Id="rId18" Type="http://schemas.openxmlformats.org/officeDocument/2006/relationships/tags" Target="../tags/tag471.xml"/><Relationship Id="rId26" Type="http://schemas.openxmlformats.org/officeDocument/2006/relationships/tags" Target="../tags/tag479.xml"/><Relationship Id="rId39" Type="http://schemas.openxmlformats.org/officeDocument/2006/relationships/tags" Target="../tags/tag492.xml"/><Relationship Id="rId21" Type="http://schemas.openxmlformats.org/officeDocument/2006/relationships/tags" Target="../tags/tag474.xml"/><Relationship Id="rId34" Type="http://schemas.openxmlformats.org/officeDocument/2006/relationships/tags" Target="../tags/tag487.xml"/><Relationship Id="rId42" Type="http://schemas.openxmlformats.org/officeDocument/2006/relationships/tags" Target="../tags/tag495.xml"/><Relationship Id="rId47" Type="http://schemas.openxmlformats.org/officeDocument/2006/relationships/oleObject" Target="../embeddings/oleObject61.bin"/><Relationship Id="rId7" Type="http://schemas.openxmlformats.org/officeDocument/2006/relationships/slideLayout" Target="../slideLayouts/slideLayout87.xml"/><Relationship Id="rId2" Type="http://schemas.openxmlformats.org/officeDocument/2006/relationships/slideLayout" Target="../slideLayouts/slideLayout82.xml"/><Relationship Id="rId16" Type="http://schemas.openxmlformats.org/officeDocument/2006/relationships/tags" Target="../tags/tag469.xml"/><Relationship Id="rId29" Type="http://schemas.openxmlformats.org/officeDocument/2006/relationships/tags" Target="../tags/tag482.xml"/><Relationship Id="rId1" Type="http://schemas.openxmlformats.org/officeDocument/2006/relationships/slideLayout" Target="../slideLayouts/slideLayout81.xml"/><Relationship Id="rId6" Type="http://schemas.openxmlformats.org/officeDocument/2006/relationships/slideLayout" Target="../slideLayouts/slideLayout86.xml"/><Relationship Id="rId11" Type="http://schemas.openxmlformats.org/officeDocument/2006/relationships/slideLayout" Target="../slideLayouts/slideLayout91.xml"/><Relationship Id="rId24" Type="http://schemas.openxmlformats.org/officeDocument/2006/relationships/tags" Target="../tags/tag477.xml"/><Relationship Id="rId32" Type="http://schemas.openxmlformats.org/officeDocument/2006/relationships/tags" Target="../tags/tag485.xml"/><Relationship Id="rId37" Type="http://schemas.openxmlformats.org/officeDocument/2006/relationships/tags" Target="../tags/tag490.xml"/><Relationship Id="rId40" Type="http://schemas.openxmlformats.org/officeDocument/2006/relationships/tags" Target="../tags/tag493.xml"/><Relationship Id="rId45" Type="http://schemas.openxmlformats.org/officeDocument/2006/relationships/tags" Target="../tags/tag498.xml"/><Relationship Id="rId5" Type="http://schemas.openxmlformats.org/officeDocument/2006/relationships/slideLayout" Target="../slideLayouts/slideLayout85.xml"/><Relationship Id="rId15" Type="http://schemas.openxmlformats.org/officeDocument/2006/relationships/theme" Target="../theme/theme6.xml"/><Relationship Id="rId23" Type="http://schemas.openxmlformats.org/officeDocument/2006/relationships/tags" Target="../tags/tag476.xml"/><Relationship Id="rId28" Type="http://schemas.openxmlformats.org/officeDocument/2006/relationships/tags" Target="../tags/tag481.xml"/><Relationship Id="rId36" Type="http://schemas.openxmlformats.org/officeDocument/2006/relationships/tags" Target="../tags/tag489.xml"/><Relationship Id="rId10" Type="http://schemas.openxmlformats.org/officeDocument/2006/relationships/slideLayout" Target="../slideLayouts/slideLayout90.xml"/><Relationship Id="rId19" Type="http://schemas.openxmlformats.org/officeDocument/2006/relationships/tags" Target="../tags/tag472.xml"/><Relationship Id="rId31" Type="http://schemas.openxmlformats.org/officeDocument/2006/relationships/tags" Target="../tags/tag484.xml"/><Relationship Id="rId44" Type="http://schemas.openxmlformats.org/officeDocument/2006/relationships/tags" Target="../tags/tag497.xml"/><Relationship Id="rId4" Type="http://schemas.openxmlformats.org/officeDocument/2006/relationships/slideLayout" Target="../slideLayouts/slideLayout84.xml"/><Relationship Id="rId9" Type="http://schemas.openxmlformats.org/officeDocument/2006/relationships/slideLayout" Target="../slideLayouts/slideLayout89.xml"/><Relationship Id="rId14" Type="http://schemas.openxmlformats.org/officeDocument/2006/relationships/slideLayout" Target="../slideLayouts/slideLayout94.xml"/><Relationship Id="rId22" Type="http://schemas.openxmlformats.org/officeDocument/2006/relationships/tags" Target="../tags/tag475.xml"/><Relationship Id="rId27" Type="http://schemas.openxmlformats.org/officeDocument/2006/relationships/tags" Target="../tags/tag480.xml"/><Relationship Id="rId30" Type="http://schemas.openxmlformats.org/officeDocument/2006/relationships/tags" Target="../tags/tag483.xml"/><Relationship Id="rId35" Type="http://schemas.openxmlformats.org/officeDocument/2006/relationships/tags" Target="../tags/tag488.xml"/><Relationship Id="rId43" Type="http://schemas.openxmlformats.org/officeDocument/2006/relationships/tags" Target="../tags/tag496.xml"/><Relationship Id="rId48" Type="http://schemas.openxmlformats.org/officeDocument/2006/relationships/image" Target="../media/image6.emf"/><Relationship Id="rId8" Type="http://schemas.openxmlformats.org/officeDocument/2006/relationships/slideLayout" Target="../slideLayouts/slideLayout88.xml"/><Relationship Id="rId3" Type="http://schemas.openxmlformats.org/officeDocument/2006/relationships/slideLayout" Target="../slideLayouts/slideLayout83.xml"/><Relationship Id="rId12" Type="http://schemas.openxmlformats.org/officeDocument/2006/relationships/slideLayout" Target="../slideLayouts/slideLayout92.xml"/><Relationship Id="rId17" Type="http://schemas.openxmlformats.org/officeDocument/2006/relationships/tags" Target="../tags/tag470.xml"/><Relationship Id="rId25" Type="http://schemas.openxmlformats.org/officeDocument/2006/relationships/tags" Target="../tags/tag478.xml"/><Relationship Id="rId33" Type="http://schemas.openxmlformats.org/officeDocument/2006/relationships/tags" Target="../tags/tag486.xml"/><Relationship Id="rId38" Type="http://schemas.openxmlformats.org/officeDocument/2006/relationships/tags" Target="../tags/tag491.xml"/><Relationship Id="rId46" Type="http://schemas.openxmlformats.org/officeDocument/2006/relationships/tags" Target="../tags/tag499.xml"/><Relationship Id="rId20" Type="http://schemas.openxmlformats.org/officeDocument/2006/relationships/tags" Target="../tags/tag473.xml"/><Relationship Id="rId41" Type="http://schemas.openxmlformats.org/officeDocument/2006/relationships/tags" Target="../tags/tag49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62EF3FFA-4FBA-78E9-6C1B-1B53E33594F1}"/>
              </a:ext>
            </a:extLst>
          </p:cNvPr>
          <p:cNvGraphicFramePr>
            <a:graphicFrameLocks noChangeAspect="1"/>
          </p:cNvGraphicFramePr>
          <p:nvPr userDrawn="1">
            <p:custDataLst>
              <p:tags r:id="rId24"/>
            </p:custDataLst>
            <p:extLst>
              <p:ext uri="{D42A27DB-BD31-4B8C-83A1-F6EECF244321}">
                <p14:modId xmlns:p14="http://schemas.microsoft.com/office/powerpoint/2010/main" val="290939197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25" imgW="7772400" imgH="10058400" progId="TCLayout.ActiveDocument.1">
                  <p:embed/>
                </p:oleObj>
              </mc:Choice>
              <mc:Fallback>
                <p:oleObj name="think-cell Slide" r:id="rId25" imgW="7772400" imgH="10058400" progId="TCLayout.ActiveDocument.1">
                  <p:embed/>
                  <p:pic>
                    <p:nvPicPr>
                      <p:cNvPr id="8" name="think-cell data - do not delete" hidden="1">
                        <a:extLst>
                          <a:ext uri="{FF2B5EF4-FFF2-40B4-BE49-F238E27FC236}">
                            <a16:creationId xmlns:a16="http://schemas.microsoft.com/office/drawing/2014/main" id="{62EF3FFA-4FBA-78E9-6C1B-1B53E33594F1}"/>
                          </a:ext>
                        </a:extLst>
                      </p:cNvPr>
                      <p:cNvPicPr/>
                      <p:nvPr/>
                    </p:nvPicPr>
                    <p:blipFill>
                      <a:blip r:embed="rId26"/>
                      <a:stretch>
                        <a:fillRect/>
                      </a:stretch>
                    </p:blipFill>
                    <p:spPr>
                      <a:xfrm>
                        <a:off x="1588" y="1588"/>
                        <a:ext cx="1227" cy="1588"/>
                      </a:xfrm>
                      <a:prstGeom prst="rect">
                        <a:avLst/>
                      </a:prstGeom>
                    </p:spPr>
                  </p:pic>
                </p:oleObj>
              </mc:Fallback>
            </mc:AlternateContent>
          </a:graphicData>
        </a:graphic>
      </p:graphicFrame>
      <p:grpSp>
        <p:nvGrpSpPr>
          <p:cNvPr id="13" name="THEMAKLEUREN">
            <a:extLst>
              <a:ext uri="{FF2B5EF4-FFF2-40B4-BE49-F238E27FC236}">
                <a16:creationId xmlns:a16="http://schemas.microsoft.com/office/drawing/2014/main" id="{9D3C318D-7D68-4056-B093-32B4543686BA}"/>
              </a:ext>
            </a:extLst>
          </p:cNvPr>
          <p:cNvGrpSpPr/>
          <p:nvPr userDrawn="1"/>
        </p:nvGrpSpPr>
        <p:grpSpPr>
          <a:xfrm>
            <a:off x="0" y="6925673"/>
            <a:ext cx="1461003" cy="333499"/>
            <a:chOff x="8419153" y="176532"/>
            <a:chExt cx="1461003" cy="333499"/>
          </a:xfrm>
        </p:grpSpPr>
        <p:grpSp>
          <p:nvGrpSpPr>
            <p:cNvPr id="12" name="Groep 11">
              <a:extLst>
                <a:ext uri="{FF2B5EF4-FFF2-40B4-BE49-F238E27FC236}">
                  <a16:creationId xmlns:a16="http://schemas.microsoft.com/office/drawing/2014/main" id="{6C8B8488-5D61-436D-BCDE-494BA44E52B3}"/>
                </a:ext>
              </a:extLst>
            </p:cNvPr>
            <p:cNvGrpSpPr/>
            <p:nvPr userDrawn="1"/>
          </p:nvGrpSpPr>
          <p:grpSpPr>
            <a:xfrm rot="16200000">
              <a:off x="9078096" y="-292029"/>
              <a:ext cx="143117" cy="1461003"/>
              <a:chOff x="8410390" y="426075"/>
              <a:chExt cx="212649" cy="2170815"/>
            </a:xfrm>
          </p:grpSpPr>
          <p:sp>
            <p:nvSpPr>
              <p:cNvPr id="10" name="Rechthoek: afgeronde hoeken 9">
                <a:extLst>
                  <a:ext uri="{FF2B5EF4-FFF2-40B4-BE49-F238E27FC236}">
                    <a16:creationId xmlns:a16="http://schemas.microsoft.com/office/drawing/2014/main" id="{72C35D7D-AAB4-4264-96AA-812D82EE03AB}"/>
                  </a:ext>
                </a:extLst>
              </p:cNvPr>
              <p:cNvSpPr/>
              <p:nvPr userDrawn="1"/>
            </p:nvSpPr>
            <p:spPr>
              <a:xfrm>
                <a:off x="8410390" y="705813"/>
                <a:ext cx="212649" cy="212649"/>
              </a:xfrm>
              <a:prstGeom prst="roundRect">
                <a:avLst>
                  <a:gd name="adj" fmla="val 2672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endParaRPr lang="nl-NL" sz="1000" b="1" u="none" noProof="0">
                  <a:latin typeface="+mj-lt"/>
                </a:endParaRPr>
              </a:p>
            </p:txBody>
          </p:sp>
          <p:sp>
            <p:nvSpPr>
              <p:cNvPr id="26" name="Rechthoek: afgeronde hoeken 25">
                <a:extLst>
                  <a:ext uri="{FF2B5EF4-FFF2-40B4-BE49-F238E27FC236}">
                    <a16:creationId xmlns:a16="http://schemas.microsoft.com/office/drawing/2014/main" id="{21B9CFFD-C4AF-4A24-8B0F-80433A49DA58}"/>
                  </a:ext>
                </a:extLst>
              </p:cNvPr>
              <p:cNvSpPr/>
              <p:nvPr userDrawn="1"/>
            </p:nvSpPr>
            <p:spPr>
              <a:xfrm>
                <a:off x="8410390" y="985551"/>
                <a:ext cx="212649" cy="212649"/>
              </a:xfrm>
              <a:prstGeom prst="roundRect">
                <a:avLst>
                  <a:gd name="adj" fmla="val 2672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endParaRPr lang="nl-NL" sz="1000" b="1" u="none" noProof="0">
                  <a:latin typeface="+mj-lt"/>
                </a:endParaRPr>
              </a:p>
            </p:txBody>
          </p:sp>
          <p:sp>
            <p:nvSpPr>
              <p:cNvPr id="29" name="Rechthoek: afgeronde hoeken 28">
                <a:extLst>
                  <a:ext uri="{FF2B5EF4-FFF2-40B4-BE49-F238E27FC236}">
                    <a16:creationId xmlns:a16="http://schemas.microsoft.com/office/drawing/2014/main" id="{71112316-63C8-419B-93FA-B3BB8F8EFB81}"/>
                  </a:ext>
                </a:extLst>
              </p:cNvPr>
              <p:cNvSpPr/>
              <p:nvPr userDrawn="1"/>
            </p:nvSpPr>
            <p:spPr>
              <a:xfrm>
                <a:off x="8410390" y="1265289"/>
                <a:ext cx="212649" cy="212649"/>
              </a:xfrm>
              <a:prstGeom prst="roundRect">
                <a:avLst>
                  <a:gd name="adj" fmla="val 2672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endParaRPr lang="nl-NL" sz="1000" b="1" u="none" noProof="0">
                  <a:latin typeface="+mj-lt"/>
                </a:endParaRPr>
              </a:p>
            </p:txBody>
          </p:sp>
          <p:sp>
            <p:nvSpPr>
              <p:cNvPr id="32" name="Rechthoek: afgeronde hoeken 31">
                <a:extLst>
                  <a:ext uri="{FF2B5EF4-FFF2-40B4-BE49-F238E27FC236}">
                    <a16:creationId xmlns:a16="http://schemas.microsoft.com/office/drawing/2014/main" id="{D7E9BEBB-D0DC-4557-835D-FC149C7585FD}"/>
                  </a:ext>
                </a:extLst>
              </p:cNvPr>
              <p:cNvSpPr/>
              <p:nvPr userDrawn="1"/>
            </p:nvSpPr>
            <p:spPr>
              <a:xfrm>
                <a:off x="8410390" y="1545027"/>
                <a:ext cx="212649" cy="212649"/>
              </a:xfrm>
              <a:prstGeom prst="roundRect">
                <a:avLst>
                  <a:gd name="adj" fmla="val 26722"/>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endParaRPr lang="nl-NL" sz="1000" b="1" u="none" noProof="0">
                  <a:latin typeface="+mj-lt"/>
                </a:endParaRPr>
              </a:p>
            </p:txBody>
          </p:sp>
          <p:sp>
            <p:nvSpPr>
              <p:cNvPr id="35" name="Rechthoek: afgeronde hoeken 34">
                <a:extLst>
                  <a:ext uri="{FF2B5EF4-FFF2-40B4-BE49-F238E27FC236}">
                    <a16:creationId xmlns:a16="http://schemas.microsoft.com/office/drawing/2014/main" id="{2196EB4D-914A-41CD-9D75-6F89501EF0B8}"/>
                  </a:ext>
                </a:extLst>
              </p:cNvPr>
              <p:cNvSpPr/>
              <p:nvPr userDrawn="1"/>
            </p:nvSpPr>
            <p:spPr>
              <a:xfrm>
                <a:off x="8410390" y="1824765"/>
                <a:ext cx="212649" cy="212649"/>
              </a:xfrm>
              <a:prstGeom prst="roundRect">
                <a:avLst>
                  <a:gd name="adj" fmla="val 267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endParaRPr lang="nl-NL" sz="1000" b="1" u="none" noProof="0">
                  <a:latin typeface="+mj-lt"/>
                </a:endParaRPr>
              </a:p>
            </p:txBody>
          </p:sp>
          <p:sp>
            <p:nvSpPr>
              <p:cNvPr id="38" name="Rechthoek: afgeronde hoeken 37">
                <a:extLst>
                  <a:ext uri="{FF2B5EF4-FFF2-40B4-BE49-F238E27FC236}">
                    <a16:creationId xmlns:a16="http://schemas.microsoft.com/office/drawing/2014/main" id="{F1454947-644A-4FBF-A032-C689B5740B2A}"/>
                  </a:ext>
                </a:extLst>
              </p:cNvPr>
              <p:cNvSpPr/>
              <p:nvPr userDrawn="1"/>
            </p:nvSpPr>
            <p:spPr>
              <a:xfrm>
                <a:off x="8410390" y="2104503"/>
                <a:ext cx="212649" cy="212649"/>
              </a:xfrm>
              <a:prstGeom prst="roundRect">
                <a:avLst>
                  <a:gd name="adj" fmla="val 267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endParaRPr lang="nl-NL" sz="1000" b="1" u="none" noProof="0">
                  <a:latin typeface="+mj-lt"/>
                </a:endParaRPr>
              </a:p>
            </p:txBody>
          </p:sp>
          <p:sp>
            <p:nvSpPr>
              <p:cNvPr id="41" name="Rechthoek: afgeronde hoeken 40">
                <a:extLst>
                  <a:ext uri="{FF2B5EF4-FFF2-40B4-BE49-F238E27FC236}">
                    <a16:creationId xmlns:a16="http://schemas.microsoft.com/office/drawing/2014/main" id="{78DD8BE2-8EB7-4C12-B1C2-AEA6DD7D8C23}"/>
                  </a:ext>
                </a:extLst>
              </p:cNvPr>
              <p:cNvSpPr/>
              <p:nvPr userDrawn="1"/>
            </p:nvSpPr>
            <p:spPr>
              <a:xfrm>
                <a:off x="8410390" y="2384241"/>
                <a:ext cx="212649" cy="212649"/>
              </a:xfrm>
              <a:prstGeom prst="roundRect">
                <a:avLst>
                  <a:gd name="adj" fmla="val 2672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endParaRPr lang="nl-NL" sz="1000" b="1" u="none" noProof="0">
                  <a:latin typeface="+mj-lt"/>
                </a:endParaRPr>
              </a:p>
            </p:txBody>
          </p:sp>
          <p:sp>
            <p:nvSpPr>
              <p:cNvPr id="47" name="Rechthoek: afgeronde hoeken 46">
                <a:extLst>
                  <a:ext uri="{FF2B5EF4-FFF2-40B4-BE49-F238E27FC236}">
                    <a16:creationId xmlns:a16="http://schemas.microsoft.com/office/drawing/2014/main" id="{1D7DDBC7-4460-4F2C-927A-7AE13B24D8F4}"/>
                  </a:ext>
                </a:extLst>
              </p:cNvPr>
              <p:cNvSpPr/>
              <p:nvPr userDrawn="1"/>
            </p:nvSpPr>
            <p:spPr>
              <a:xfrm>
                <a:off x="8410390" y="426075"/>
                <a:ext cx="212649" cy="212649"/>
              </a:xfrm>
              <a:prstGeom prst="roundRect">
                <a:avLst>
                  <a:gd name="adj" fmla="val 2672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endParaRPr lang="nl-NL" sz="1000" b="1" u="none" noProof="0">
                  <a:latin typeface="+mj-lt"/>
                </a:endParaRPr>
              </a:p>
            </p:txBody>
          </p:sp>
        </p:grpSp>
        <p:sp>
          <p:nvSpPr>
            <p:cNvPr id="49" name="Tekstvak 48">
              <a:extLst>
                <a:ext uri="{FF2B5EF4-FFF2-40B4-BE49-F238E27FC236}">
                  <a16:creationId xmlns:a16="http://schemas.microsoft.com/office/drawing/2014/main" id="{00A66507-1AE0-46EB-92B8-915DBFB60F41}"/>
                </a:ext>
              </a:extLst>
            </p:cNvPr>
            <p:cNvSpPr txBox="1"/>
            <p:nvPr userDrawn="1"/>
          </p:nvSpPr>
          <p:spPr>
            <a:xfrm>
              <a:off x="8419153" y="176532"/>
              <a:ext cx="1461003" cy="134653"/>
            </a:xfrm>
            <a:prstGeom prst="rect">
              <a:avLst/>
            </a:prstGeom>
            <a:noFill/>
          </p:spPr>
          <p:txBody>
            <a:bodyPr wrap="square" lIns="0" tIns="0" rIns="0" bIns="0" rtlCol="0">
              <a:noAutofit/>
            </a:bodyPr>
            <a:lstStyle/>
            <a:p>
              <a:pPr algn="l"/>
              <a:r>
                <a:rPr lang="nl-NL" sz="1000" b="1" u="none" noProof="0">
                  <a:latin typeface="+mj-lt"/>
                </a:rPr>
                <a:t>Achmea themakleuren</a:t>
              </a:r>
            </a:p>
          </p:txBody>
        </p:sp>
      </p:grpSp>
      <p:grpSp>
        <p:nvGrpSpPr>
          <p:cNvPr id="50" name="OVERIGE KLEUREN">
            <a:extLst>
              <a:ext uri="{FF2B5EF4-FFF2-40B4-BE49-F238E27FC236}">
                <a16:creationId xmlns:a16="http://schemas.microsoft.com/office/drawing/2014/main" id="{139292DB-CA74-4075-BC92-B06602D34DDC}"/>
              </a:ext>
            </a:extLst>
          </p:cNvPr>
          <p:cNvGrpSpPr/>
          <p:nvPr userDrawn="1"/>
        </p:nvGrpSpPr>
        <p:grpSpPr>
          <a:xfrm>
            <a:off x="1716813" y="6925672"/>
            <a:ext cx="1461003" cy="333499"/>
            <a:chOff x="8419153" y="176531"/>
            <a:chExt cx="1461003" cy="333499"/>
          </a:xfrm>
        </p:grpSpPr>
        <p:grpSp>
          <p:nvGrpSpPr>
            <p:cNvPr id="51" name="Groep 50">
              <a:extLst>
                <a:ext uri="{FF2B5EF4-FFF2-40B4-BE49-F238E27FC236}">
                  <a16:creationId xmlns:a16="http://schemas.microsoft.com/office/drawing/2014/main" id="{026BC4A5-3D18-4206-AEC3-1395E2D4F813}"/>
                </a:ext>
              </a:extLst>
            </p:cNvPr>
            <p:cNvGrpSpPr/>
            <p:nvPr userDrawn="1"/>
          </p:nvGrpSpPr>
          <p:grpSpPr>
            <a:xfrm rot="16200000">
              <a:off x="8607423" y="178644"/>
              <a:ext cx="143117" cy="519656"/>
              <a:chOff x="8410390" y="426075"/>
              <a:chExt cx="212649" cy="772125"/>
            </a:xfrm>
          </p:grpSpPr>
          <p:sp>
            <p:nvSpPr>
              <p:cNvPr id="53" name="Rechthoek: afgeronde hoeken 52">
                <a:extLst>
                  <a:ext uri="{FF2B5EF4-FFF2-40B4-BE49-F238E27FC236}">
                    <a16:creationId xmlns:a16="http://schemas.microsoft.com/office/drawing/2014/main" id="{5465870F-5975-4142-8BF0-A929890F5184}"/>
                  </a:ext>
                </a:extLst>
              </p:cNvPr>
              <p:cNvSpPr/>
              <p:nvPr userDrawn="1"/>
            </p:nvSpPr>
            <p:spPr>
              <a:xfrm>
                <a:off x="8410390" y="705813"/>
                <a:ext cx="212649" cy="212649"/>
              </a:xfrm>
              <a:prstGeom prst="roundRect">
                <a:avLst>
                  <a:gd name="adj" fmla="val 26722"/>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lvl="0" algn="ctr"/>
                <a:endParaRPr lang="nl-NL" sz="1000" b="1" u="none" noProof="0">
                  <a:latin typeface="+mj-lt"/>
                </a:endParaRPr>
              </a:p>
            </p:txBody>
          </p:sp>
          <p:sp>
            <p:nvSpPr>
              <p:cNvPr id="54" name="Rechthoek: afgeronde hoeken 53">
                <a:extLst>
                  <a:ext uri="{FF2B5EF4-FFF2-40B4-BE49-F238E27FC236}">
                    <a16:creationId xmlns:a16="http://schemas.microsoft.com/office/drawing/2014/main" id="{63DEE779-FB50-4FA3-93B0-85E181EA893E}"/>
                  </a:ext>
                </a:extLst>
              </p:cNvPr>
              <p:cNvSpPr/>
              <p:nvPr userDrawn="1"/>
            </p:nvSpPr>
            <p:spPr>
              <a:xfrm>
                <a:off x="8410390" y="985551"/>
                <a:ext cx="212649" cy="212649"/>
              </a:xfrm>
              <a:prstGeom prst="roundRect">
                <a:avLst>
                  <a:gd name="adj" fmla="val 26722"/>
                </a:avLst>
              </a:prstGeom>
              <a:solidFill>
                <a:srgbClr val="82828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lvl="0" algn="ctr"/>
                <a:endParaRPr lang="nl-NL" sz="1000" b="1" u="none" noProof="0">
                  <a:latin typeface="+mj-lt"/>
                </a:endParaRPr>
              </a:p>
            </p:txBody>
          </p:sp>
          <p:sp>
            <p:nvSpPr>
              <p:cNvPr id="61" name="Rechthoek: afgeronde hoeken 60">
                <a:extLst>
                  <a:ext uri="{FF2B5EF4-FFF2-40B4-BE49-F238E27FC236}">
                    <a16:creationId xmlns:a16="http://schemas.microsoft.com/office/drawing/2014/main" id="{21C7E1C1-A97E-47CD-9961-15F5227E277B}"/>
                  </a:ext>
                </a:extLst>
              </p:cNvPr>
              <p:cNvSpPr/>
              <p:nvPr userDrawn="1"/>
            </p:nvSpPr>
            <p:spPr>
              <a:xfrm>
                <a:off x="8410390" y="426075"/>
                <a:ext cx="212649" cy="212649"/>
              </a:xfrm>
              <a:prstGeom prst="roundRect">
                <a:avLst>
                  <a:gd name="adj" fmla="val 26722"/>
                </a:avLst>
              </a:prstGeom>
              <a:solidFill>
                <a:srgbClr val="4A794C"/>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lvl="0" algn="ctr"/>
                <a:endParaRPr lang="nl-NL" sz="1000" b="1" u="none" noProof="0">
                  <a:latin typeface="+mj-lt"/>
                </a:endParaRPr>
              </a:p>
            </p:txBody>
          </p:sp>
        </p:grpSp>
        <p:sp>
          <p:nvSpPr>
            <p:cNvPr id="52" name="Tekstvak 51">
              <a:extLst>
                <a:ext uri="{FF2B5EF4-FFF2-40B4-BE49-F238E27FC236}">
                  <a16:creationId xmlns:a16="http://schemas.microsoft.com/office/drawing/2014/main" id="{C44176F0-EB56-46B2-B92E-619B77378192}"/>
                </a:ext>
              </a:extLst>
            </p:cNvPr>
            <p:cNvSpPr txBox="1"/>
            <p:nvPr userDrawn="1"/>
          </p:nvSpPr>
          <p:spPr>
            <a:xfrm>
              <a:off x="8419153" y="176531"/>
              <a:ext cx="1461003" cy="134653"/>
            </a:xfrm>
            <a:prstGeom prst="rect">
              <a:avLst/>
            </a:prstGeom>
            <a:noFill/>
          </p:spPr>
          <p:txBody>
            <a:bodyPr wrap="square" lIns="0" tIns="0" rIns="0" bIns="0" rtlCol="0">
              <a:noAutofit/>
            </a:bodyPr>
            <a:lstStyle/>
            <a:p>
              <a:pPr algn="l"/>
              <a:r>
                <a:rPr lang="nl-NL" sz="1000" b="1" u="none" noProof="0">
                  <a:latin typeface="+mj-lt"/>
                </a:rPr>
                <a:t>Overige Achmea kleuren</a:t>
              </a:r>
            </a:p>
          </p:txBody>
        </p:sp>
      </p:grpSp>
      <p:sp>
        <p:nvSpPr>
          <p:cNvPr id="2" name="Tijdelijke aanduiding voor titel 1">
            <a:extLst>
              <a:ext uri="{FF2B5EF4-FFF2-40B4-BE49-F238E27FC236}">
                <a16:creationId xmlns:a16="http://schemas.microsoft.com/office/drawing/2014/main" id="{219B37A3-82F2-45D5-868F-F00F93F6E7B3}"/>
              </a:ext>
            </a:extLst>
          </p:cNvPr>
          <p:cNvSpPr>
            <a:spLocks noGrp="1"/>
          </p:cNvSpPr>
          <p:nvPr>
            <p:ph type="title"/>
          </p:nvPr>
        </p:nvSpPr>
        <p:spPr>
          <a:xfrm>
            <a:off x="540000" y="538833"/>
            <a:ext cx="11112000" cy="301139"/>
          </a:xfrm>
          <a:prstGeom prst="rect">
            <a:avLst/>
          </a:prstGeom>
        </p:spPr>
        <p:txBody>
          <a:bodyPr vert="horz" lIns="36000" tIns="0" rIns="0" bIns="0" rtlCol="0" anchor="t">
            <a:noAutofit/>
          </a:bodyPr>
          <a:lstStyle/>
          <a:p>
            <a:r>
              <a:rPr lang="nl-NL" noProof="0"/>
              <a:t>Voeg hier een titel in</a:t>
            </a:r>
          </a:p>
        </p:txBody>
      </p:sp>
      <p:sp>
        <p:nvSpPr>
          <p:cNvPr id="3" name="Tijdelijke aanduiding voor tekst 2">
            <a:extLst>
              <a:ext uri="{FF2B5EF4-FFF2-40B4-BE49-F238E27FC236}">
                <a16:creationId xmlns:a16="http://schemas.microsoft.com/office/drawing/2014/main" id="{061B9A90-182E-49A3-8BF5-04F32288137B}"/>
              </a:ext>
            </a:extLst>
          </p:cNvPr>
          <p:cNvSpPr>
            <a:spLocks noGrp="1"/>
          </p:cNvSpPr>
          <p:nvPr>
            <p:ph type="body" idx="1"/>
          </p:nvPr>
        </p:nvSpPr>
        <p:spPr>
          <a:xfrm>
            <a:off x="539999" y="1459112"/>
            <a:ext cx="11112001" cy="4119774"/>
          </a:xfrm>
          <a:prstGeom prst="rect">
            <a:avLst/>
          </a:prstGeom>
        </p:spPr>
        <p:txBody>
          <a:bodyPr vert="horz" lIns="36000" tIns="36000" rIns="36000" bIns="36000" rtlCol="0" anchor="t" anchorCtr="0">
            <a:noAutofit/>
          </a:bodyPr>
          <a:lstStyle/>
          <a:p>
            <a:pPr lvl="0"/>
            <a:r>
              <a:rPr lang="nl-NL" noProof="0" err="1"/>
              <a:t>Bullet</a:t>
            </a:r>
            <a:endParaRPr lang="nl-NL" noProof="0"/>
          </a:p>
          <a:p>
            <a:pPr lvl="1"/>
            <a:r>
              <a:rPr lang="nl-NL" noProof="0"/>
              <a:t>Sub-</a:t>
            </a:r>
            <a:r>
              <a:rPr lang="nl-NL" noProof="0" err="1"/>
              <a:t>bullet</a:t>
            </a:r>
            <a:r>
              <a:rPr lang="nl-NL" noProof="0"/>
              <a:t> #1</a:t>
            </a:r>
          </a:p>
          <a:p>
            <a:pPr lvl="2"/>
            <a:r>
              <a:rPr lang="nl-NL" noProof="0"/>
              <a:t>Sub-</a:t>
            </a:r>
            <a:r>
              <a:rPr lang="nl-NL" noProof="0" err="1"/>
              <a:t>bullet</a:t>
            </a:r>
            <a:r>
              <a:rPr lang="nl-NL" noProof="0"/>
              <a:t> #2</a:t>
            </a:r>
          </a:p>
          <a:p>
            <a:pPr lvl="3"/>
            <a:r>
              <a:rPr lang="nl-NL" noProof="0"/>
              <a:t>Leestekst</a:t>
            </a:r>
          </a:p>
          <a:p>
            <a:pPr lvl="4"/>
            <a:r>
              <a:rPr lang="nl-NL" noProof="0"/>
              <a:t>Tussenkop</a:t>
            </a:r>
          </a:p>
          <a:p>
            <a:pPr lvl="5"/>
            <a:r>
              <a:rPr lang="nl-NL" noProof="0"/>
              <a:t>Numerieke </a:t>
            </a:r>
            <a:r>
              <a:rPr lang="nl-NL" noProof="0" err="1"/>
              <a:t>bullet</a:t>
            </a:r>
            <a:endParaRPr lang="nl-NL" noProof="0"/>
          </a:p>
          <a:p>
            <a:pPr lvl="6"/>
            <a:r>
              <a:rPr lang="nl-NL" noProof="0"/>
              <a:t>Alfabetische </a:t>
            </a:r>
            <a:r>
              <a:rPr lang="nl-NL" noProof="0" err="1"/>
              <a:t>bullet</a:t>
            </a:r>
            <a:endParaRPr lang="nl-NL" noProof="0"/>
          </a:p>
          <a:p>
            <a:pPr lvl="7"/>
            <a:r>
              <a:rPr lang="nl-NL" noProof="0"/>
              <a:t>Fotobeschrijving</a:t>
            </a:r>
          </a:p>
          <a:p>
            <a:pPr lvl="8"/>
            <a:r>
              <a:rPr lang="nl-NL" noProof="0"/>
              <a:t>Quote tekst</a:t>
            </a:r>
          </a:p>
          <a:p>
            <a:pPr lvl="8"/>
            <a:endParaRPr lang="nl-NL" noProof="0"/>
          </a:p>
        </p:txBody>
      </p:sp>
      <p:sp>
        <p:nvSpPr>
          <p:cNvPr id="4" name="Tijdelijke aanduiding voor datum 3">
            <a:extLst>
              <a:ext uri="{FF2B5EF4-FFF2-40B4-BE49-F238E27FC236}">
                <a16:creationId xmlns:a16="http://schemas.microsoft.com/office/drawing/2014/main" id="{2CC0954C-56F0-4481-AEFC-476FD5516A05}"/>
              </a:ext>
            </a:extLst>
          </p:cNvPr>
          <p:cNvSpPr>
            <a:spLocks noGrp="1"/>
          </p:cNvSpPr>
          <p:nvPr>
            <p:ph type="dt" sz="half" idx="2"/>
          </p:nvPr>
        </p:nvSpPr>
        <p:spPr>
          <a:xfrm>
            <a:off x="10917011" y="6940826"/>
            <a:ext cx="1274989" cy="127963"/>
          </a:xfrm>
          <a:prstGeom prst="rect">
            <a:avLst/>
          </a:prstGeom>
        </p:spPr>
        <p:txBody>
          <a:bodyPr vert="horz" lIns="0" tIns="0" rIns="0" bIns="0" rtlCol="0" anchor="ctr">
            <a:noAutofit/>
          </a:bodyPr>
          <a:lstStyle>
            <a:lvl1pPr algn="r">
              <a:defRPr sz="1000">
                <a:solidFill>
                  <a:schemeClr val="tx1"/>
                </a:solidFill>
                <a:latin typeface="+mn-lt"/>
              </a:defRPr>
            </a:lvl1pPr>
          </a:lstStyle>
          <a:p>
            <a:fld id="{1B2E6AF7-D026-4F6F-A102-43B4C204F080}" type="datetime4">
              <a:rPr lang="nl-NL" smtClean="0"/>
              <a:t>24 oktober 2024</a:t>
            </a:fld>
            <a:endParaRPr lang="nl-NL"/>
          </a:p>
        </p:txBody>
      </p:sp>
      <p:sp>
        <p:nvSpPr>
          <p:cNvPr id="6" name="Tijdelijke aanduiding voor dianummer 5">
            <a:extLst>
              <a:ext uri="{FF2B5EF4-FFF2-40B4-BE49-F238E27FC236}">
                <a16:creationId xmlns:a16="http://schemas.microsoft.com/office/drawing/2014/main" id="{5549FE6F-67CB-4243-BE03-A9A3C4007850}"/>
              </a:ext>
            </a:extLst>
          </p:cNvPr>
          <p:cNvSpPr>
            <a:spLocks noGrp="1"/>
          </p:cNvSpPr>
          <p:nvPr>
            <p:ph type="sldNum" sz="quarter" idx="4"/>
          </p:nvPr>
        </p:nvSpPr>
        <p:spPr>
          <a:xfrm>
            <a:off x="0" y="6489321"/>
            <a:ext cx="539998" cy="224300"/>
          </a:xfrm>
          <a:prstGeom prst="rect">
            <a:avLst/>
          </a:prstGeom>
        </p:spPr>
        <p:txBody>
          <a:bodyPr vert="horz" lIns="0" tIns="0" rIns="0" bIns="0" rtlCol="0" anchor="ctr">
            <a:noAutofit/>
          </a:bodyPr>
          <a:lstStyle>
            <a:lvl1pPr algn="ctr">
              <a:defRPr sz="1200" b="0">
                <a:solidFill>
                  <a:srgbClr val="828282"/>
                </a:solidFill>
                <a:latin typeface="+mn-lt"/>
              </a:defRPr>
            </a:lvl1pPr>
          </a:lstStyle>
          <a:p>
            <a:fld id="{D7B5DC5B-6873-43DB-ADC7-B15ACCE0DFDB}" type="slidenum">
              <a:rPr lang="nl-NL" smtClean="0"/>
              <a:pPr/>
              <a:t>‹#›</a:t>
            </a:fld>
            <a:endParaRPr lang="nl-NL"/>
          </a:p>
        </p:txBody>
      </p:sp>
      <p:sp>
        <p:nvSpPr>
          <p:cNvPr id="20" name="Tekstvak 19">
            <a:extLst>
              <a:ext uri="{FF2B5EF4-FFF2-40B4-BE49-F238E27FC236}">
                <a16:creationId xmlns:a16="http://schemas.microsoft.com/office/drawing/2014/main" id="{88A106C3-3B5C-4817-A9B9-E1AA65368768}"/>
              </a:ext>
            </a:extLst>
          </p:cNvPr>
          <p:cNvSpPr txBox="1"/>
          <p:nvPr userDrawn="1"/>
        </p:nvSpPr>
        <p:spPr>
          <a:xfrm>
            <a:off x="5031475" y="-696037"/>
            <a:ext cx="2129051" cy="150127"/>
          </a:xfrm>
          <a:prstGeom prst="rect">
            <a:avLst/>
          </a:prstGeom>
          <a:noFill/>
        </p:spPr>
        <p:txBody>
          <a:bodyPr wrap="square" lIns="72000" tIns="0" rIns="72000" bIns="0" rtlCol="0">
            <a:noAutofit/>
          </a:bodyPr>
          <a:lstStyle/>
          <a:p>
            <a:pPr algn="ctr"/>
            <a:r>
              <a:rPr lang="nl-NL" sz="1200" b="0" cap="all" baseline="0" noProof="0">
                <a:latin typeface="+mn-lt"/>
              </a:rPr>
              <a:t>Naam van de indeling</a:t>
            </a:r>
          </a:p>
        </p:txBody>
      </p:sp>
      <p:sp>
        <p:nvSpPr>
          <p:cNvPr id="7" name="Rechthoek 6">
            <a:extLst>
              <a:ext uri="{FF2B5EF4-FFF2-40B4-BE49-F238E27FC236}">
                <a16:creationId xmlns:a16="http://schemas.microsoft.com/office/drawing/2014/main" id="{A195EC66-DC64-44B6-BB19-DC4F493EF84D}"/>
              </a:ext>
            </a:extLst>
          </p:cNvPr>
          <p:cNvSpPr/>
          <p:nvPr userDrawn="1"/>
        </p:nvSpPr>
        <p:spPr>
          <a:xfrm>
            <a:off x="0" y="6265769"/>
            <a:ext cx="12192000" cy="36000"/>
          </a:xfrm>
          <a:prstGeom prst="rect">
            <a:avLst/>
          </a:prstGeom>
          <a:solidFill>
            <a:srgbClr val="525287"/>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endParaRPr lang="nl-NL" sz="1600" noProof="0"/>
          </a:p>
        </p:txBody>
      </p:sp>
      <p:grpSp>
        <p:nvGrpSpPr>
          <p:cNvPr id="96" name="GRID" hidden="1">
            <a:extLst>
              <a:ext uri="{FF2B5EF4-FFF2-40B4-BE49-F238E27FC236}">
                <a16:creationId xmlns:a16="http://schemas.microsoft.com/office/drawing/2014/main" id="{75B097B3-7A68-4D5C-B43B-DF33941C7F97}"/>
              </a:ext>
            </a:extLst>
          </p:cNvPr>
          <p:cNvGrpSpPr/>
          <p:nvPr userDrawn="1"/>
        </p:nvGrpSpPr>
        <p:grpSpPr>
          <a:xfrm>
            <a:off x="0" y="0"/>
            <a:ext cx="12192000" cy="6858000"/>
            <a:chOff x="0" y="0"/>
            <a:chExt cx="12192000" cy="6858000"/>
          </a:xfrm>
          <a:solidFill>
            <a:schemeClr val="tx1">
              <a:alpha val="30000"/>
            </a:schemeClr>
          </a:solidFill>
        </p:grpSpPr>
        <p:sp>
          <p:nvSpPr>
            <p:cNvPr id="97" name="Rechthoek 96">
              <a:extLst>
                <a:ext uri="{FF2B5EF4-FFF2-40B4-BE49-F238E27FC236}">
                  <a16:creationId xmlns:a16="http://schemas.microsoft.com/office/drawing/2014/main" id="{EE3D9B21-E975-43D7-8C81-95C8CDD290B5}"/>
                </a:ext>
              </a:extLst>
            </p:cNvPr>
            <p:cNvSpPr/>
            <p:nvPr userDrawn="1"/>
          </p:nvSpPr>
          <p:spPr>
            <a:xfrm>
              <a:off x="0" y="0"/>
              <a:ext cx="12192000" cy="5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98" name="Rechthoek 97">
              <a:extLst>
                <a:ext uri="{FF2B5EF4-FFF2-40B4-BE49-F238E27FC236}">
                  <a16:creationId xmlns:a16="http://schemas.microsoft.com/office/drawing/2014/main" id="{105DD2F5-A6F6-4D19-B89E-2F7BCA325C6F}"/>
                </a:ext>
              </a:extLst>
            </p:cNvPr>
            <p:cNvSpPr/>
            <p:nvPr userDrawn="1"/>
          </p:nvSpPr>
          <p:spPr>
            <a:xfrm>
              <a:off x="0"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99" name="Rechthoek 98">
              <a:extLst>
                <a:ext uri="{FF2B5EF4-FFF2-40B4-BE49-F238E27FC236}">
                  <a16:creationId xmlns:a16="http://schemas.microsoft.com/office/drawing/2014/main" id="{2AEA8E2A-9314-4431-84B8-815D27F55574}"/>
                </a:ext>
              </a:extLst>
            </p:cNvPr>
            <p:cNvSpPr/>
            <p:nvPr userDrawn="1"/>
          </p:nvSpPr>
          <p:spPr>
            <a:xfrm>
              <a:off x="11652000" y="0"/>
              <a:ext cx="54000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00" name="Rechthoek 99">
              <a:extLst>
                <a:ext uri="{FF2B5EF4-FFF2-40B4-BE49-F238E27FC236}">
                  <a16:creationId xmlns:a16="http://schemas.microsoft.com/office/drawing/2014/main" id="{CDFCBDD9-389E-4547-9AAC-86E6DEAA46E7}"/>
                </a:ext>
              </a:extLst>
            </p:cNvPr>
            <p:cNvSpPr/>
            <p:nvPr userDrawn="1"/>
          </p:nvSpPr>
          <p:spPr>
            <a:xfrm>
              <a:off x="0" y="1099111"/>
              <a:ext cx="12192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01" name="Rechthoek 100">
              <a:extLst>
                <a:ext uri="{FF2B5EF4-FFF2-40B4-BE49-F238E27FC236}">
                  <a16:creationId xmlns:a16="http://schemas.microsoft.com/office/drawing/2014/main" id="{96AE3856-6B74-49F5-9845-EF4D8D887E33}"/>
                </a:ext>
              </a:extLst>
            </p:cNvPr>
            <p:cNvSpPr/>
            <p:nvPr userDrawn="1"/>
          </p:nvSpPr>
          <p:spPr>
            <a:xfrm>
              <a:off x="0" y="6678000"/>
              <a:ext cx="12192000" cy="18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02" name="Rechthoek 101">
              <a:extLst>
                <a:ext uri="{FF2B5EF4-FFF2-40B4-BE49-F238E27FC236}">
                  <a16:creationId xmlns:a16="http://schemas.microsoft.com/office/drawing/2014/main" id="{19E8D85C-6B8B-4402-BE42-283B5165F5DD}"/>
                </a:ext>
              </a:extLst>
            </p:cNvPr>
            <p:cNvSpPr/>
            <p:nvPr userDrawn="1"/>
          </p:nvSpPr>
          <p:spPr>
            <a:xfrm>
              <a:off x="0" y="5906871"/>
              <a:ext cx="12192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03" name="Rechthoek 102">
              <a:extLst>
                <a:ext uri="{FF2B5EF4-FFF2-40B4-BE49-F238E27FC236}">
                  <a16:creationId xmlns:a16="http://schemas.microsoft.com/office/drawing/2014/main" id="{6B31C5D1-7B62-4E2A-BDD3-C2CA5E9E2002}"/>
                </a:ext>
              </a:extLst>
            </p:cNvPr>
            <p:cNvSpPr/>
            <p:nvPr userDrawn="1"/>
          </p:nvSpPr>
          <p:spPr>
            <a:xfrm>
              <a:off x="0" y="6295673"/>
              <a:ext cx="12192000" cy="18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04" name="Rechthoek 103">
              <a:extLst>
                <a:ext uri="{FF2B5EF4-FFF2-40B4-BE49-F238E27FC236}">
                  <a16:creationId xmlns:a16="http://schemas.microsoft.com/office/drawing/2014/main" id="{5BFF5FB1-4524-485C-AC08-837EBEAA9764}"/>
                </a:ext>
              </a:extLst>
            </p:cNvPr>
            <p:cNvSpPr/>
            <p:nvPr userDrawn="1"/>
          </p:nvSpPr>
          <p:spPr>
            <a:xfrm>
              <a:off x="0" y="5578887"/>
              <a:ext cx="12192000" cy="18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45" name="Rechthoek 44">
              <a:extLst>
                <a:ext uri="{FF2B5EF4-FFF2-40B4-BE49-F238E27FC236}">
                  <a16:creationId xmlns:a16="http://schemas.microsoft.com/office/drawing/2014/main" id="{5BAE6A63-4FB0-4411-AFFC-63A8A8EF4DAE}"/>
                </a:ext>
              </a:extLst>
            </p:cNvPr>
            <p:cNvSpPr/>
            <p:nvPr userDrawn="1"/>
          </p:nvSpPr>
          <p:spPr>
            <a:xfrm>
              <a:off x="12024980" y="0"/>
              <a:ext cx="16702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46" name="Rechthoek 45">
              <a:extLst>
                <a:ext uri="{FF2B5EF4-FFF2-40B4-BE49-F238E27FC236}">
                  <a16:creationId xmlns:a16="http://schemas.microsoft.com/office/drawing/2014/main" id="{32F9B240-ED3F-49CA-B562-C067CCB5C19D}"/>
                </a:ext>
              </a:extLst>
            </p:cNvPr>
            <p:cNvSpPr/>
            <p:nvPr userDrawn="1"/>
          </p:nvSpPr>
          <p:spPr>
            <a:xfrm>
              <a:off x="0" y="0"/>
              <a:ext cx="167020" cy="6857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pic>
        <p:nvPicPr>
          <p:cNvPr id="39" name="Afbeelding 38">
            <a:extLst>
              <a:ext uri="{FF2B5EF4-FFF2-40B4-BE49-F238E27FC236}">
                <a16:creationId xmlns:a16="http://schemas.microsoft.com/office/drawing/2014/main" id="{83334708-C106-4427-8F40-15791193BAE2}"/>
              </a:ext>
            </a:extLst>
          </p:cNvPr>
          <p:cNvPicPr>
            <a:picLocks noChangeAspect="1"/>
          </p:cNvPicPr>
          <p:nvPr userDrawn="1"/>
        </p:nvPicPr>
        <p:blipFill>
          <a:blip r:embed="rId27">
            <a:extLst>
              <a:ext uri="{28A0092B-C50C-407E-A947-70E740481C1C}">
                <a14:useLocalDpi xmlns:a14="http://schemas.microsoft.com/office/drawing/2010/main" val="0"/>
              </a:ext>
            </a:extLst>
          </a:blip>
          <a:stretch>
            <a:fillRect/>
          </a:stretch>
        </p:blipFill>
        <p:spPr>
          <a:xfrm>
            <a:off x="10785771" y="6370978"/>
            <a:ext cx="1239209" cy="397022"/>
          </a:xfrm>
          <a:prstGeom prst="rect">
            <a:avLst/>
          </a:prstGeom>
        </p:spPr>
      </p:pic>
    </p:spTree>
    <p:extLst>
      <p:ext uri="{BB962C8B-B14F-4D97-AF65-F5344CB8AC3E}">
        <p14:creationId xmlns:p14="http://schemas.microsoft.com/office/powerpoint/2010/main" val="3976853378"/>
      </p:ext>
    </p:extLst>
  </p:cSld>
  <p:clrMap bg1="lt1" tx1="dk1" bg2="lt2" tx2="dk2" accent1="accent1" accent2="accent2" accent3="accent3" accent4="accent4" accent5="accent5" accent6="accent6" hlink="hlink" folHlink="folHlink"/>
  <p:sldLayoutIdLst>
    <p:sldLayoutId id="2147483681" r:id="rId1"/>
    <p:sldLayoutId id="2147483713" r:id="rId2"/>
    <p:sldLayoutId id="2147483727" r:id="rId3"/>
    <p:sldLayoutId id="2147483722" r:id="rId4"/>
    <p:sldLayoutId id="2147483714" r:id="rId5"/>
    <p:sldLayoutId id="2147483723" r:id="rId6"/>
    <p:sldLayoutId id="2147483715" r:id="rId7"/>
    <p:sldLayoutId id="2147483736" r:id="rId8"/>
    <p:sldLayoutId id="2147483716" r:id="rId9"/>
    <p:sldLayoutId id="2147483728" r:id="rId10"/>
    <p:sldLayoutId id="2147483729" r:id="rId11"/>
    <p:sldLayoutId id="2147483724" r:id="rId12"/>
    <p:sldLayoutId id="2147483731" r:id="rId13"/>
    <p:sldLayoutId id="2147483730" r:id="rId14"/>
    <p:sldLayoutId id="2147483725" r:id="rId15"/>
    <p:sldLayoutId id="2147483732" r:id="rId16"/>
    <p:sldLayoutId id="2147483733" r:id="rId17"/>
    <p:sldLayoutId id="2147483717" r:id="rId18"/>
    <p:sldLayoutId id="2147483734" r:id="rId19"/>
    <p:sldLayoutId id="2147483735" r:id="rId20"/>
    <p:sldLayoutId id="2147483726" r:id="rId21"/>
    <p:sldLayoutId id="2147483718" r:id="rId22"/>
  </p:sldLayoutIdLst>
  <p:hf hdr="0" dt="0"/>
  <p:txStyles>
    <p:titleStyle>
      <a:lvl1pPr algn="l" defTabSz="914400" rtl="0" eaLnBrk="1" latinLnBrk="0" hangingPunct="1">
        <a:lnSpc>
          <a:spcPct val="80000"/>
        </a:lnSpc>
        <a:spcBef>
          <a:spcPct val="0"/>
        </a:spcBef>
        <a:buNone/>
        <a:defRPr sz="2600" b="0" kern="1200">
          <a:solidFill>
            <a:schemeClr val="tx1"/>
          </a:solidFill>
          <a:latin typeface="+mn-lt"/>
          <a:ea typeface="+mj-ea"/>
          <a:cs typeface="+mj-cs"/>
        </a:defRPr>
      </a:lvl1pPr>
    </p:titleStyle>
    <p:bodyStyle>
      <a:lvl1pPr marL="177800" indent="-177800" algn="l" defTabSz="914400" rtl="0" eaLnBrk="1" latinLnBrk="0" hangingPunct="1">
        <a:lnSpc>
          <a:spcPct val="100000"/>
        </a:lnSpc>
        <a:spcBef>
          <a:spcPts val="300"/>
        </a:spcBef>
        <a:spcAft>
          <a:spcPts val="300"/>
        </a:spcAft>
        <a:buClr>
          <a:schemeClr val="accent1"/>
        </a:buClr>
        <a:buFont typeface="Wingdings" panose="05000000000000000000" pitchFamily="2" charset="2"/>
        <a:buChar char="§"/>
        <a:defRPr sz="1500" kern="1200">
          <a:solidFill>
            <a:schemeClr val="tx1"/>
          </a:solidFill>
          <a:latin typeface="+mn-lt"/>
          <a:ea typeface="+mn-ea"/>
          <a:cs typeface="+mn-cs"/>
        </a:defRPr>
      </a:lvl1pPr>
      <a:lvl2pPr marL="355600" indent="-177800" algn="l" defTabSz="914400" rtl="0" eaLnBrk="1" latinLnBrk="0" hangingPunct="1">
        <a:lnSpc>
          <a:spcPct val="100000"/>
        </a:lnSpc>
        <a:spcBef>
          <a:spcPts val="300"/>
        </a:spcBef>
        <a:spcAft>
          <a:spcPts val="300"/>
        </a:spcAft>
        <a:buClr>
          <a:schemeClr val="accent1"/>
        </a:buClr>
        <a:buFont typeface="Wingdings" panose="05000000000000000000" pitchFamily="2" charset="2"/>
        <a:buChar char="§"/>
        <a:tabLst/>
        <a:defRPr sz="1500" kern="1200">
          <a:solidFill>
            <a:schemeClr val="tx1"/>
          </a:solidFill>
          <a:latin typeface="+mn-lt"/>
          <a:ea typeface="+mn-ea"/>
          <a:cs typeface="+mn-cs"/>
        </a:defRPr>
      </a:lvl2pPr>
      <a:lvl3pPr marL="531813" indent="-176213" algn="l" defTabSz="914400" rtl="0" eaLnBrk="1" latinLnBrk="0" hangingPunct="1">
        <a:lnSpc>
          <a:spcPct val="100000"/>
        </a:lnSpc>
        <a:spcBef>
          <a:spcPts val="300"/>
        </a:spcBef>
        <a:spcAft>
          <a:spcPts val="300"/>
        </a:spcAft>
        <a:buClr>
          <a:schemeClr val="tx1"/>
        </a:buClr>
        <a:buFont typeface="Corbel" panose="020B0503020204020204" pitchFamily="34" charset="0"/>
        <a:buChar char="–"/>
        <a:defRPr sz="15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300"/>
        </a:spcAft>
        <a:buFont typeface="Arial" panose="020B0604020202020204" pitchFamily="34" charset="0"/>
        <a:buNone/>
        <a:defRPr sz="1500" kern="1200">
          <a:solidFill>
            <a:schemeClr val="tx1"/>
          </a:solidFill>
          <a:latin typeface="+mn-lt"/>
          <a:ea typeface="+mn-ea"/>
          <a:cs typeface="+mn-cs"/>
        </a:defRPr>
      </a:lvl4pPr>
      <a:lvl5pPr marL="0" indent="0" algn="l" defTabSz="914400" rtl="0" eaLnBrk="1" latinLnBrk="0" hangingPunct="1">
        <a:lnSpc>
          <a:spcPct val="100000"/>
        </a:lnSpc>
        <a:spcBef>
          <a:spcPts val="600"/>
        </a:spcBef>
        <a:spcAft>
          <a:spcPts val="300"/>
        </a:spcAft>
        <a:buFont typeface="Arial" panose="020B0604020202020204" pitchFamily="34" charset="0"/>
        <a:buNone/>
        <a:defRPr sz="1600" b="1" kern="1200" cap="none" baseline="0">
          <a:solidFill>
            <a:schemeClr val="accent1"/>
          </a:solidFill>
          <a:latin typeface="+mj-lt"/>
          <a:ea typeface="+mn-ea"/>
          <a:cs typeface="+mn-cs"/>
        </a:defRPr>
      </a:lvl5pPr>
      <a:lvl6pPr marL="265113" indent="-265113" algn="l" defTabSz="914400" rtl="0" eaLnBrk="1" latinLnBrk="0" hangingPunct="1">
        <a:lnSpc>
          <a:spcPct val="100000"/>
        </a:lnSpc>
        <a:spcBef>
          <a:spcPts val="300"/>
        </a:spcBef>
        <a:spcAft>
          <a:spcPts val="300"/>
        </a:spcAft>
        <a:buClr>
          <a:schemeClr val="tx1"/>
        </a:buClr>
        <a:buSzPct val="85000"/>
        <a:buFont typeface="+mj-lt"/>
        <a:buAutoNum type="arabicPeriod"/>
        <a:defRPr sz="1500" kern="1200">
          <a:solidFill>
            <a:schemeClr val="tx1"/>
          </a:solidFill>
          <a:latin typeface="+mn-lt"/>
          <a:ea typeface="+mn-ea"/>
          <a:cs typeface="+mn-cs"/>
        </a:defRPr>
      </a:lvl6pPr>
      <a:lvl7pPr marL="265113" indent="-265113" algn="l" defTabSz="914400" rtl="0" eaLnBrk="1" latinLnBrk="0" hangingPunct="1">
        <a:lnSpc>
          <a:spcPct val="100000"/>
        </a:lnSpc>
        <a:spcBef>
          <a:spcPts val="300"/>
        </a:spcBef>
        <a:spcAft>
          <a:spcPts val="300"/>
        </a:spcAft>
        <a:buClr>
          <a:schemeClr val="tx1"/>
        </a:buClr>
        <a:buSzPct val="85000"/>
        <a:buFont typeface="+mj-lt"/>
        <a:buAutoNum type="alphaLcPeriod"/>
        <a:tabLst/>
        <a:defRPr sz="1500" kern="1200">
          <a:solidFill>
            <a:schemeClr val="tx1"/>
          </a:solidFill>
          <a:latin typeface="+mn-lt"/>
          <a:ea typeface="+mn-ea"/>
          <a:cs typeface="+mn-cs"/>
        </a:defRPr>
      </a:lvl7pPr>
      <a:lvl8pPr marL="0" indent="0" algn="l" defTabSz="914400" rtl="0" eaLnBrk="1" latinLnBrk="0" hangingPunct="1">
        <a:lnSpc>
          <a:spcPct val="100000"/>
        </a:lnSpc>
        <a:spcBef>
          <a:spcPts val="300"/>
        </a:spcBef>
        <a:spcAft>
          <a:spcPts val="300"/>
        </a:spcAft>
        <a:buClr>
          <a:schemeClr val="accent3"/>
        </a:buClr>
        <a:buFont typeface="Arial" panose="020B0604020202020204" pitchFamily="34" charset="0"/>
        <a:buNone/>
        <a:defRPr sz="1000" i="1" kern="1200">
          <a:solidFill>
            <a:schemeClr val="tx1"/>
          </a:solidFill>
          <a:latin typeface="+mn-lt"/>
          <a:ea typeface="+mn-ea"/>
          <a:cs typeface="+mn-cs"/>
        </a:defRPr>
      </a:lvl8pPr>
      <a:lvl9pPr marL="0" indent="0" algn="l" defTabSz="914400" rtl="0" eaLnBrk="1" latinLnBrk="0" hangingPunct="1">
        <a:lnSpc>
          <a:spcPct val="100000"/>
        </a:lnSpc>
        <a:spcBef>
          <a:spcPts val="600"/>
        </a:spcBef>
        <a:spcAft>
          <a:spcPts val="300"/>
        </a:spcAft>
        <a:buFont typeface="Arial" panose="020B0604020202020204" pitchFamily="34" charset="0"/>
        <a:buNone/>
        <a:defRPr sz="2000" i="1"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51" name="StrongCallout" hidden="1">
            <a:extLst>
              <a:ext uri="{FF2B5EF4-FFF2-40B4-BE49-F238E27FC236}">
                <a16:creationId xmlns:a16="http://schemas.microsoft.com/office/drawing/2014/main" id="{ED4978DF-3F69-4BEF-82C6-D4F515591658}"/>
              </a:ext>
            </a:extLst>
          </p:cNvPr>
          <p:cNvGrpSpPr/>
          <p:nvPr userDrawn="1">
            <p:custDataLst>
              <p:tags r:id="rId21"/>
            </p:custDataLst>
          </p:nvPr>
        </p:nvGrpSpPr>
        <p:grpSpPr>
          <a:xfrm>
            <a:off x="3964246" y="1918720"/>
            <a:ext cx="3026228" cy="1497846"/>
            <a:chOff x="1016000" y="1016000"/>
            <a:chExt cx="3026228" cy="1497846"/>
          </a:xfrm>
        </p:grpSpPr>
        <p:sp>
          <p:nvSpPr>
            <p:cNvPr id="152" name="TextBox 151">
              <a:extLst>
                <a:ext uri="{FF2B5EF4-FFF2-40B4-BE49-F238E27FC236}">
                  <a16:creationId xmlns:a16="http://schemas.microsoft.com/office/drawing/2014/main" id="{246D67ED-6420-4578-BA84-DBF3D1471BC5}"/>
                </a:ext>
              </a:extLst>
            </p:cNvPr>
            <p:cNvSpPr txBox="1"/>
            <p:nvPr/>
          </p:nvSpPr>
          <p:spPr>
            <a:xfrm>
              <a:off x="1016000" y="1016000"/>
              <a:ext cx="2645228" cy="1497846"/>
            </a:xfrm>
            <a:prstGeom prst="rect">
              <a:avLst/>
            </a:prstGeom>
            <a:solidFill>
              <a:schemeClr val="accent1"/>
            </a:solidFill>
            <a:ln w="6350">
              <a:solidFill>
                <a:schemeClr val="bg1"/>
              </a:solidFill>
            </a:ln>
          </p:spPr>
          <p:txBody>
            <a:bodyPr vert="horz" wrap="square" lIns="182880" tIns="182880" rIns="182880" bIns="182880" rtlCol="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spcBef>
                  <a:spcPts val="0"/>
                </a:spcBef>
                <a:spcAft>
                  <a:spcPts val="400"/>
                </a:spcAft>
                <a:buClr>
                  <a:schemeClr val="tx2"/>
                </a:buClr>
              </a:pPr>
              <a:r>
                <a:rPr lang="nl-NL" sz="1400" b="1" dirty="0" err="1">
                  <a:solidFill>
                    <a:schemeClr val="tx2"/>
                  </a:solidFill>
                </a:rPr>
                <a:t>Callout</a:t>
              </a:r>
              <a:r>
                <a:rPr lang="nl-NL" sz="1400" b="1" dirty="0">
                  <a:solidFill>
                    <a:schemeClr val="tx2"/>
                  </a:solidFill>
                </a:rPr>
                <a:t> </a:t>
              </a:r>
              <a:r>
                <a:rPr lang="nl-NL" sz="1400" b="1" dirty="0" err="1">
                  <a:solidFill>
                    <a:schemeClr val="tx2"/>
                  </a:solidFill>
                </a:rPr>
                <a:t>title</a:t>
              </a:r>
              <a:endParaRPr lang="nl-NL" sz="1400" b="1" dirty="0">
                <a:solidFill>
                  <a:schemeClr val="tx2"/>
                </a:solidFill>
              </a:endParaRPr>
            </a:p>
            <a:p>
              <a:pPr lvl="0" rtl="0">
                <a:spcBef>
                  <a:spcPts val="0"/>
                </a:spcBef>
                <a:spcAft>
                  <a:spcPts val="600"/>
                </a:spcAft>
                <a:buClr>
                  <a:schemeClr val="tx2"/>
                </a:buClr>
              </a:pPr>
              <a:r>
                <a:rPr lang="nl-NL" sz="1400" dirty="0" err="1">
                  <a:solidFill>
                    <a:schemeClr val="tx2"/>
                  </a:solidFill>
                </a:rPr>
                <a:t>Supporting</a:t>
              </a:r>
              <a:r>
                <a:rPr lang="nl-NL" sz="1400" dirty="0">
                  <a:solidFill>
                    <a:schemeClr val="tx2"/>
                  </a:solidFill>
                </a:rPr>
                <a:t> </a:t>
              </a:r>
              <a:r>
                <a:rPr lang="nl-NL" sz="1400" dirty="0" err="1">
                  <a:solidFill>
                    <a:schemeClr val="tx2"/>
                  </a:solidFill>
                </a:rPr>
                <a:t>text</a:t>
              </a:r>
              <a:r>
                <a:rPr lang="nl-NL" sz="1400" dirty="0">
                  <a:solidFill>
                    <a:schemeClr val="tx2"/>
                  </a:solidFill>
                </a:rPr>
                <a:t> </a:t>
              </a:r>
              <a:r>
                <a:rPr lang="nl-NL" sz="1400" dirty="0" err="1">
                  <a:solidFill>
                    <a:schemeClr val="tx2"/>
                  </a:solidFill>
                </a:rPr>
                <a:t>goes</a:t>
              </a:r>
              <a:r>
                <a:rPr lang="nl-NL" sz="1400" dirty="0">
                  <a:solidFill>
                    <a:schemeClr val="tx2"/>
                  </a:solidFill>
                </a:rPr>
                <a:t> here. Box </a:t>
              </a:r>
              <a:r>
                <a:rPr lang="nl-NL" sz="1400" dirty="0" err="1">
                  <a:solidFill>
                    <a:schemeClr val="tx2"/>
                  </a:solidFill>
                </a:rPr>
                <a:t>will</a:t>
              </a:r>
              <a:r>
                <a:rPr lang="nl-NL" sz="1400" dirty="0">
                  <a:solidFill>
                    <a:schemeClr val="tx2"/>
                  </a:solidFill>
                </a:rPr>
                <a:t> </a:t>
              </a:r>
              <a:r>
                <a:rPr lang="nl-NL" sz="1400" dirty="0" err="1">
                  <a:solidFill>
                    <a:schemeClr val="tx2"/>
                  </a:solidFill>
                </a:rPr>
                <a:t>automatically</a:t>
              </a:r>
              <a:r>
                <a:rPr lang="nl-NL" sz="1400" dirty="0">
                  <a:solidFill>
                    <a:schemeClr val="tx2"/>
                  </a:solidFill>
                </a:rPr>
                <a:t> adjust to content, adjust type </a:t>
              </a:r>
              <a:r>
                <a:rPr lang="nl-NL" sz="1400" dirty="0" err="1">
                  <a:solidFill>
                    <a:schemeClr val="tx2"/>
                  </a:solidFill>
                </a:rPr>
                <a:t>size</a:t>
              </a:r>
              <a:r>
                <a:rPr lang="nl-NL" sz="1400" dirty="0">
                  <a:solidFill>
                    <a:schemeClr val="tx2"/>
                  </a:solidFill>
                </a:rPr>
                <a:t> as </a:t>
              </a:r>
              <a:r>
                <a:rPr lang="nl-NL" sz="1400" dirty="0" err="1">
                  <a:solidFill>
                    <a:schemeClr val="tx2"/>
                  </a:solidFill>
                </a:rPr>
                <a:t>needed</a:t>
              </a:r>
              <a:r>
                <a:rPr lang="nl-NL" sz="1400" dirty="0">
                  <a:solidFill>
                    <a:schemeClr val="tx2"/>
                  </a:solidFill>
                </a:rPr>
                <a:t>.</a:t>
              </a:r>
            </a:p>
          </p:txBody>
        </p:sp>
        <p:cxnSp>
          <p:nvCxnSpPr>
            <p:cNvPr id="153" name="Straight Arrow Connector 152">
              <a:extLst>
                <a:ext uri="{FF2B5EF4-FFF2-40B4-BE49-F238E27FC236}">
                  <a16:creationId xmlns:a16="http://schemas.microsoft.com/office/drawing/2014/main" id="{037C5EFE-466A-492F-A364-B53BF80FF3D6}"/>
                </a:ext>
              </a:extLst>
            </p:cNvPr>
            <p:cNvCxnSpPr>
              <a:cxnSpLocks/>
              <a:stCxn id="152" idx="3"/>
            </p:cNvCxnSpPr>
            <p:nvPr/>
          </p:nvCxnSpPr>
          <p:spPr>
            <a:xfrm>
              <a:off x="3661228" y="1764923"/>
              <a:ext cx="381000"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6" name="FlowOF" hidden="1">
            <a:extLst>
              <a:ext uri="{FF2B5EF4-FFF2-40B4-BE49-F238E27FC236}">
                <a16:creationId xmlns:a16="http://schemas.microsoft.com/office/drawing/2014/main" id="{C470EB0C-6D75-41AF-927F-EE9DD68FE152}"/>
              </a:ext>
            </a:extLst>
          </p:cNvPr>
          <p:cNvGrpSpPr/>
          <p:nvPr userDrawn="1"/>
        </p:nvGrpSpPr>
        <p:grpSpPr>
          <a:xfrm>
            <a:off x="7572519" y="1920690"/>
            <a:ext cx="2971800" cy="3281817"/>
            <a:chOff x="7572519" y="1920690"/>
            <a:chExt cx="2971800" cy="3281817"/>
          </a:xfrm>
        </p:grpSpPr>
        <p:grpSp>
          <p:nvGrpSpPr>
            <p:cNvPr id="154" name="Group 153">
              <a:extLst>
                <a:ext uri="{FF2B5EF4-FFF2-40B4-BE49-F238E27FC236}">
                  <a16:creationId xmlns:a16="http://schemas.microsoft.com/office/drawing/2014/main" id="{F6976EDE-9E07-4095-83DB-FDC747D3618A}"/>
                </a:ext>
              </a:extLst>
            </p:cNvPr>
            <p:cNvGrpSpPr/>
            <p:nvPr userDrawn="1">
              <p:custDataLst>
                <p:tags r:id="rId49"/>
              </p:custDataLst>
            </p:nvPr>
          </p:nvGrpSpPr>
          <p:grpSpPr>
            <a:xfrm>
              <a:off x="7572519" y="1920690"/>
              <a:ext cx="2971800" cy="908050"/>
              <a:chOff x="1016000" y="1016000"/>
              <a:chExt cx="2971800" cy="908050"/>
            </a:xfrm>
          </p:grpSpPr>
          <p:sp>
            <p:nvSpPr>
              <p:cNvPr id="155" name="Freeform: Shape 154">
                <a:extLst>
                  <a:ext uri="{FF2B5EF4-FFF2-40B4-BE49-F238E27FC236}">
                    <a16:creationId xmlns:a16="http://schemas.microsoft.com/office/drawing/2014/main" id="{F85E69E9-10DF-4471-89FC-F0EAEB2DA696}"/>
                  </a:ext>
                </a:extLst>
              </p:cNvPr>
              <p:cNvSpPr/>
              <p:nvPr>
                <p:custDataLst>
                  <p:tags r:id="rId50"/>
                </p:custDataLst>
              </p:nvPr>
            </p:nvSpPr>
            <p:spPr>
              <a:xfrm>
                <a:off x="1016000" y="1016000"/>
                <a:ext cx="2971800" cy="908050"/>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0 w 1828800"/>
                  <a:gd name="connsiteY5" fmla="*/ 4572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728216" y="0"/>
                    </a:lnTo>
                    <a:lnTo>
                      <a:pt x="1828800" y="457200"/>
                    </a:lnTo>
                    <a:lnTo>
                      <a:pt x="1728216" y="914400"/>
                    </a:lnTo>
                    <a:lnTo>
                      <a:pt x="0" y="914400"/>
                    </a:lnTo>
                    <a:lnTo>
                      <a:pt x="0" y="457200"/>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nl-NL" sz="1600" dirty="0">
                  <a:solidFill>
                    <a:schemeClr val="bg1"/>
                  </a:solidFill>
                </a:endParaRPr>
              </a:p>
            </p:txBody>
          </p:sp>
          <p:sp>
            <p:nvSpPr>
              <p:cNvPr id="156" name="TextBox 155">
                <a:extLst>
                  <a:ext uri="{FF2B5EF4-FFF2-40B4-BE49-F238E27FC236}">
                    <a16:creationId xmlns:a16="http://schemas.microsoft.com/office/drawing/2014/main" id="{A02F12B4-D6D8-41A3-B94C-7E5160CBDF82}"/>
                  </a:ext>
                </a:extLst>
              </p:cNvPr>
              <p:cNvSpPr txBox="1"/>
              <p:nvPr>
                <p:custDataLst>
                  <p:tags r:id="rId51"/>
                </p:custDataLst>
              </p:nvPr>
            </p:nvSpPr>
            <p:spPr>
              <a:xfrm>
                <a:off x="1079500" y="1079059"/>
                <a:ext cx="2744851" cy="781932"/>
              </a:xfrm>
              <a:prstGeom prst="rect">
                <a:avLst/>
              </a:prstGeom>
            </p:spPr>
            <p:txBody>
              <a:bodyPr vert="horz" wrap="square" lIns="1524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buClr>
                    <a:schemeClr val="tx2"/>
                  </a:buClr>
                </a:pPr>
                <a:r>
                  <a:rPr lang="nl-NL" b="1" dirty="0" err="1">
                    <a:solidFill>
                      <a:schemeClr val="bg1"/>
                    </a:solidFill>
                  </a:rPr>
                  <a:t>Text</a:t>
                </a:r>
                <a:endParaRPr lang="nl-NL" b="1" dirty="0">
                  <a:solidFill>
                    <a:schemeClr val="bg1"/>
                  </a:solidFill>
                </a:endParaRPr>
              </a:p>
            </p:txBody>
          </p:sp>
        </p:grpSp>
        <p:sp>
          <p:nvSpPr>
            <p:cNvPr id="157" name="TextBox 156">
              <a:extLst>
                <a:ext uri="{FF2B5EF4-FFF2-40B4-BE49-F238E27FC236}">
                  <a16:creationId xmlns:a16="http://schemas.microsoft.com/office/drawing/2014/main" id="{FA53E6B7-4EF8-4626-B72D-8F2BCB77D9D4}"/>
                </a:ext>
              </a:extLst>
            </p:cNvPr>
            <p:cNvSpPr txBox="1"/>
            <p:nvPr userDrawn="1"/>
          </p:nvSpPr>
          <p:spPr>
            <a:xfrm>
              <a:off x="7794770" y="2955739"/>
              <a:ext cx="2586101" cy="2246768"/>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err="1"/>
                <a:t>Text</a:t>
              </a:r>
              <a:r>
                <a:rPr lang="nl-NL" dirty="0"/>
                <a:t> level one</a:t>
              </a:r>
            </a:p>
            <a:p>
              <a:pPr lvl="1" rtl="0"/>
              <a:r>
                <a:rPr lang="nl-NL" dirty="0" err="1"/>
                <a:t>Text</a:t>
              </a:r>
              <a:r>
                <a:rPr lang="nl-NL" dirty="0"/>
                <a:t> level </a:t>
              </a:r>
              <a:r>
                <a:rPr lang="nl-NL" dirty="0" err="1"/>
                <a:t>two</a:t>
              </a:r>
              <a:r>
                <a:rPr lang="nl-NL" dirty="0"/>
                <a:t> </a:t>
              </a:r>
            </a:p>
          </p:txBody>
        </p:sp>
      </p:grpSp>
      <p:grpSp>
        <p:nvGrpSpPr>
          <p:cNvPr id="182" name="SplitFlowOF" hidden="1">
            <a:extLst>
              <a:ext uri="{FF2B5EF4-FFF2-40B4-BE49-F238E27FC236}">
                <a16:creationId xmlns:a16="http://schemas.microsoft.com/office/drawing/2014/main" id="{04DA8A8D-C800-4631-9BD3-AB396BBF7383}"/>
              </a:ext>
            </a:extLst>
          </p:cNvPr>
          <p:cNvGrpSpPr/>
          <p:nvPr userDrawn="1">
            <p:custDataLst>
              <p:tags r:id="rId22"/>
            </p:custDataLst>
          </p:nvPr>
        </p:nvGrpSpPr>
        <p:grpSpPr>
          <a:xfrm>
            <a:off x="1016000" y="1016000"/>
            <a:ext cx="1828801" cy="914400"/>
            <a:chOff x="114299" y="1270000"/>
            <a:chExt cx="1828801" cy="914400"/>
          </a:xfrm>
        </p:grpSpPr>
        <p:sp>
          <p:nvSpPr>
            <p:cNvPr id="183" name="Freeform: Shape 182">
              <a:extLst>
                <a:ext uri="{FF2B5EF4-FFF2-40B4-BE49-F238E27FC236}">
                  <a16:creationId xmlns:a16="http://schemas.microsoft.com/office/drawing/2014/main" id="{269107E3-6439-492B-88A0-7F2088222AAD}"/>
                </a:ext>
              </a:extLst>
            </p:cNvPr>
            <p:cNvSpPr/>
            <p:nvPr>
              <p:custDataLst>
                <p:tags r:id="rId43"/>
              </p:custDataLst>
            </p:nvPr>
          </p:nvSpPr>
          <p:spPr>
            <a:xfrm>
              <a:off x="114300" y="1270000"/>
              <a:ext cx="1828800" cy="457200"/>
            </a:xfrm>
            <a:custGeom>
              <a:avLst/>
              <a:gdLst>
                <a:gd name="connsiteX0" fmla="*/ 1664208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1828800 w 1828800"/>
                <a:gd name="connsiteY0" fmla="*/ 45720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45720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97126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97126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97126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97126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1828800" h="457200">
                  <a:moveTo>
                    <a:pt x="0" y="0"/>
                  </a:moveTo>
                  <a:lnTo>
                    <a:pt x="1664208" y="0"/>
                  </a:lnTo>
                  <a:lnTo>
                    <a:pt x="1828800" y="457200"/>
                  </a:lnTo>
                  <a:lnTo>
                    <a:pt x="0" y="457200"/>
                  </a:lnTo>
                  <a:close/>
                </a:path>
              </a:pathLst>
            </a:custGeom>
            <a:solidFill>
              <a:schemeClr val="accent1"/>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nl-NL" sz="1600" dirty="0">
                <a:solidFill>
                  <a:schemeClr val="bg1"/>
                </a:solidFill>
              </a:endParaRPr>
            </a:p>
          </p:txBody>
        </p:sp>
        <p:sp>
          <p:nvSpPr>
            <p:cNvPr id="184" name="TextBox 183">
              <a:extLst>
                <a:ext uri="{FF2B5EF4-FFF2-40B4-BE49-F238E27FC236}">
                  <a16:creationId xmlns:a16="http://schemas.microsoft.com/office/drawing/2014/main" id="{9D545E8C-47D7-4530-BDC0-3B2C1AAB1EF5}"/>
                </a:ext>
              </a:extLst>
            </p:cNvPr>
            <p:cNvSpPr txBox="1"/>
            <p:nvPr>
              <p:custDataLst>
                <p:tags r:id="rId44"/>
              </p:custDataLst>
            </p:nvPr>
          </p:nvSpPr>
          <p:spPr>
            <a:xfrm>
              <a:off x="177800" y="1327150"/>
              <a:ext cx="1600708" cy="342900"/>
            </a:xfrm>
            <a:prstGeom prst="rect">
              <a:avLst/>
            </a:prstGeom>
            <a:noFill/>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buClr>
                  <a:schemeClr val="tx2"/>
                </a:buClr>
              </a:pPr>
              <a:r>
                <a:rPr lang="nl-NL" b="1" dirty="0" err="1">
                  <a:solidFill>
                    <a:schemeClr val="bg1"/>
                  </a:solidFill>
                </a:rPr>
                <a:t>Text</a:t>
              </a:r>
              <a:endParaRPr lang="nl-NL" b="1" dirty="0">
                <a:solidFill>
                  <a:schemeClr val="bg1"/>
                </a:solidFill>
              </a:endParaRPr>
            </a:p>
          </p:txBody>
        </p:sp>
        <p:sp>
          <p:nvSpPr>
            <p:cNvPr id="185" name="Freeform: Shape 184">
              <a:extLst>
                <a:ext uri="{FF2B5EF4-FFF2-40B4-BE49-F238E27FC236}">
                  <a16:creationId xmlns:a16="http://schemas.microsoft.com/office/drawing/2014/main" id="{AF965678-AEBC-456A-83A7-4FB6034EC7E1}"/>
                </a:ext>
              </a:extLst>
            </p:cNvPr>
            <p:cNvSpPr/>
            <p:nvPr>
              <p:custDataLst>
                <p:tags r:id="rId45"/>
              </p:custDataLst>
            </p:nvPr>
          </p:nvSpPr>
          <p:spPr>
            <a:xfrm>
              <a:off x="114299" y="1727200"/>
              <a:ext cx="996697" cy="457200"/>
            </a:xfrm>
            <a:custGeom>
              <a:avLst/>
              <a:gdLst>
                <a:gd name="connsiteX0" fmla="*/ 1664208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1828800 w 1828800"/>
                <a:gd name="connsiteY0" fmla="*/ 45720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45720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1676400 w 1828800"/>
                <a:gd name="connsiteY0" fmla="*/ 304800 h 457200"/>
                <a:gd name="connsiteX1" fmla="*/ 1664208 w 1828800"/>
                <a:gd name="connsiteY1" fmla="*/ 0 h 457200"/>
                <a:gd name="connsiteX2" fmla="*/ 1828800 w 1828800"/>
                <a:gd name="connsiteY2" fmla="*/ 457200 h 457200"/>
                <a:gd name="connsiteX3" fmla="*/ 0 w 1828800"/>
                <a:gd name="connsiteY3" fmla="*/ 457200 h 457200"/>
                <a:gd name="connsiteX0" fmla="*/ 1676400 w 1828800"/>
                <a:gd name="connsiteY0" fmla="*/ 0 h 457200"/>
                <a:gd name="connsiteX1" fmla="*/ 1511808 w 1828800"/>
                <a:gd name="connsiteY1" fmla="*/ 457200 h 457200"/>
                <a:gd name="connsiteX2" fmla="*/ 1828800 w 1828800"/>
                <a:gd name="connsiteY2" fmla="*/ 152400 h 457200"/>
                <a:gd name="connsiteX3" fmla="*/ 0 w 1828800"/>
                <a:gd name="connsiteY3" fmla="*/ 152400 h 457200"/>
                <a:gd name="connsiteX0" fmla="*/ 1828800 w 1828800"/>
                <a:gd name="connsiteY0" fmla="*/ 0 h 457200"/>
                <a:gd name="connsiteX1" fmla="*/ 1664208 w 1828800"/>
                <a:gd name="connsiteY1" fmla="*/ 457200 h 457200"/>
                <a:gd name="connsiteX2" fmla="*/ 0 w 1828800"/>
                <a:gd name="connsiteY2" fmla="*/ 457200 h 457200"/>
                <a:gd name="connsiteX3" fmla="*/ 152400 w 1828800"/>
                <a:gd name="connsiteY3" fmla="*/ 152400 h 457200"/>
                <a:gd name="connsiteX0" fmla="*/ 1828800 w 1828800"/>
                <a:gd name="connsiteY0" fmla="*/ 0 h 457200"/>
                <a:gd name="connsiteX1" fmla="*/ 1664208 w 1828800"/>
                <a:gd name="connsiteY1" fmla="*/ 457200 h 457200"/>
                <a:gd name="connsiteX2" fmla="*/ 0 w 1828800"/>
                <a:gd name="connsiteY2" fmla="*/ 457200 h 457200"/>
                <a:gd name="connsiteX3" fmla="*/ 0 w 1828800"/>
                <a:gd name="connsiteY3" fmla="*/ 0 h 457200"/>
                <a:gd name="connsiteX0" fmla="*/ 980237 w 1664208"/>
                <a:gd name="connsiteY0" fmla="*/ 0 h 457200"/>
                <a:gd name="connsiteX1" fmla="*/ 1664208 w 1664208"/>
                <a:gd name="connsiteY1" fmla="*/ 457200 h 457200"/>
                <a:gd name="connsiteX2" fmla="*/ 0 w 1664208"/>
                <a:gd name="connsiteY2" fmla="*/ 457200 h 457200"/>
                <a:gd name="connsiteX3" fmla="*/ 0 w 1664208"/>
                <a:gd name="connsiteY3" fmla="*/ 0 h 457200"/>
                <a:gd name="connsiteX0" fmla="*/ 980237 w 980237"/>
                <a:gd name="connsiteY0" fmla="*/ 0 h 457200"/>
                <a:gd name="connsiteX1" fmla="*/ 848563 w 980237"/>
                <a:gd name="connsiteY1" fmla="*/ 457200 h 457200"/>
                <a:gd name="connsiteX2" fmla="*/ 0 w 980237"/>
                <a:gd name="connsiteY2" fmla="*/ 457200 h 457200"/>
                <a:gd name="connsiteX3" fmla="*/ 0 w 980237"/>
                <a:gd name="connsiteY3" fmla="*/ 0 h 457200"/>
                <a:gd name="connsiteX0" fmla="*/ 980237 w 980237"/>
                <a:gd name="connsiteY0" fmla="*/ 0 h 457200"/>
                <a:gd name="connsiteX1" fmla="*/ 848563 w 980237"/>
                <a:gd name="connsiteY1" fmla="*/ 457200 h 457200"/>
                <a:gd name="connsiteX2" fmla="*/ 0 w 980237"/>
                <a:gd name="connsiteY2" fmla="*/ 457200 h 457200"/>
                <a:gd name="connsiteX3" fmla="*/ 0 w 980237"/>
                <a:gd name="connsiteY3" fmla="*/ 0 h 457200"/>
                <a:gd name="connsiteX0" fmla="*/ 980237 w 980237"/>
                <a:gd name="connsiteY0" fmla="*/ 0 h 457200"/>
                <a:gd name="connsiteX1" fmla="*/ 848563 w 980237"/>
                <a:gd name="connsiteY1" fmla="*/ 457200 h 457200"/>
                <a:gd name="connsiteX2" fmla="*/ 0 w 980237"/>
                <a:gd name="connsiteY2" fmla="*/ 457200 h 457200"/>
                <a:gd name="connsiteX3" fmla="*/ 0 w 980237"/>
                <a:gd name="connsiteY3" fmla="*/ 0 h 457200"/>
                <a:gd name="connsiteX0" fmla="*/ 996696 w 996696"/>
                <a:gd name="connsiteY0" fmla="*/ 0 h 457200"/>
                <a:gd name="connsiteX1" fmla="*/ 848563 w 996696"/>
                <a:gd name="connsiteY1" fmla="*/ 457200 h 457200"/>
                <a:gd name="connsiteX2" fmla="*/ 0 w 996696"/>
                <a:gd name="connsiteY2" fmla="*/ 457200 h 457200"/>
                <a:gd name="connsiteX3" fmla="*/ 0 w 996696"/>
                <a:gd name="connsiteY3" fmla="*/ 0 h 457200"/>
                <a:gd name="connsiteX0" fmla="*/ 996696 w 996696"/>
                <a:gd name="connsiteY0" fmla="*/ 0 h 457200"/>
                <a:gd name="connsiteX1" fmla="*/ 832103 w 996696"/>
                <a:gd name="connsiteY1" fmla="*/ 457200 h 457200"/>
                <a:gd name="connsiteX2" fmla="*/ 0 w 996696"/>
                <a:gd name="connsiteY2" fmla="*/ 457200 h 457200"/>
                <a:gd name="connsiteX3" fmla="*/ 0 w 996696"/>
                <a:gd name="connsiteY3" fmla="*/ 0 h 457200"/>
                <a:gd name="connsiteX0" fmla="*/ 996697 w 996697"/>
                <a:gd name="connsiteY0" fmla="*/ 0 h 457200"/>
                <a:gd name="connsiteX1" fmla="*/ 832104 w 996697"/>
                <a:gd name="connsiteY1" fmla="*/ 457200 h 457200"/>
                <a:gd name="connsiteX2" fmla="*/ 0 w 996697"/>
                <a:gd name="connsiteY2" fmla="*/ 457200 h 457200"/>
                <a:gd name="connsiteX3" fmla="*/ 1 w 996697"/>
                <a:gd name="connsiteY3" fmla="*/ 0 h 457200"/>
                <a:gd name="connsiteX0" fmla="*/ 996697 w 996697"/>
                <a:gd name="connsiteY0" fmla="*/ 0 h 457200"/>
                <a:gd name="connsiteX1" fmla="*/ 832104 w 996697"/>
                <a:gd name="connsiteY1" fmla="*/ 457200 h 457200"/>
                <a:gd name="connsiteX2" fmla="*/ 0 w 996697"/>
                <a:gd name="connsiteY2" fmla="*/ 457200 h 457200"/>
                <a:gd name="connsiteX3" fmla="*/ 1 w 996697"/>
                <a:gd name="connsiteY3" fmla="*/ 0 h 457200"/>
              </a:gdLst>
              <a:ahLst/>
              <a:cxnLst>
                <a:cxn ang="0">
                  <a:pos x="connsiteX0" y="connsiteY0"/>
                </a:cxn>
                <a:cxn ang="0">
                  <a:pos x="connsiteX1" y="connsiteY1"/>
                </a:cxn>
                <a:cxn ang="0">
                  <a:pos x="connsiteX2" y="connsiteY2"/>
                </a:cxn>
                <a:cxn ang="0">
                  <a:pos x="connsiteX3" y="connsiteY3"/>
                </a:cxn>
              </a:cxnLst>
              <a:rect l="l" t="t" r="r" b="b"/>
              <a:pathLst>
                <a:path w="996697" h="457200">
                  <a:moveTo>
                    <a:pt x="996697" y="0"/>
                  </a:moveTo>
                  <a:lnTo>
                    <a:pt x="832104" y="457200"/>
                  </a:lnTo>
                  <a:lnTo>
                    <a:pt x="0" y="457200"/>
                  </a:lnTo>
                  <a:lnTo>
                    <a:pt x="1" y="0"/>
                  </a:lnTo>
                  <a:close/>
                </a:path>
              </a:pathLst>
            </a:custGeom>
            <a:solidFill>
              <a:schemeClr val="accent1"/>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nl-NL" sz="1600" dirty="0">
                <a:solidFill>
                  <a:schemeClr val="bg1"/>
                </a:solidFill>
              </a:endParaRPr>
            </a:p>
          </p:txBody>
        </p:sp>
        <p:sp>
          <p:nvSpPr>
            <p:cNvPr id="187" name="TextBox 186">
              <a:extLst>
                <a:ext uri="{FF2B5EF4-FFF2-40B4-BE49-F238E27FC236}">
                  <a16:creationId xmlns:a16="http://schemas.microsoft.com/office/drawing/2014/main" id="{9A4DB2CF-F78C-4C69-8CA8-B939E66D8A79}"/>
                </a:ext>
              </a:extLst>
            </p:cNvPr>
            <p:cNvSpPr txBox="1"/>
            <p:nvPr>
              <p:custDataLst>
                <p:tags r:id="rId46"/>
              </p:custDataLst>
            </p:nvPr>
          </p:nvSpPr>
          <p:spPr>
            <a:xfrm>
              <a:off x="177800" y="1784350"/>
              <a:ext cx="768604" cy="342900"/>
            </a:xfrm>
            <a:prstGeom prst="rect">
              <a:avLst/>
            </a:prstGeom>
            <a:noFill/>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buClr>
                  <a:schemeClr val="tx2"/>
                </a:buClr>
              </a:pPr>
              <a:r>
                <a:rPr lang="nl-NL" b="1" dirty="0" err="1">
                  <a:solidFill>
                    <a:schemeClr val="bg1"/>
                  </a:solidFill>
                </a:rPr>
                <a:t>Text</a:t>
              </a:r>
              <a:endParaRPr lang="nl-NL" b="1" dirty="0">
                <a:solidFill>
                  <a:schemeClr val="bg1"/>
                </a:solidFill>
              </a:endParaRPr>
            </a:p>
          </p:txBody>
        </p:sp>
        <p:sp>
          <p:nvSpPr>
            <p:cNvPr id="188" name="Freeform: Shape 187">
              <a:extLst>
                <a:ext uri="{FF2B5EF4-FFF2-40B4-BE49-F238E27FC236}">
                  <a16:creationId xmlns:a16="http://schemas.microsoft.com/office/drawing/2014/main" id="{8EDA77D0-DA3A-4473-88A7-1DAB65B372C9}"/>
                </a:ext>
              </a:extLst>
            </p:cNvPr>
            <p:cNvSpPr/>
            <p:nvPr>
              <p:custDataLst>
                <p:tags r:id="rId47"/>
              </p:custDataLst>
            </p:nvPr>
          </p:nvSpPr>
          <p:spPr>
            <a:xfrm>
              <a:off x="946404" y="1727200"/>
              <a:ext cx="996696" cy="457200"/>
            </a:xfrm>
            <a:custGeom>
              <a:avLst/>
              <a:gdLst>
                <a:gd name="connsiteX0" fmla="*/ 1664208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1828800 w 1828800"/>
                <a:gd name="connsiteY0" fmla="*/ 45720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45720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1676400 w 1828800"/>
                <a:gd name="connsiteY0" fmla="*/ 304800 h 457200"/>
                <a:gd name="connsiteX1" fmla="*/ 1664208 w 1828800"/>
                <a:gd name="connsiteY1" fmla="*/ 0 h 457200"/>
                <a:gd name="connsiteX2" fmla="*/ 1828800 w 1828800"/>
                <a:gd name="connsiteY2" fmla="*/ 457200 h 457200"/>
                <a:gd name="connsiteX3" fmla="*/ 0 w 1828800"/>
                <a:gd name="connsiteY3" fmla="*/ 457200 h 457200"/>
                <a:gd name="connsiteX0" fmla="*/ 1676400 w 1828800"/>
                <a:gd name="connsiteY0" fmla="*/ 0 h 457200"/>
                <a:gd name="connsiteX1" fmla="*/ 1511808 w 1828800"/>
                <a:gd name="connsiteY1" fmla="*/ 457200 h 457200"/>
                <a:gd name="connsiteX2" fmla="*/ 1828800 w 1828800"/>
                <a:gd name="connsiteY2" fmla="*/ 152400 h 457200"/>
                <a:gd name="connsiteX3" fmla="*/ 0 w 1828800"/>
                <a:gd name="connsiteY3" fmla="*/ 152400 h 457200"/>
                <a:gd name="connsiteX0" fmla="*/ 1828800 w 1828800"/>
                <a:gd name="connsiteY0" fmla="*/ 0 h 457200"/>
                <a:gd name="connsiteX1" fmla="*/ 1664208 w 1828800"/>
                <a:gd name="connsiteY1" fmla="*/ 457200 h 457200"/>
                <a:gd name="connsiteX2" fmla="*/ 0 w 1828800"/>
                <a:gd name="connsiteY2" fmla="*/ 457200 h 457200"/>
                <a:gd name="connsiteX3" fmla="*/ 152400 w 1828800"/>
                <a:gd name="connsiteY3" fmla="*/ 152400 h 457200"/>
                <a:gd name="connsiteX0" fmla="*/ 1828800 w 1828800"/>
                <a:gd name="connsiteY0" fmla="*/ 0 h 457200"/>
                <a:gd name="connsiteX1" fmla="*/ 1664208 w 1828800"/>
                <a:gd name="connsiteY1" fmla="*/ 457200 h 457200"/>
                <a:gd name="connsiteX2" fmla="*/ 0 w 1828800"/>
                <a:gd name="connsiteY2" fmla="*/ 457200 h 457200"/>
                <a:gd name="connsiteX3" fmla="*/ 0 w 1828800"/>
                <a:gd name="connsiteY3" fmla="*/ 0 h 457200"/>
                <a:gd name="connsiteX0" fmla="*/ 1828800 w 1828800"/>
                <a:gd name="connsiteY0" fmla="*/ 0 h 457200"/>
                <a:gd name="connsiteX1" fmla="*/ 1664208 w 1828800"/>
                <a:gd name="connsiteY1" fmla="*/ 457200 h 457200"/>
                <a:gd name="connsiteX2" fmla="*/ 0 w 1828800"/>
                <a:gd name="connsiteY2" fmla="*/ 457200 h 457200"/>
                <a:gd name="connsiteX3" fmla="*/ 0 w 1828800"/>
                <a:gd name="connsiteY3" fmla="*/ 0 h 457200"/>
                <a:gd name="connsiteX0" fmla="*/ 1828800 w 1828800"/>
                <a:gd name="connsiteY0" fmla="*/ 0 h 457200"/>
                <a:gd name="connsiteX1" fmla="*/ 1697126 w 1828800"/>
                <a:gd name="connsiteY1" fmla="*/ 457200 h 457200"/>
                <a:gd name="connsiteX2" fmla="*/ 0 w 1828800"/>
                <a:gd name="connsiteY2" fmla="*/ 457200 h 457200"/>
                <a:gd name="connsiteX3" fmla="*/ 0 w 1828800"/>
                <a:gd name="connsiteY3" fmla="*/ 0 h 457200"/>
                <a:gd name="connsiteX0" fmla="*/ 1828800 w 1828800"/>
                <a:gd name="connsiteY0" fmla="*/ 0 h 457200"/>
                <a:gd name="connsiteX1" fmla="*/ 1697126 w 1828800"/>
                <a:gd name="connsiteY1" fmla="*/ 457200 h 457200"/>
                <a:gd name="connsiteX2" fmla="*/ 848563 w 1828800"/>
                <a:gd name="connsiteY2" fmla="*/ 457200 h 457200"/>
                <a:gd name="connsiteX3" fmla="*/ 0 w 1828800"/>
                <a:gd name="connsiteY3" fmla="*/ 0 h 457200"/>
                <a:gd name="connsiteX0" fmla="*/ 980237 w 980237"/>
                <a:gd name="connsiteY0" fmla="*/ 0 h 457200"/>
                <a:gd name="connsiteX1" fmla="*/ 848563 w 980237"/>
                <a:gd name="connsiteY1" fmla="*/ 457200 h 457200"/>
                <a:gd name="connsiteX2" fmla="*/ 0 w 980237"/>
                <a:gd name="connsiteY2" fmla="*/ 457200 h 457200"/>
                <a:gd name="connsiteX3" fmla="*/ 131674 w 980237"/>
                <a:gd name="connsiteY3" fmla="*/ 0 h 457200"/>
                <a:gd name="connsiteX0" fmla="*/ 980237 w 980237"/>
                <a:gd name="connsiteY0" fmla="*/ 0 h 457200"/>
                <a:gd name="connsiteX1" fmla="*/ 848563 w 980237"/>
                <a:gd name="connsiteY1" fmla="*/ 457200 h 457200"/>
                <a:gd name="connsiteX2" fmla="*/ 0 w 980237"/>
                <a:gd name="connsiteY2" fmla="*/ 457200 h 457200"/>
                <a:gd name="connsiteX3" fmla="*/ 131674 w 980237"/>
                <a:gd name="connsiteY3" fmla="*/ 0 h 457200"/>
                <a:gd name="connsiteX0" fmla="*/ 980237 w 980237"/>
                <a:gd name="connsiteY0" fmla="*/ 0 h 457200"/>
                <a:gd name="connsiteX1" fmla="*/ 815645 w 980237"/>
                <a:gd name="connsiteY1" fmla="*/ 457200 h 457200"/>
                <a:gd name="connsiteX2" fmla="*/ 0 w 980237"/>
                <a:gd name="connsiteY2" fmla="*/ 457200 h 457200"/>
                <a:gd name="connsiteX3" fmla="*/ 131674 w 980237"/>
                <a:gd name="connsiteY3" fmla="*/ 0 h 457200"/>
                <a:gd name="connsiteX0" fmla="*/ 996696 w 996696"/>
                <a:gd name="connsiteY0" fmla="*/ 0 h 457200"/>
                <a:gd name="connsiteX1" fmla="*/ 832104 w 996696"/>
                <a:gd name="connsiteY1" fmla="*/ 457200 h 457200"/>
                <a:gd name="connsiteX2" fmla="*/ 0 w 996696"/>
                <a:gd name="connsiteY2" fmla="*/ 457200 h 457200"/>
                <a:gd name="connsiteX3" fmla="*/ 148133 w 996696"/>
                <a:gd name="connsiteY3" fmla="*/ 0 h 457200"/>
                <a:gd name="connsiteX0" fmla="*/ 996696 w 996696"/>
                <a:gd name="connsiteY0" fmla="*/ 0 h 457200"/>
                <a:gd name="connsiteX1" fmla="*/ 832104 w 996696"/>
                <a:gd name="connsiteY1" fmla="*/ 457200 h 457200"/>
                <a:gd name="connsiteX2" fmla="*/ 0 w 996696"/>
                <a:gd name="connsiteY2" fmla="*/ 457200 h 457200"/>
                <a:gd name="connsiteX3" fmla="*/ 164592 w 996696"/>
                <a:gd name="connsiteY3" fmla="*/ 0 h 457200"/>
              </a:gdLst>
              <a:ahLst/>
              <a:cxnLst>
                <a:cxn ang="0">
                  <a:pos x="connsiteX0" y="connsiteY0"/>
                </a:cxn>
                <a:cxn ang="0">
                  <a:pos x="connsiteX1" y="connsiteY1"/>
                </a:cxn>
                <a:cxn ang="0">
                  <a:pos x="connsiteX2" y="connsiteY2"/>
                </a:cxn>
                <a:cxn ang="0">
                  <a:pos x="connsiteX3" y="connsiteY3"/>
                </a:cxn>
              </a:cxnLst>
              <a:rect l="l" t="t" r="r" b="b"/>
              <a:pathLst>
                <a:path w="996696" h="457200">
                  <a:moveTo>
                    <a:pt x="996696" y="0"/>
                  </a:moveTo>
                  <a:lnTo>
                    <a:pt x="832104" y="457200"/>
                  </a:lnTo>
                  <a:lnTo>
                    <a:pt x="0" y="457200"/>
                  </a:lnTo>
                  <a:lnTo>
                    <a:pt x="164592" y="0"/>
                  </a:lnTo>
                  <a:close/>
                </a:path>
              </a:pathLst>
            </a:custGeom>
            <a:solidFill>
              <a:schemeClr val="accent1"/>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nl-NL" sz="1600" dirty="0">
                <a:solidFill>
                  <a:schemeClr val="bg1"/>
                </a:solidFill>
              </a:endParaRPr>
            </a:p>
          </p:txBody>
        </p:sp>
        <p:sp>
          <p:nvSpPr>
            <p:cNvPr id="189" name="TextBox 188">
              <a:extLst>
                <a:ext uri="{FF2B5EF4-FFF2-40B4-BE49-F238E27FC236}">
                  <a16:creationId xmlns:a16="http://schemas.microsoft.com/office/drawing/2014/main" id="{B71FCB3F-F4AD-445B-87E9-3B79C4FC39C1}"/>
                </a:ext>
              </a:extLst>
            </p:cNvPr>
            <p:cNvSpPr txBox="1"/>
            <p:nvPr>
              <p:custDataLst>
                <p:tags r:id="rId48"/>
              </p:custDataLst>
            </p:nvPr>
          </p:nvSpPr>
          <p:spPr>
            <a:xfrm>
              <a:off x="1149096" y="1784350"/>
              <a:ext cx="629412" cy="342900"/>
            </a:xfrm>
            <a:prstGeom prst="rect">
              <a:avLst/>
            </a:prstGeom>
            <a:noFill/>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buClr>
                  <a:schemeClr val="tx2"/>
                </a:buClr>
              </a:pPr>
              <a:r>
                <a:rPr lang="nl-NL" b="1" dirty="0" err="1">
                  <a:solidFill>
                    <a:schemeClr val="bg1"/>
                  </a:solidFill>
                </a:rPr>
                <a:t>Text</a:t>
              </a:r>
              <a:endParaRPr lang="nl-NL" b="1" dirty="0">
                <a:solidFill>
                  <a:schemeClr val="bg1"/>
                </a:solidFill>
              </a:endParaRPr>
            </a:p>
          </p:txBody>
        </p:sp>
      </p:grpSp>
      <p:graphicFrame>
        <p:nvGraphicFramePr>
          <p:cNvPr id="3" name="Object 6"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23"/>
            </p:custDataLst>
            <p:extLst>
              <p:ext uri="{D42A27DB-BD31-4B8C-83A1-F6EECF244321}">
                <p14:modId xmlns:p14="http://schemas.microsoft.com/office/powerpoint/2010/main" val="4642527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2" imgW="413" imgH="416" progId="TCLayout.ActiveDocument.1">
                  <p:embed/>
                </p:oleObj>
              </mc:Choice>
              <mc:Fallback>
                <p:oleObj name="think-cell Slide" r:id="rId52" imgW="413" imgH="416" progId="TCLayout.ActiveDocument.1">
                  <p:embed/>
                  <p:pic>
                    <p:nvPicPr>
                      <p:cNvPr id="3" name="Object 6" hidden="1">
                        <a:extLst>
                          <a:ext uri="{FF2B5EF4-FFF2-40B4-BE49-F238E27FC236}">
                            <a16:creationId xmlns:a16="http://schemas.microsoft.com/office/drawing/2014/main" id="{4BC40847-AF8B-4097-9A07-2349A751A051}"/>
                          </a:ext>
                        </a:extLst>
                      </p:cNvPr>
                      <p:cNvPicPr/>
                      <p:nvPr/>
                    </p:nvPicPr>
                    <p:blipFill>
                      <a:blip r:embed="rId53"/>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5B28737-798E-48D4-BBDB-8EB35CB9FFFB}"/>
              </a:ext>
            </a:extLst>
          </p:cNvPr>
          <p:cNvSpPr/>
          <p:nvPr userDrawn="1">
            <p:custDataLst>
              <p:tags r:id="rId24"/>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0"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16" name="4. Footnote" hidden="1">
            <a:extLst>
              <a:ext uri="{FF2B5EF4-FFF2-40B4-BE49-F238E27FC236}">
                <a16:creationId xmlns:a16="http://schemas.microsoft.com/office/drawing/2014/main" id="{772E4927-517C-4D61-9929-9FFDE5F31A03}"/>
              </a:ext>
            </a:extLst>
          </p:cNvPr>
          <p:cNvSpPr txBox="1"/>
          <p:nvPr userDrawn="1">
            <p:custDataLst>
              <p:tags r:id="rId25"/>
            </p:custDataLst>
          </p:nvPr>
        </p:nvSpPr>
        <p:spPr>
          <a:xfrm>
            <a:off x="553972" y="6278400"/>
            <a:ext cx="7278624" cy="123111"/>
          </a:xfrm>
          <a:prstGeom prst="rect">
            <a:avLst/>
          </a:prstGeom>
          <a:noFill/>
        </p:spPr>
        <p:txBody>
          <a:bodyPr wrap="square" lIns="0" tIns="0" rIns="0" bIns="0" rtlCol="0" anchor="b">
            <a:no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nl-NL" dirty="0"/>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26"/>
            </p:custDataLst>
          </p:nvPr>
        </p:nvSpPr>
        <p:spPr>
          <a:xfrm>
            <a:off x="554736" y="172212"/>
            <a:ext cx="11082528" cy="731520"/>
          </a:xfrm>
          <a:prstGeom prst="rect">
            <a:avLst/>
          </a:prstGeom>
        </p:spPr>
        <p:txBody>
          <a:bodyPr vert="horz" wrap="square" lIns="0" tIns="0" rIns="0" bIns="0" rtlCol="0" anchor="b" anchorCtr="0">
            <a:noAutofit/>
          </a:bodyPr>
          <a:lstStyle/>
          <a:p>
            <a:pPr lvl="0"/>
            <a:r>
              <a:rPr lang="nl-NL" dirty="0"/>
              <a:t>Click </a:t>
            </a:r>
            <a:r>
              <a:rPr lang="nl-NL" dirty="0" err="1"/>
              <a:t>to</a:t>
            </a:r>
            <a:r>
              <a:rPr lang="nl-NL" dirty="0"/>
              <a:t> </a:t>
            </a:r>
            <a:r>
              <a:rPr lang="nl-NL" dirty="0" err="1"/>
              <a:t>edit</a:t>
            </a:r>
            <a:r>
              <a:rPr lang="nl-NL" dirty="0"/>
              <a:t> Master </a:t>
            </a:r>
            <a:r>
              <a:rPr lang="nl-NL" dirty="0" err="1"/>
              <a:t>title</a:t>
            </a:r>
            <a:r>
              <a:rPr lang="nl-NL" dirty="0"/>
              <a:t> </a:t>
            </a:r>
            <a:r>
              <a:rPr lang="nl-NL" dirty="0" err="1"/>
              <a:t>style</a:t>
            </a:r>
            <a:endParaRPr lang="nl-NL" dirty="0"/>
          </a:p>
        </p:txBody>
      </p:sp>
      <p:grpSp>
        <p:nvGrpSpPr>
          <p:cNvPr id="59" name="Grid" hidden="1">
            <a:extLst>
              <a:ext uri="{FF2B5EF4-FFF2-40B4-BE49-F238E27FC236}">
                <a16:creationId xmlns:a16="http://schemas.microsoft.com/office/drawing/2014/main" id="{D35250B8-D61E-4F1A-9ACD-6E1BB958B78E}"/>
              </a:ext>
            </a:extLst>
          </p:cNvPr>
          <p:cNvGrpSpPr/>
          <p:nvPr userDrawn="1"/>
        </p:nvGrpSpPr>
        <p:grpSpPr>
          <a:xfrm>
            <a:off x="0" y="0"/>
            <a:ext cx="12190476" cy="6858000"/>
            <a:chOff x="0" y="0"/>
            <a:chExt cx="12190476" cy="6858000"/>
          </a:xfrm>
        </p:grpSpPr>
        <p:sp>
          <p:nvSpPr>
            <p:cNvPr id="60" name="slide margin">
              <a:extLst>
                <a:ext uri="{FF2B5EF4-FFF2-40B4-BE49-F238E27FC236}">
                  <a16:creationId xmlns:a16="http://schemas.microsoft.com/office/drawing/2014/main" id="{B96EBE04-E01D-4922-8601-F1AD43DC4DA0}"/>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nl-NL" dirty="0">
                <a:solidFill>
                  <a:schemeClr val="tx1"/>
                </a:solidFill>
                <a:latin typeface="+mn-lt"/>
              </a:endParaRPr>
            </a:p>
          </p:txBody>
        </p:sp>
        <p:cxnSp>
          <p:nvCxnSpPr>
            <p:cNvPr id="61" name="Straight Connector 60">
              <a:extLst>
                <a:ext uri="{FF2B5EF4-FFF2-40B4-BE49-F238E27FC236}">
                  <a16:creationId xmlns:a16="http://schemas.microsoft.com/office/drawing/2014/main" id="{5CA037B0-2A91-4357-A969-80F65F949266}"/>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1BD7C67-EF90-4AA0-BA50-51299E7EEE4C}"/>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19564A-5227-44A7-ABC0-4C6BBC1E2D6F}"/>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FD85D0C-74E8-4603-86B8-FCC481122CE8}"/>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F8BF8BD-68B4-4717-8162-382FFCC9BC9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9DB0B65-FCD8-4DD7-833A-DEED6A420E2A}"/>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18151F3-D51F-4302-95BF-AE8E806F628D}"/>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5A6B330-5ACC-486B-8131-B7F5407825B2}"/>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A5DE7AD-CCFE-4A85-9421-C7CEA9F80DEC}"/>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E2A9A81-75D1-41A9-9821-54FC36E753C1}"/>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6FE52AA-2DD1-4D00-A984-41CDC38B2D7F}"/>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5C9FC50-7177-43E6-9E56-DC9A2E6B7E6E}"/>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73" name="Freeform: Shape 72">
              <a:extLst>
                <a:ext uri="{FF2B5EF4-FFF2-40B4-BE49-F238E27FC236}">
                  <a16:creationId xmlns:a16="http://schemas.microsoft.com/office/drawing/2014/main" id="{BC97F85A-62E2-4591-B8D0-4F068B177B5D}"/>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74" name="Freeform: Shape 73">
              <a:extLst>
                <a:ext uri="{FF2B5EF4-FFF2-40B4-BE49-F238E27FC236}">
                  <a16:creationId xmlns:a16="http://schemas.microsoft.com/office/drawing/2014/main" id="{7F4B967A-CF91-473D-8A35-2BE771F9F59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75" name="Freeform: Shape 74">
              <a:extLst>
                <a:ext uri="{FF2B5EF4-FFF2-40B4-BE49-F238E27FC236}">
                  <a16:creationId xmlns:a16="http://schemas.microsoft.com/office/drawing/2014/main" id="{5AC41621-77EA-4492-8E68-0BE34108294A}"/>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76" name="Freeform: Shape 75">
              <a:extLst>
                <a:ext uri="{FF2B5EF4-FFF2-40B4-BE49-F238E27FC236}">
                  <a16:creationId xmlns:a16="http://schemas.microsoft.com/office/drawing/2014/main" id="{31A06AD2-A9EA-45D9-B15C-089884A54107}"/>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77" name="Freeform: Shape 76">
              <a:extLst>
                <a:ext uri="{FF2B5EF4-FFF2-40B4-BE49-F238E27FC236}">
                  <a16:creationId xmlns:a16="http://schemas.microsoft.com/office/drawing/2014/main" id="{3A7B39CC-379F-4224-9E59-81B1690088A0}"/>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78" name="Freeform: Shape 77">
              <a:extLst>
                <a:ext uri="{FF2B5EF4-FFF2-40B4-BE49-F238E27FC236}">
                  <a16:creationId xmlns:a16="http://schemas.microsoft.com/office/drawing/2014/main" id="{F8002ACB-1459-4214-B28A-B38E8A1FF8A6}"/>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79" name="Freeform: Shape 78">
              <a:extLst>
                <a:ext uri="{FF2B5EF4-FFF2-40B4-BE49-F238E27FC236}">
                  <a16:creationId xmlns:a16="http://schemas.microsoft.com/office/drawing/2014/main" id="{71D59E94-AA3C-4DE0-8345-20C71667A205}"/>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0" name="Freeform: Shape 79">
              <a:extLst>
                <a:ext uri="{FF2B5EF4-FFF2-40B4-BE49-F238E27FC236}">
                  <a16:creationId xmlns:a16="http://schemas.microsoft.com/office/drawing/2014/main" id="{5805F09B-786C-43E4-8288-B1AAF94C8ADE}"/>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1" name="Freeform: Shape 80">
              <a:extLst>
                <a:ext uri="{FF2B5EF4-FFF2-40B4-BE49-F238E27FC236}">
                  <a16:creationId xmlns:a16="http://schemas.microsoft.com/office/drawing/2014/main" id="{5FB23B6E-567C-4896-8B32-DA4C452B4AE7}"/>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2" name="Freeform: Shape 81">
              <a:extLst>
                <a:ext uri="{FF2B5EF4-FFF2-40B4-BE49-F238E27FC236}">
                  <a16:creationId xmlns:a16="http://schemas.microsoft.com/office/drawing/2014/main" id="{9B792231-972E-4476-BAF2-761E10463BA8}"/>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3" name="Freeform: Shape 82">
              <a:extLst>
                <a:ext uri="{FF2B5EF4-FFF2-40B4-BE49-F238E27FC236}">
                  <a16:creationId xmlns:a16="http://schemas.microsoft.com/office/drawing/2014/main" id="{908370B7-3D11-4F78-B977-D8F0DE2694ED}"/>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4" name="Freeform: Shape 83">
              <a:extLst>
                <a:ext uri="{FF2B5EF4-FFF2-40B4-BE49-F238E27FC236}">
                  <a16:creationId xmlns:a16="http://schemas.microsoft.com/office/drawing/2014/main" id="{C11EA99D-D15D-43C2-BF4E-36554B346AB6}"/>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5" name="Freeform: Shape 84">
              <a:extLst>
                <a:ext uri="{FF2B5EF4-FFF2-40B4-BE49-F238E27FC236}">
                  <a16:creationId xmlns:a16="http://schemas.microsoft.com/office/drawing/2014/main" id="{3A72B2F6-0AFF-4E6E-AFFF-60767DB3FA63}"/>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6" name="Freeform: Shape 85">
              <a:extLst>
                <a:ext uri="{FF2B5EF4-FFF2-40B4-BE49-F238E27FC236}">
                  <a16:creationId xmlns:a16="http://schemas.microsoft.com/office/drawing/2014/main" id="{A68F8E74-3AE4-4AF9-9F36-63344C9076D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7" name="Freeform: Shape 86">
              <a:extLst>
                <a:ext uri="{FF2B5EF4-FFF2-40B4-BE49-F238E27FC236}">
                  <a16:creationId xmlns:a16="http://schemas.microsoft.com/office/drawing/2014/main" id="{31D5F169-E1D4-48A3-AE5B-F5F1BEF2E7CF}"/>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8" name="Freeform: Shape 87">
              <a:extLst>
                <a:ext uri="{FF2B5EF4-FFF2-40B4-BE49-F238E27FC236}">
                  <a16:creationId xmlns:a16="http://schemas.microsoft.com/office/drawing/2014/main" id="{4230F928-F9B2-4955-9800-74DE09DCE6F2}"/>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9" name="Freeform: Shape 88">
              <a:extLst>
                <a:ext uri="{FF2B5EF4-FFF2-40B4-BE49-F238E27FC236}">
                  <a16:creationId xmlns:a16="http://schemas.microsoft.com/office/drawing/2014/main" id="{37C829A9-6808-4531-8C12-A84988E6DEE1}"/>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90" name="Freeform: Shape 89">
              <a:extLst>
                <a:ext uri="{FF2B5EF4-FFF2-40B4-BE49-F238E27FC236}">
                  <a16:creationId xmlns:a16="http://schemas.microsoft.com/office/drawing/2014/main" id="{7FA5964C-E9C5-4C2F-BD6E-47BAFB5B6D17}"/>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91" name="Freeform: Shape 90">
              <a:extLst>
                <a:ext uri="{FF2B5EF4-FFF2-40B4-BE49-F238E27FC236}">
                  <a16:creationId xmlns:a16="http://schemas.microsoft.com/office/drawing/2014/main" id="{3C168D8D-76CE-4BE5-BE95-79B96300EA3F}"/>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92" name="Freeform: Shape 91">
              <a:extLst>
                <a:ext uri="{FF2B5EF4-FFF2-40B4-BE49-F238E27FC236}">
                  <a16:creationId xmlns:a16="http://schemas.microsoft.com/office/drawing/2014/main" id="{6749465C-813A-45F9-8C3E-5D06C8584929}"/>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93" name="Freeform: Shape 92">
              <a:extLst>
                <a:ext uri="{FF2B5EF4-FFF2-40B4-BE49-F238E27FC236}">
                  <a16:creationId xmlns:a16="http://schemas.microsoft.com/office/drawing/2014/main" id="{53894C26-2473-4C24-B082-48DD1E92241C}"/>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94" name="Freeform: Shape 93">
              <a:extLst>
                <a:ext uri="{FF2B5EF4-FFF2-40B4-BE49-F238E27FC236}">
                  <a16:creationId xmlns:a16="http://schemas.microsoft.com/office/drawing/2014/main" id="{BFDA0320-8435-46CA-B1B3-5203F54A419F}"/>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95" name="Freeform: Shape 94">
              <a:extLst>
                <a:ext uri="{FF2B5EF4-FFF2-40B4-BE49-F238E27FC236}">
                  <a16:creationId xmlns:a16="http://schemas.microsoft.com/office/drawing/2014/main" id="{A42721E4-5D12-459C-AC2E-7CE148AF9062}"/>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96" name="Freeform: Shape 95">
              <a:extLst>
                <a:ext uri="{FF2B5EF4-FFF2-40B4-BE49-F238E27FC236}">
                  <a16:creationId xmlns:a16="http://schemas.microsoft.com/office/drawing/2014/main" id="{8BF7D46B-3779-49D0-BCB4-F2DCE091958D}"/>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97" name="Freeform: Shape 96">
              <a:extLst>
                <a:ext uri="{FF2B5EF4-FFF2-40B4-BE49-F238E27FC236}">
                  <a16:creationId xmlns:a16="http://schemas.microsoft.com/office/drawing/2014/main" id="{634464F0-BD7F-4488-85F0-EC20C24BECAA}"/>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cxnSp>
          <p:nvCxnSpPr>
            <p:cNvPr id="98" name="Straight Connector 97">
              <a:extLst>
                <a:ext uri="{FF2B5EF4-FFF2-40B4-BE49-F238E27FC236}">
                  <a16:creationId xmlns:a16="http://schemas.microsoft.com/office/drawing/2014/main" id="{82B54541-0CDD-4724-8101-AABFF1207033}"/>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5070398-8D55-4EE2-8CA4-47428E2AF03F}"/>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2166891-56D0-4EBC-B681-501401DEF9D4}"/>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13A87E3-D106-41FF-A8CD-C27DABF0103D}"/>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164477D-838D-4C70-ADD7-37AD79A844AA}"/>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72B193C0-8980-4BB2-8E91-7A1C9ABE0B6C}"/>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1A94AAA-1D98-4233-842E-2A2F52812358}"/>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21F2B43-A2DC-42F4-8EA4-A8A4DA6D6FA7}"/>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60F0923-6896-405D-AD16-F097448F3E3D}"/>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C70D5B1-47D7-451F-B83A-973A26731A22}"/>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3FD9A464-81FE-4829-A1C5-5CCEE42448B3}"/>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F55CAB0-53A2-417F-9F66-C0437933E98B}"/>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547EE77-7495-47CB-BEC9-D5C742DF2B2C}"/>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A942184-696A-4A78-BB9D-3D619B990987}"/>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B5F4EE6-4D4C-4488-80DE-36C83D540765}"/>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D3A42E3-1ED2-4BBE-8B0B-CEA491522F0A}"/>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4162AD8-9037-4220-B19F-7B3A0F44E941}"/>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C20FB70-03E4-4D7E-BA41-546EAAB33089}"/>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84D3C92-FDAE-47DB-9457-A9B216922E98}"/>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5DF0860-265F-4ABC-9F65-0C1D385DAA19}"/>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878D1D5-E6E5-4FA6-AF6E-95E8AF796777}"/>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11FF29A-4B39-4335-9BD5-ED902309BF79}"/>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A82A803-5E70-4523-9F20-67F308765C7E}"/>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4208CB2-5882-4416-87C9-284BDAF3367A}"/>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D4116CD-6422-4E26-9703-D3F7C10FCD56}"/>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31AB3A35-E2FF-4178-896B-F08E77092825}"/>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79C539-DD6F-48AA-8F80-27BC682014AF}"/>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784004E-3271-4D1C-B1EA-CA1E334E0D03}"/>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657725E-FBF6-491D-9BA1-E6A9727F4F2D}"/>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31244567-76A7-47AF-9353-403D05D533F0}"/>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EEC47A2A-ED3B-4AD0-ACD5-F8ED92644229}"/>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F3E01E5-F569-4020-BCB0-083537701AB0}"/>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71121A42-5912-44C8-B9A3-FDEC8EA70284}"/>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59B1DE7-25C8-4743-8284-FA656D339F55}"/>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26249F1-59FB-44FC-8AF9-D7F90AFBEE2C}"/>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6D42779-D977-4405-A149-D8DE5B52134A}"/>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7EE8A2F-6AD9-4AE7-B04B-7892891F84AC}"/>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8F4A59A-16C3-4C3A-AB79-FE22721EA641}"/>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CA3A6CC-1A49-42F6-A318-99D9224BDC91}"/>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DC3484E-5EF8-49C4-B1F6-75C854D50C80}"/>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33461A54-E77E-414D-B7E0-7364070D9566}"/>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9C48517-171B-43FD-A41C-58C9B531BDB5}"/>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429932A-1238-48FC-B171-20A3AA531D40}"/>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7BED7651-AF04-41D4-9476-5A43476D85BB}"/>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5" name="main body box">
              <a:extLst>
                <a:ext uri="{FF2B5EF4-FFF2-40B4-BE49-F238E27FC236}">
                  <a16:creationId xmlns:a16="http://schemas.microsoft.com/office/drawing/2014/main" id="{100DE417-9DB9-4840-8370-B716FFA27760}"/>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pPr rtl="0"/>
              <a:endParaRPr lang="nl-NL" sz="1323" dirty="0">
                <a:solidFill>
                  <a:schemeClr val="tx1"/>
                </a:solidFill>
                <a:latin typeface="+mn-lt"/>
              </a:endParaRPr>
            </a:p>
          </p:txBody>
        </p:sp>
        <p:cxnSp>
          <p:nvCxnSpPr>
            <p:cNvPr id="146" name="Straight Connector 145">
              <a:extLst>
                <a:ext uri="{FF2B5EF4-FFF2-40B4-BE49-F238E27FC236}">
                  <a16:creationId xmlns:a16="http://schemas.microsoft.com/office/drawing/2014/main" id="{B93A1E2B-8C80-482F-83BE-384344D09839}"/>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147" name="Straight Connector 146">
              <a:extLst>
                <a:ext uri="{FF2B5EF4-FFF2-40B4-BE49-F238E27FC236}">
                  <a16:creationId xmlns:a16="http://schemas.microsoft.com/office/drawing/2014/main" id="{BEAB22C5-0A46-4041-9158-6DC76EA2F350}"/>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sp>
        <p:nvSpPr>
          <p:cNvPr id="4" name="Sticker" hidden="1">
            <a:extLst>
              <a:ext uri="{FF2B5EF4-FFF2-40B4-BE49-F238E27FC236}">
                <a16:creationId xmlns:a16="http://schemas.microsoft.com/office/drawing/2014/main" id="{F9BB011A-568C-4B05-AE57-EB000B2FD8BB}"/>
              </a:ext>
            </a:extLst>
          </p:cNvPr>
          <p:cNvSpPr txBox="1"/>
          <p:nvPr userDrawn="1"/>
        </p:nvSpPr>
        <p:spPr>
          <a:xfrm>
            <a:off x="554736" y="1289273"/>
            <a:ext cx="344646" cy="123111"/>
          </a:xfrm>
          <a:prstGeom prst="rect">
            <a:avLst/>
          </a:prstGeom>
          <a:noFill/>
          <a:ln w="6350">
            <a:noFill/>
            <a:miter lim="800000"/>
          </a:ln>
        </p:spPr>
        <p:txBody>
          <a:bodyPr vert="horz" wrap="none" lIns="0" tIns="0" rIns="0" bIns="0" rtlCol="0">
            <a:spAutoFit/>
          </a:bodyPr>
          <a:lstStyle>
            <a:defPPr>
              <a:defRPr lang="en-US"/>
            </a:defPPr>
            <a:lvl1pPr>
              <a:spcBef>
                <a:spcPts val="300"/>
              </a:spcBef>
              <a:spcAft>
                <a:spcPts val="300"/>
              </a:spcAft>
              <a:buNone/>
              <a:defRPr sz="800" b="1" cap="all" baseline="0"/>
            </a:lvl1pPr>
          </a:lstStyle>
          <a:p>
            <a:pPr lvl="0" rtl="0"/>
            <a:r>
              <a:rPr lang="nl-NL" dirty="0"/>
              <a:t>STICKER</a:t>
            </a:r>
          </a:p>
        </p:txBody>
      </p:sp>
      <p:sp>
        <p:nvSpPr>
          <p:cNvPr id="5" name="Text Placeholder 4">
            <a:extLst>
              <a:ext uri="{FF2B5EF4-FFF2-40B4-BE49-F238E27FC236}">
                <a16:creationId xmlns:a16="http://schemas.microsoft.com/office/drawing/2014/main" id="{4C1F3293-4EFE-461D-940D-7EE66BAE31C5}"/>
              </a:ext>
            </a:extLst>
          </p:cNvPr>
          <p:cNvSpPr>
            <a:spLocks noGrp="1"/>
          </p:cNvSpPr>
          <p:nvPr>
            <p:ph type="body" idx="1"/>
          </p:nvPr>
        </p:nvSpPr>
        <p:spPr>
          <a:xfrm>
            <a:off x="554736" y="2170800"/>
            <a:ext cx="2794954" cy="1384995"/>
          </a:xfrm>
          <a:prstGeom prst="rect">
            <a:avLst/>
          </a:prstGeom>
        </p:spPr>
        <p:txBody>
          <a:bodyPr vert="horz" wrap="square" lIns="0" tIns="0" rIns="0" bIns="0" rtlCol="0">
            <a:spAutoFit/>
          </a:bodyPr>
          <a:lstStyle/>
          <a:p>
            <a:pPr lvl="0"/>
            <a:r>
              <a:rPr lang="nl-NL" dirty="0"/>
              <a:t>Click </a:t>
            </a:r>
            <a:r>
              <a:rPr lang="nl-NL" dirty="0" err="1"/>
              <a:t>to</a:t>
            </a:r>
            <a:r>
              <a:rPr lang="nl-NL" dirty="0"/>
              <a:t> </a:t>
            </a:r>
            <a:r>
              <a:rPr lang="nl-NL" dirty="0" err="1"/>
              <a:t>edit</a:t>
            </a:r>
            <a:r>
              <a:rPr lang="nl-NL" dirty="0"/>
              <a:t> Master </a:t>
            </a:r>
            <a:r>
              <a:rPr lang="nl-NL" dirty="0" err="1"/>
              <a:t>text</a:t>
            </a:r>
            <a:r>
              <a:rPr lang="nl-NL" dirty="0"/>
              <a:t> </a:t>
            </a:r>
            <a:r>
              <a:rPr lang="nl-NL" dirty="0" err="1"/>
              <a:t>styles</a:t>
            </a:r>
            <a:endParaRPr lang="nl-NL" dirty="0"/>
          </a:p>
          <a:p>
            <a:pPr lvl="1"/>
            <a:r>
              <a:rPr lang="nl-NL" dirty="0"/>
              <a:t>Second level</a:t>
            </a:r>
          </a:p>
          <a:p>
            <a:pPr lvl="2"/>
            <a:r>
              <a:rPr lang="nl-NL" dirty="0" err="1"/>
              <a:t>Third</a:t>
            </a:r>
            <a:r>
              <a:rPr lang="nl-NL" dirty="0"/>
              <a:t> level</a:t>
            </a:r>
          </a:p>
          <a:p>
            <a:pPr lvl="3"/>
            <a:r>
              <a:rPr lang="nl-NL" dirty="0" err="1"/>
              <a:t>Fourth</a:t>
            </a:r>
            <a:r>
              <a:rPr lang="nl-NL" dirty="0"/>
              <a:t> level</a:t>
            </a:r>
          </a:p>
          <a:p>
            <a:pPr lvl="4"/>
            <a:r>
              <a:rPr lang="nl-NL" dirty="0" err="1"/>
              <a:t>Fifth</a:t>
            </a:r>
            <a:r>
              <a:rPr lang="nl-NL" dirty="0"/>
              <a:t> level</a:t>
            </a:r>
          </a:p>
        </p:txBody>
      </p:sp>
      <p:grpSp>
        <p:nvGrpSpPr>
          <p:cNvPr id="170" name="LegendLines" hidden="1">
            <a:extLst>
              <a:ext uri="{FF2B5EF4-FFF2-40B4-BE49-F238E27FC236}">
                <a16:creationId xmlns:a16="http://schemas.microsoft.com/office/drawing/2014/main" id="{75CA43B4-51EF-482A-A676-AA183600C086}"/>
              </a:ext>
            </a:extLst>
          </p:cNvPr>
          <p:cNvGrpSpPr/>
          <p:nvPr userDrawn="1"/>
        </p:nvGrpSpPr>
        <p:grpSpPr>
          <a:xfrm>
            <a:off x="10217918" y="3150223"/>
            <a:ext cx="1337722" cy="958286"/>
            <a:chOff x="10162879" y="3243772"/>
            <a:chExt cx="1337722" cy="958286"/>
          </a:xfrm>
        </p:grpSpPr>
        <p:sp>
          <p:nvSpPr>
            <p:cNvPr id="171" name="Legend1">
              <a:extLst>
                <a:ext uri="{FF2B5EF4-FFF2-40B4-BE49-F238E27FC236}">
                  <a16:creationId xmlns:a16="http://schemas.microsoft.com/office/drawing/2014/main" id="{85E2365A-9186-430D-83A3-4DE7E22809E4}"/>
                </a:ext>
              </a:extLst>
            </p:cNvPr>
            <p:cNvSpPr txBox="1"/>
            <p:nvPr/>
          </p:nvSpPr>
          <p:spPr>
            <a:xfrm>
              <a:off x="10886522" y="3243772"/>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172" name="Legend2">
              <a:extLst>
                <a:ext uri="{FF2B5EF4-FFF2-40B4-BE49-F238E27FC236}">
                  <a16:creationId xmlns:a16="http://schemas.microsoft.com/office/drawing/2014/main" id="{3BC35E15-2BA1-4B9E-B911-87714C5D13ED}"/>
                </a:ext>
              </a:extLst>
            </p:cNvPr>
            <p:cNvSpPr txBox="1"/>
            <p:nvPr/>
          </p:nvSpPr>
          <p:spPr>
            <a:xfrm>
              <a:off x="10886522" y="3615193"/>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173" name="Legend3">
              <a:extLst>
                <a:ext uri="{FF2B5EF4-FFF2-40B4-BE49-F238E27FC236}">
                  <a16:creationId xmlns:a16="http://schemas.microsoft.com/office/drawing/2014/main" id="{CCE5B796-4D25-44FE-9EA2-4FB4A527E7CE}"/>
                </a:ext>
              </a:extLst>
            </p:cNvPr>
            <p:cNvSpPr txBox="1"/>
            <p:nvPr/>
          </p:nvSpPr>
          <p:spPr>
            <a:xfrm>
              <a:off x="10886522" y="3986614"/>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174" name="LineLegend3">
              <a:extLst>
                <a:ext uri="{FF2B5EF4-FFF2-40B4-BE49-F238E27FC236}">
                  <a16:creationId xmlns:a16="http://schemas.microsoft.com/office/drawing/2014/main" id="{D2F62643-90DF-4EF5-9730-A99D60760BD8}"/>
                </a:ext>
              </a:extLst>
            </p:cNvPr>
            <p:cNvSpPr>
              <a:spLocks noChangeShapeType="1"/>
            </p:cNvSpPr>
            <p:nvPr/>
          </p:nvSpPr>
          <p:spPr bwMode="gray">
            <a:xfrm>
              <a:off x="10162879" y="4092784"/>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rtl="0"/>
              <a:endParaRPr lang="nl-NL" sz="1400" baseline="0" dirty="0">
                <a:ea typeface="+mn-ea"/>
              </a:endParaRPr>
            </a:p>
          </p:txBody>
        </p:sp>
        <p:sp>
          <p:nvSpPr>
            <p:cNvPr id="175" name="LineLegend2">
              <a:extLst>
                <a:ext uri="{FF2B5EF4-FFF2-40B4-BE49-F238E27FC236}">
                  <a16:creationId xmlns:a16="http://schemas.microsoft.com/office/drawing/2014/main" id="{EA009A24-DD0F-4E7E-97DB-2EBBD0B90253}"/>
                </a:ext>
              </a:extLst>
            </p:cNvPr>
            <p:cNvSpPr>
              <a:spLocks noChangeShapeType="1"/>
            </p:cNvSpPr>
            <p:nvPr/>
          </p:nvSpPr>
          <p:spPr bwMode="gray">
            <a:xfrm>
              <a:off x="10162879" y="3719425"/>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rtl="0"/>
              <a:endParaRPr lang="nl-NL" sz="1400" baseline="0" dirty="0">
                <a:ea typeface="+mn-ea"/>
              </a:endParaRPr>
            </a:p>
          </p:txBody>
        </p:sp>
        <p:sp>
          <p:nvSpPr>
            <p:cNvPr id="176" name="LineLegend1">
              <a:extLst>
                <a:ext uri="{FF2B5EF4-FFF2-40B4-BE49-F238E27FC236}">
                  <a16:creationId xmlns:a16="http://schemas.microsoft.com/office/drawing/2014/main" id="{8FE6CDCC-A4DF-48AF-AC1C-8C8ED06143D7}"/>
                </a:ext>
              </a:extLst>
            </p:cNvPr>
            <p:cNvSpPr>
              <a:spLocks noChangeShapeType="1"/>
            </p:cNvSpPr>
            <p:nvPr/>
          </p:nvSpPr>
          <p:spPr bwMode="gray">
            <a:xfrm>
              <a:off x="10162879" y="3351494"/>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rtl="0"/>
              <a:endParaRPr lang="nl-NL" sz="1400" baseline="0" dirty="0">
                <a:ea typeface="+mn-ea"/>
              </a:endParaRPr>
            </a:p>
          </p:txBody>
        </p:sp>
      </p:grpSp>
      <p:grpSp>
        <p:nvGrpSpPr>
          <p:cNvPr id="177" name="LegendMoons" hidden="1">
            <a:extLst>
              <a:ext uri="{FF2B5EF4-FFF2-40B4-BE49-F238E27FC236}">
                <a16:creationId xmlns:a16="http://schemas.microsoft.com/office/drawing/2014/main" id="{BBFA8D2F-6C5F-4C7E-8683-DB05F0507552}"/>
              </a:ext>
            </a:extLst>
          </p:cNvPr>
          <p:cNvGrpSpPr/>
          <p:nvPr userDrawn="1"/>
        </p:nvGrpSpPr>
        <p:grpSpPr>
          <a:xfrm>
            <a:off x="10588929" y="1145373"/>
            <a:ext cx="966711" cy="1731859"/>
            <a:chOff x="7723680" y="1702457"/>
            <a:chExt cx="966711" cy="1731859"/>
          </a:xfrm>
        </p:grpSpPr>
        <p:sp>
          <p:nvSpPr>
            <p:cNvPr id="178" name="Legend1">
              <a:extLst>
                <a:ext uri="{FF2B5EF4-FFF2-40B4-BE49-F238E27FC236}">
                  <a16:creationId xmlns:a16="http://schemas.microsoft.com/office/drawing/2014/main" id="{AD7B67E5-E814-4596-8283-DE22EB875BE1}"/>
                </a:ext>
              </a:extLst>
            </p:cNvPr>
            <p:cNvSpPr txBox="1"/>
            <p:nvPr/>
          </p:nvSpPr>
          <p:spPr>
            <a:xfrm>
              <a:off x="8076312" y="1709816"/>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186" name="Legend2">
              <a:extLst>
                <a:ext uri="{FF2B5EF4-FFF2-40B4-BE49-F238E27FC236}">
                  <a16:creationId xmlns:a16="http://schemas.microsoft.com/office/drawing/2014/main" id="{16BEEAEF-CC71-4D3B-88CA-859CC81187D8}"/>
                </a:ext>
              </a:extLst>
            </p:cNvPr>
            <p:cNvSpPr txBox="1"/>
            <p:nvPr/>
          </p:nvSpPr>
          <p:spPr>
            <a:xfrm>
              <a:off x="8076312" y="2085275"/>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198" name="Legend3">
              <a:extLst>
                <a:ext uri="{FF2B5EF4-FFF2-40B4-BE49-F238E27FC236}">
                  <a16:creationId xmlns:a16="http://schemas.microsoft.com/office/drawing/2014/main" id="{30CDD89F-E985-4D8B-9E25-2C77048B4397}"/>
                </a:ext>
              </a:extLst>
            </p:cNvPr>
            <p:cNvSpPr txBox="1"/>
            <p:nvPr/>
          </p:nvSpPr>
          <p:spPr>
            <a:xfrm>
              <a:off x="8076312" y="2460734"/>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199" name="Legend4">
              <a:extLst>
                <a:ext uri="{FF2B5EF4-FFF2-40B4-BE49-F238E27FC236}">
                  <a16:creationId xmlns:a16="http://schemas.microsoft.com/office/drawing/2014/main" id="{F4563742-DF90-400F-91AF-02D7E566533B}"/>
                </a:ext>
              </a:extLst>
            </p:cNvPr>
            <p:cNvSpPr txBox="1"/>
            <p:nvPr/>
          </p:nvSpPr>
          <p:spPr>
            <a:xfrm>
              <a:off x="8076312" y="2836193"/>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200" name="Legend5">
              <a:extLst>
                <a:ext uri="{FF2B5EF4-FFF2-40B4-BE49-F238E27FC236}">
                  <a16:creationId xmlns:a16="http://schemas.microsoft.com/office/drawing/2014/main" id="{3409D634-C597-4A2F-95A1-E6B01FC19595}"/>
                </a:ext>
              </a:extLst>
            </p:cNvPr>
            <p:cNvSpPr txBox="1"/>
            <p:nvPr/>
          </p:nvSpPr>
          <p:spPr>
            <a:xfrm>
              <a:off x="8076312" y="3211654"/>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grpSp>
          <p:nvGrpSpPr>
            <p:cNvPr id="201" name="MoonLegend1">
              <a:extLst>
                <a:ext uri="{FF2B5EF4-FFF2-40B4-BE49-F238E27FC236}">
                  <a16:creationId xmlns:a16="http://schemas.microsoft.com/office/drawing/2014/main" id="{117437C4-B634-4F2A-A407-DC44A1153061}"/>
                </a:ext>
              </a:extLst>
            </p:cNvPr>
            <p:cNvGrpSpPr>
              <a:grpSpLocks noChangeAspect="1"/>
            </p:cNvGrpSpPr>
            <p:nvPr>
              <p:custDataLst>
                <p:tags r:id="rId28"/>
              </p:custDataLst>
            </p:nvPr>
          </p:nvGrpSpPr>
          <p:grpSpPr>
            <a:xfrm>
              <a:off x="7723680" y="1702457"/>
              <a:ext cx="228600" cy="228600"/>
              <a:chOff x="762000" y="1270000"/>
              <a:chExt cx="254000" cy="254000"/>
            </a:xfrm>
          </p:grpSpPr>
          <p:sp>
            <p:nvSpPr>
              <p:cNvPr id="214" name="Oval 213">
                <a:extLst>
                  <a:ext uri="{FF2B5EF4-FFF2-40B4-BE49-F238E27FC236}">
                    <a16:creationId xmlns:a16="http://schemas.microsoft.com/office/drawing/2014/main" id="{EB90AEA0-33EA-4E58-A9FD-EE9DF48324D8}"/>
                  </a:ext>
                </a:extLst>
              </p:cNvPr>
              <p:cNvSpPr/>
              <p:nvPr>
                <p:custDataLst>
                  <p:tags r:id="rId41"/>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sz="1400" dirty="0">
                  <a:solidFill>
                    <a:schemeClr val="tx1"/>
                  </a:solidFill>
                </a:endParaRPr>
              </a:p>
            </p:txBody>
          </p:sp>
          <p:sp>
            <p:nvSpPr>
              <p:cNvPr id="215" name="Arc 214">
                <a:extLst>
                  <a:ext uri="{FF2B5EF4-FFF2-40B4-BE49-F238E27FC236}">
                    <a16:creationId xmlns:a16="http://schemas.microsoft.com/office/drawing/2014/main" id="{A1344A23-7160-495E-A98C-F85015CCC0A1}"/>
                  </a:ext>
                </a:extLst>
              </p:cNvPr>
              <p:cNvSpPr/>
              <p:nvPr>
                <p:custDataLst>
                  <p:tags r:id="rId42"/>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nl-NL" sz="1400" dirty="0"/>
              </a:p>
            </p:txBody>
          </p:sp>
        </p:grpSp>
        <p:grpSp>
          <p:nvGrpSpPr>
            <p:cNvPr id="202" name="MoonLegend2">
              <a:extLst>
                <a:ext uri="{FF2B5EF4-FFF2-40B4-BE49-F238E27FC236}">
                  <a16:creationId xmlns:a16="http://schemas.microsoft.com/office/drawing/2014/main" id="{EB8E8C20-3196-4E74-A430-8A058F00B5CC}"/>
                </a:ext>
              </a:extLst>
            </p:cNvPr>
            <p:cNvGrpSpPr>
              <a:grpSpLocks noChangeAspect="1"/>
            </p:cNvGrpSpPr>
            <p:nvPr>
              <p:custDataLst>
                <p:tags r:id="rId29"/>
              </p:custDataLst>
            </p:nvPr>
          </p:nvGrpSpPr>
          <p:grpSpPr>
            <a:xfrm>
              <a:off x="7723680" y="2078270"/>
              <a:ext cx="228600" cy="228600"/>
              <a:chOff x="762000" y="1270000"/>
              <a:chExt cx="254000" cy="254000"/>
            </a:xfrm>
          </p:grpSpPr>
          <p:sp>
            <p:nvSpPr>
              <p:cNvPr id="212" name="Oval 211">
                <a:extLst>
                  <a:ext uri="{FF2B5EF4-FFF2-40B4-BE49-F238E27FC236}">
                    <a16:creationId xmlns:a16="http://schemas.microsoft.com/office/drawing/2014/main" id="{27A382C3-DD08-4CCF-B849-2CC72EA9F9AB}"/>
                  </a:ext>
                </a:extLst>
              </p:cNvPr>
              <p:cNvSpPr/>
              <p:nvPr>
                <p:custDataLst>
                  <p:tags r:id="rId39"/>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sz="1400" dirty="0">
                  <a:solidFill>
                    <a:schemeClr val="tx1"/>
                  </a:solidFill>
                </a:endParaRPr>
              </a:p>
            </p:txBody>
          </p:sp>
          <p:sp>
            <p:nvSpPr>
              <p:cNvPr id="213" name="Arc 212">
                <a:extLst>
                  <a:ext uri="{FF2B5EF4-FFF2-40B4-BE49-F238E27FC236}">
                    <a16:creationId xmlns:a16="http://schemas.microsoft.com/office/drawing/2014/main" id="{4043BF3C-F0E7-4D23-A181-0362DD473A6B}"/>
                  </a:ext>
                </a:extLst>
              </p:cNvPr>
              <p:cNvSpPr/>
              <p:nvPr>
                <p:custDataLst>
                  <p:tags r:id="rId40"/>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nl-NL" sz="1400" dirty="0"/>
              </a:p>
            </p:txBody>
          </p:sp>
        </p:grpSp>
        <p:grpSp>
          <p:nvGrpSpPr>
            <p:cNvPr id="203" name="MoonLegend3">
              <a:extLst>
                <a:ext uri="{FF2B5EF4-FFF2-40B4-BE49-F238E27FC236}">
                  <a16:creationId xmlns:a16="http://schemas.microsoft.com/office/drawing/2014/main" id="{7EA4C5CC-F609-42C7-8679-2CFF0EFE1ADD}"/>
                </a:ext>
              </a:extLst>
            </p:cNvPr>
            <p:cNvGrpSpPr>
              <a:grpSpLocks noChangeAspect="1"/>
            </p:cNvGrpSpPr>
            <p:nvPr>
              <p:custDataLst>
                <p:tags r:id="rId30"/>
              </p:custDataLst>
            </p:nvPr>
          </p:nvGrpSpPr>
          <p:grpSpPr>
            <a:xfrm>
              <a:off x="7723680" y="2454085"/>
              <a:ext cx="228600" cy="228600"/>
              <a:chOff x="762000" y="1270000"/>
              <a:chExt cx="254000" cy="254000"/>
            </a:xfrm>
          </p:grpSpPr>
          <p:sp>
            <p:nvSpPr>
              <p:cNvPr id="210" name="Oval 209">
                <a:extLst>
                  <a:ext uri="{FF2B5EF4-FFF2-40B4-BE49-F238E27FC236}">
                    <a16:creationId xmlns:a16="http://schemas.microsoft.com/office/drawing/2014/main" id="{715BDDAF-1AF3-46AE-A337-FC24A78185F2}"/>
                  </a:ext>
                </a:extLst>
              </p:cNvPr>
              <p:cNvSpPr/>
              <p:nvPr>
                <p:custDataLst>
                  <p:tags r:id="rId37"/>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sz="1400" dirty="0">
                  <a:solidFill>
                    <a:schemeClr val="tx1"/>
                  </a:solidFill>
                </a:endParaRPr>
              </a:p>
            </p:txBody>
          </p:sp>
          <p:sp>
            <p:nvSpPr>
              <p:cNvPr id="211" name="Arc 210">
                <a:extLst>
                  <a:ext uri="{FF2B5EF4-FFF2-40B4-BE49-F238E27FC236}">
                    <a16:creationId xmlns:a16="http://schemas.microsoft.com/office/drawing/2014/main" id="{E811134B-550C-43DC-8343-36668FE4C5B0}"/>
                  </a:ext>
                </a:extLst>
              </p:cNvPr>
              <p:cNvSpPr/>
              <p:nvPr>
                <p:custDataLst>
                  <p:tags r:id="rId38"/>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nl-NL" sz="1400" dirty="0"/>
              </a:p>
            </p:txBody>
          </p:sp>
        </p:grpSp>
        <p:grpSp>
          <p:nvGrpSpPr>
            <p:cNvPr id="204" name="MoonLegend4">
              <a:extLst>
                <a:ext uri="{FF2B5EF4-FFF2-40B4-BE49-F238E27FC236}">
                  <a16:creationId xmlns:a16="http://schemas.microsoft.com/office/drawing/2014/main" id="{3E4EE390-F563-41D5-A1FF-66332D5F20F8}"/>
                </a:ext>
              </a:extLst>
            </p:cNvPr>
            <p:cNvGrpSpPr>
              <a:grpSpLocks noChangeAspect="1"/>
            </p:cNvGrpSpPr>
            <p:nvPr>
              <p:custDataLst>
                <p:tags r:id="rId31"/>
              </p:custDataLst>
            </p:nvPr>
          </p:nvGrpSpPr>
          <p:grpSpPr>
            <a:xfrm>
              <a:off x="7723680" y="2829900"/>
              <a:ext cx="228600" cy="228600"/>
              <a:chOff x="762000" y="1270000"/>
              <a:chExt cx="254000" cy="254000"/>
            </a:xfrm>
          </p:grpSpPr>
          <p:sp>
            <p:nvSpPr>
              <p:cNvPr id="208" name="Oval 207">
                <a:extLst>
                  <a:ext uri="{FF2B5EF4-FFF2-40B4-BE49-F238E27FC236}">
                    <a16:creationId xmlns:a16="http://schemas.microsoft.com/office/drawing/2014/main" id="{93D49596-11A1-45D6-9E60-6E4F341955C9}"/>
                  </a:ext>
                </a:extLst>
              </p:cNvPr>
              <p:cNvSpPr/>
              <p:nvPr>
                <p:custDataLst>
                  <p:tags r:id="rId35"/>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sz="1400" dirty="0">
                  <a:solidFill>
                    <a:schemeClr val="tx1"/>
                  </a:solidFill>
                </a:endParaRPr>
              </a:p>
            </p:txBody>
          </p:sp>
          <p:sp>
            <p:nvSpPr>
              <p:cNvPr id="209" name="Arc 208">
                <a:extLst>
                  <a:ext uri="{FF2B5EF4-FFF2-40B4-BE49-F238E27FC236}">
                    <a16:creationId xmlns:a16="http://schemas.microsoft.com/office/drawing/2014/main" id="{AD9C732B-59D4-4402-98BD-C703B7D37799}"/>
                  </a:ext>
                </a:extLst>
              </p:cNvPr>
              <p:cNvSpPr/>
              <p:nvPr>
                <p:custDataLst>
                  <p:tags r:id="rId36"/>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nl-NL" sz="1400" dirty="0"/>
              </a:p>
            </p:txBody>
          </p:sp>
        </p:grpSp>
        <p:grpSp>
          <p:nvGrpSpPr>
            <p:cNvPr id="205" name="MoonLegend5">
              <a:extLst>
                <a:ext uri="{FF2B5EF4-FFF2-40B4-BE49-F238E27FC236}">
                  <a16:creationId xmlns:a16="http://schemas.microsoft.com/office/drawing/2014/main" id="{5835C8BF-3671-4AB9-89A1-8C41B9C0A3D7}"/>
                </a:ext>
              </a:extLst>
            </p:cNvPr>
            <p:cNvGrpSpPr>
              <a:grpSpLocks noChangeAspect="1"/>
            </p:cNvGrpSpPr>
            <p:nvPr>
              <p:custDataLst>
                <p:tags r:id="rId32"/>
              </p:custDataLst>
            </p:nvPr>
          </p:nvGrpSpPr>
          <p:grpSpPr>
            <a:xfrm>
              <a:off x="7723680" y="3205716"/>
              <a:ext cx="228600" cy="228600"/>
              <a:chOff x="762000" y="1270000"/>
              <a:chExt cx="254000" cy="254000"/>
            </a:xfrm>
          </p:grpSpPr>
          <p:sp>
            <p:nvSpPr>
              <p:cNvPr id="206" name="Oval 205">
                <a:extLst>
                  <a:ext uri="{FF2B5EF4-FFF2-40B4-BE49-F238E27FC236}">
                    <a16:creationId xmlns:a16="http://schemas.microsoft.com/office/drawing/2014/main" id="{2BF9623A-651C-4C98-9F51-0E9B600BA42B}"/>
                  </a:ext>
                </a:extLst>
              </p:cNvPr>
              <p:cNvSpPr/>
              <p:nvPr>
                <p:custDataLst>
                  <p:tags r:id="rId33"/>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sz="1400" dirty="0">
                  <a:solidFill>
                    <a:schemeClr val="tx1"/>
                  </a:solidFill>
                </a:endParaRPr>
              </a:p>
            </p:txBody>
          </p:sp>
          <p:sp>
            <p:nvSpPr>
              <p:cNvPr id="207" name="Arc 206">
                <a:extLst>
                  <a:ext uri="{FF2B5EF4-FFF2-40B4-BE49-F238E27FC236}">
                    <a16:creationId xmlns:a16="http://schemas.microsoft.com/office/drawing/2014/main" id="{F5536572-C9A8-4CB2-BF56-D54F40E44F25}"/>
                  </a:ext>
                </a:extLst>
              </p:cNvPr>
              <p:cNvSpPr/>
              <p:nvPr>
                <p:custDataLst>
                  <p:tags r:id="rId34"/>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nl-NL" sz="1400" dirty="0"/>
              </a:p>
            </p:txBody>
          </p:sp>
        </p:grpSp>
      </p:grpSp>
      <p:grpSp>
        <p:nvGrpSpPr>
          <p:cNvPr id="216" name="LegendBoxes" hidden="1">
            <a:extLst>
              <a:ext uri="{FF2B5EF4-FFF2-40B4-BE49-F238E27FC236}">
                <a16:creationId xmlns:a16="http://schemas.microsoft.com/office/drawing/2014/main" id="{E9D72DE0-F28F-4DEF-8027-9C8D5A71CBB8}"/>
              </a:ext>
            </a:extLst>
          </p:cNvPr>
          <p:cNvGrpSpPr/>
          <p:nvPr userDrawn="1"/>
        </p:nvGrpSpPr>
        <p:grpSpPr>
          <a:xfrm>
            <a:off x="10615415" y="4381500"/>
            <a:ext cx="940225" cy="1717282"/>
            <a:chOff x="10652400" y="4322824"/>
            <a:chExt cx="940225" cy="1717282"/>
          </a:xfrm>
        </p:grpSpPr>
        <p:sp>
          <p:nvSpPr>
            <p:cNvPr id="217" name="RectangleLegend1">
              <a:extLst>
                <a:ext uri="{FF2B5EF4-FFF2-40B4-BE49-F238E27FC236}">
                  <a16:creationId xmlns:a16="http://schemas.microsoft.com/office/drawing/2014/main" id="{EA79C6A4-A5CE-4D50-AF56-0089B9D25A7A}"/>
                </a:ext>
              </a:extLst>
            </p:cNvPr>
            <p:cNvSpPr/>
            <p:nvPr/>
          </p:nvSpPr>
          <p:spPr>
            <a:xfrm>
              <a:off x="10652400" y="4344182"/>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nl-NL" sz="1400" dirty="0">
                <a:solidFill>
                  <a:schemeClr val="tx1"/>
                </a:solidFill>
              </a:endParaRPr>
            </a:p>
          </p:txBody>
        </p:sp>
        <p:sp>
          <p:nvSpPr>
            <p:cNvPr id="218" name="RectangleLegend2">
              <a:extLst>
                <a:ext uri="{FF2B5EF4-FFF2-40B4-BE49-F238E27FC236}">
                  <a16:creationId xmlns:a16="http://schemas.microsoft.com/office/drawing/2014/main" id="{57EFAC09-2BEF-425A-B3A0-E265C6948F70}"/>
                </a:ext>
              </a:extLst>
            </p:cNvPr>
            <p:cNvSpPr/>
            <p:nvPr/>
          </p:nvSpPr>
          <p:spPr>
            <a:xfrm>
              <a:off x="10652400" y="4723680"/>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nl-NL" sz="1400" dirty="0">
                <a:solidFill>
                  <a:schemeClr val="tx1"/>
                </a:solidFill>
              </a:endParaRPr>
            </a:p>
          </p:txBody>
        </p:sp>
        <p:sp>
          <p:nvSpPr>
            <p:cNvPr id="219" name="RectangleLegend3">
              <a:extLst>
                <a:ext uri="{FF2B5EF4-FFF2-40B4-BE49-F238E27FC236}">
                  <a16:creationId xmlns:a16="http://schemas.microsoft.com/office/drawing/2014/main" id="{06A0F010-53BA-4B4C-A05F-C7E741338F86}"/>
                </a:ext>
              </a:extLst>
            </p:cNvPr>
            <p:cNvSpPr/>
            <p:nvPr/>
          </p:nvSpPr>
          <p:spPr>
            <a:xfrm>
              <a:off x="10652400" y="5097276"/>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nl-NL" sz="1400" dirty="0">
                <a:solidFill>
                  <a:schemeClr val="tx1"/>
                </a:solidFill>
              </a:endParaRPr>
            </a:p>
          </p:txBody>
        </p:sp>
        <p:sp>
          <p:nvSpPr>
            <p:cNvPr id="220" name="RectangleLegend4">
              <a:extLst>
                <a:ext uri="{FF2B5EF4-FFF2-40B4-BE49-F238E27FC236}">
                  <a16:creationId xmlns:a16="http://schemas.microsoft.com/office/drawing/2014/main" id="{E497A7E4-F312-4193-9B66-C31AB15828FC}"/>
                </a:ext>
              </a:extLst>
            </p:cNvPr>
            <p:cNvSpPr/>
            <p:nvPr/>
          </p:nvSpPr>
          <p:spPr>
            <a:xfrm>
              <a:off x="10652400" y="5470872"/>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nl-NL" sz="1400" dirty="0">
                <a:solidFill>
                  <a:schemeClr val="tx1"/>
                </a:solidFill>
              </a:endParaRPr>
            </a:p>
          </p:txBody>
        </p:sp>
        <p:sp>
          <p:nvSpPr>
            <p:cNvPr id="221" name="RectangleLegend5">
              <a:extLst>
                <a:ext uri="{FF2B5EF4-FFF2-40B4-BE49-F238E27FC236}">
                  <a16:creationId xmlns:a16="http://schemas.microsoft.com/office/drawing/2014/main" id="{110A981F-82FB-4E04-97AA-67D7FCD183D8}"/>
                </a:ext>
              </a:extLst>
            </p:cNvPr>
            <p:cNvSpPr/>
            <p:nvPr/>
          </p:nvSpPr>
          <p:spPr>
            <a:xfrm>
              <a:off x="10652400" y="5844468"/>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nl-NL" sz="1400" dirty="0">
                <a:solidFill>
                  <a:schemeClr val="tx1"/>
                </a:solidFill>
              </a:endParaRPr>
            </a:p>
          </p:txBody>
        </p:sp>
        <p:sp>
          <p:nvSpPr>
            <p:cNvPr id="222" name="Legend1">
              <a:extLst>
                <a:ext uri="{FF2B5EF4-FFF2-40B4-BE49-F238E27FC236}">
                  <a16:creationId xmlns:a16="http://schemas.microsoft.com/office/drawing/2014/main" id="{1A62AE12-10B3-4A95-BA20-4BFB80C2CF2F}"/>
                </a:ext>
              </a:extLst>
            </p:cNvPr>
            <p:cNvSpPr txBox="1"/>
            <p:nvPr/>
          </p:nvSpPr>
          <p:spPr>
            <a:xfrm>
              <a:off x="10978546" y="4322824"/>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223" name="Legend2">
              <a:extLst>
                <a:ext uri="{FF2B5EF4-FFF2-40B4-BE49-F238E27FC236}">
                  <a16:creationId xmlns:a16="http://schemas.microsoft.com/office/drawing/2014/main" id="{4FA147CC-2C69-4545-B22D-8CC1FAC50DD5}"/>
                </a:ext>
              </a:extLst>
            </p:cNvPr>
            <p:cNvSpPr txBox="1"/>
            <p:nvPr/>
          </p:nvSpPr>
          <p:spPr>
            <a:xfrm>
              <a:off x="10978546" y="4702322"/>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224" name="Legend3">
              <a:extLst>
                <a:ext uri="{FF2B5EF4-FFF2-40B4-BE49-F238E27FC236}">
                  <a16:creationId xmlns:a16="http://schemas.microsoft.com/office/drawing/2014/main" id="{7053A72F-5183-49E6-A8C2-728EFCD7BC0C}"/>
                </a:ext>
              </a:extLst>
            </p:cNvPr>
            <p:cNvSpPr txBox="1"/>
            <p:nvPr/>
          </p:nvSpPr>
          <p:spPr>
            <a:xfrm>
              <a:off x="10978546" y="5081820"/>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225" name="Legend4">
              <a:extLst>
                <a:ext uri="{FF2B5EF4-FFF2-40B4-BE49-F238E27FC236}">
                  <a16:creationId xmlns:a16="http://schemas.microsoft.com/office/drawing/2014/main" id="{88BF3A18-CBD6-4DCD-BCC7-565D64254379}"/>
                </a:ext>
              </a:extLst>
            </p:cNvPr>
            <p:cNvSpPr txBox="1"/>
            <p:nvPr/>
          </p:nvSpPr>
          <p:spPr>
            <a:xfrm>
              <a:off x="10978546" y="5453241"/>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226" name="Legend5">
              <a:extLst>
                <a:ext uri="{FF2B5EF4-FFF2-40B4-BE49-F238E27FC236}">
                  <a16:creationId xmlns:a16="http://schemas.microsoft.com/office/drawing/2014/main" id="{9A896C86-EA3E-4AB5-B9DB-16ADAF968EA3}"/>
                </a:ext>
              </a:extLst>
            </p:cNvPr>
            <p:cNvSpPr txBox="1"/>
            <p:nvPr/>
          </p:nvSpPr>
          <p:spPr>
            <a:xfrm>
              <a:off x="10978545" y="5824662"/>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grpSp>
      <p:sp>
        <p:nvSpPr>
          <p:cNvPr id="169" name="ACET" hidden="1">
            <a:extLst>
              <a:ext uri="{FF2B5EF4-FFF2-40B4-BE49-F238E27FC236}">
                <a16:creationId xmlns:a16="http://schemas.microsoft.com/office/drawing/2014/main" id="{62CF7362-20CB-4908-AFFE-D4E2B9A5DF3B}"/>
              </a:ext>
            </a:extLst>
          </p:cNvPr>
          <p:cNvSpPr txBox="1"/>
          <p:nvPr userDrawn="1">
            <p:custDataLst>
              <p:tags r:id="rId27"/>
            </p:custDataLst>
          </p:nvPr>
        </p:nvSpPr>
        <p:spPr>
          <a:xfrm>
            <a:off x="554736" y="2171700"/>
            <a:ext cx="3049253" cy="461665"/>
          </a:xfrm>
          <a:prstGeom prst="rect">
            <a:avLst/>
          </a:prstGeom>
        </p:spPr>
        <p:txBody>
          <a:bodyPr vert="horz" wrap="square" lIns="0" tIns="0" rIns="0" bIns="0" rtlCol="0">
            <a:spAutoFit/>
          </a:bodyPr>
          <a:lstStyle>
            <a:defPPr>
              <a:defRPr lang="en-US"/>
            </a:defPPr>
            <a:lvl1pPr lvl="0" indent="0">
              <a:lnSpc>
                <a:spcPct val="100000"/>
              </a:lnSpc>
              <a:spcBef>
                <a:spcPts val="0"/>
              </a:spcBef>
              <a:spcAft>
                <a:spcPts val="600"/>
              </a:spcAft>
              <a:buFont typeface="Segoe UI" panose="020B0502040204020203" pitchFamily="34" charset="0"/>
              <a:buChar char="​"/>
              <a:defRPr sz="1600" b="1">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sz="1600"/>
            </a:lvl2pPr>
            <a:lvl3pPr marL="442913" lvl="2" indent="-214313">
              <a:lnSpc>
                <a:spcPct val="100000"/>
              </a:lnSpc>
              <a:spcBef>
                <a:spcPts val="0"/>
              </a:spcBef>
              <a:spcAft>
                <a:spcPts val="300"/>
              </a:spcAft>
              <a:buSzPct val="110000"/>
              <a:buFont typeface="Arial" panose="020B0604020202020204" pitchFamily="34" charset="0"/>
              <a:buChar char="‒"/>
              <a:defRPr sz="1600"/>
            </a:lvl3pPr>
            <a:lvl4pPr marL="598488" lvl="3" indent="-152400">
              <a:lnSpc>
                <a:spcPct val="100000"/>
              </a:lnSpc>
              <a:spcBef>
                <a:spcPts val="0"/>
              </a:spcBef>
              <a:spcAft>
                <a:spcPts val="300"/>
              </a:spcAft>
              <a:buFont typeface="Arial" panose="020B0604020202020204" pitchFamily="34" charset="0"/>
              <a:buChar char="•"/>
              <a:defRPr sz="1600"/>
            </a:lvl4pPr>
            <a:lvl5pPr marL="817563" lvl="4" indent="-147638">
              <a:lnSpc>
                <a:spcPct val="100000"/>
              </a:lnSpc>
              <a:spcBef>
                <a:spcPts val="0"/>
              </a:spcBef>
              <a:spcAft>
                <a:spcPts val="300"/>
              </a:spcAft>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Titel</a:t>
            </a:r>
            <a:br>
              <a:rPr lang="nl-NL" dirty="0"/>
            </a:br>
            <a:r>
              <a:rPr lang="nl-NL" sz="1400" b="0" dirty="0"/>
              <a:t>Meeteenheid</a:t>
            </a:r>
          </a:p>
        </p:txBody>
      </p:sp>
      <p:sp>
        <p:nvSpPr>
          <p:cNvPr id="148" name="LOGO">
            <a:extLst>
              <a:ext uri="{FF2B5EF4-FFF2-40B4-BE49-F238E27FC236}">
                <a16:creationId xmlns:a16="http://schemas.microsoft.com/office/drawing/2014/main" id="{8988293B-F06A-4347-A49E-6E7AB94420D2}"/>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149" name="Rechthoek 6">
            <a:extLst>
              <a:ext uri="{FF2B5EF4-FFF2-40B4-BE49-F238E27FC236}">
                <a16:creationId xmlns:a16="http://schemas.microsoft.com/office/drawing/2014/main" id="{982E6598-443D-4277-9A4C-7EB35073974B}"/>
              </a:ext>
            </a:extLst>
          </p:cNvPr>
          <p:cNvSpPr/>
          <p:nvPr userDrawn="1"/>
        </p:nvSpPr>
        <p:spPr>
          <a:xfrm>
            <a:off x="0" y="6146743"/>
            <a:ext cx="12192000" cy="36000"/>
          </a:xfrm>
          <a:prstGeom prst="rect">
            <a:avLst/>
          </a:prstGeom>
          <a:solidFill>
            <a:srgbClr val="D29FA5"/>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rtl="0"/>
            <a:endParaRPr lang="nl-NL" sz="1600" noProof="0" dirty="0"/>
          </a:p>
        </p:txBody>
      </p:sp>
      <p:sp>
        <p:nvSpPr>
          <p:cNvPr id="150" name="Tijdelijke aanduiding voor tekst 43">
            <a:extLst>
              <a:ext uri="{FF2B5EF4-FFF2-40B4-BE49-F238E27FC236}">
                <a16:creationId xmlns:a16="http://schemas.microsoft.com/office/drawing/2014/main" id="{F2BA257B-ACA0-4D11-8B3B-5631105ACC1D}"/>
              </a:ext>
            </a:extLst>
          </p:cNvPr>
          <p:cNvSpPr txBox="1">
            <a:spLocks/>
          </p:cNvSpPr>
          <p:nvPr userDrawn="1"/>
        </p:nvSpPr>
        <p:spPr>
          <a:xfrm>
            <a:off x="554736" y="0"/>
            <a:ext cx="1080000" cy="45719"/>
          </a:xfrm>
          <a:prstGeom prst="rect">
            <a:avLst/>
          </a:prstGeom>
          <a:solidFill>
            <a:schemeClr val="accent2"/>
          </a:solidFill>
        </p:spPr>
        <p:txBody>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Tree>
    <p:extLst>
      <p:ext uri="{BB962C8B-B14F-4D97-AF65-F5344CB8AC3E}">
        <p14:creationId xmlns:p14="http://schemas.microsoft.com/office/powerpoint/2010/main" val="4095940775"/>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72" r:id="rId16"/>
    <p:sldLayoutId id="2147483840" r:id="rId17"/>
    <p:sldLayoutId id="2147483841" r:id="rId18"/>
    <p:sldLayoutId id="2147483842" r:id="rId19"/>
  </p:sldLayoutIdLst>
  <p:hf hdr="0" dt="0"/>
  <p:txStyles>
    <p:titleStyle>
      <a:lvl1pPr algn="l" defTabSz="914400" rtl="0" eaLnBrk="1" latinLnBrk="0" hangingPunct="1">
        <a:lnSpc>
          <a:spcPct val="100000"/>
        </a:lnSpc>
        <a:spcBef>
          <a:spcPct val="0"/>
        </a:spcBef>
        <a:buNone/>
        <a:defRPr lang="en-US" sz="2500" b="0" kern="1200" spc="0" baseline="0" dirty="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51" name="StrongCallout" hidden="1">
            <a:extLst>
              <a:ext uri="{FF2B5EF4-FFF2-40B4-BE49-F238E27FC236}">
                <a16:creationId xmlns:a16="http://schemas.microsoft.com/office/drawing/2014/main" id="{ED4978DF-3F69-4BEF-82C6-D4F515591658}"/>
              </a:ext>
            </a:extLst>
          </p:cNvPr>
          <p:cNvGrpSpPr/>
          <p:nvPr userDrawn="1">
            <p:custDataLst>
              <p:tags r:id="rId18"/>
            </p:custDataLst>
          </p:nvPr>
        </p:nvGrpSpPr>
        <p:grpSpPr>
          <a:xfrm>
            <a:off x="3964246" y="1918720"/>
            <a:ext cx="3026228" cy="1497846"/>
            <a:chOff x="1016000" y="1016000"/>
            <a:chExt cx="3026228" cy="1497846"/>
          </a:xfrm>
        </p:grpSpPr>
        <p:sp>
          <p:nvSpPr>
            <p:cNvPr id="152" name="TextBox 151">
              <a:extLst>
                <a:ext uri="{FF2B5EF4-FFF2-40B4-BE49-F238E27FC236}">
                  <a16:creationId xmlns:a16="http://schemas.microsoft.com/office/drawing/2014/main" id="{246D67ED-6420-4578-BA84-DBF3D1471BC5}"/>
                </a:ext>
              </a:extLst>
            </p:cNvPr>
            <p:cNvSpPr txBox="1"/>
            <p:nvPr/>
          </p:nvSpPr>
          <p:spPr>
            <a:xfrm>
              <a:off x="1016000" y="1016000"/>
              <a:ext cx="2645228" cy="1497846"/>
            </a:xfrm>
            <a:prstGeom prst="rect">
              <a:avLst/>
            </a:prstGeom>
            <a:solidFill>
              <a:schemeClr val="accent1"/>
            </a:solidFill>
            <a:ln w="6350">
              <a:solidFill>
                <a:schemeClr val="bg1"/>
              </a:solidFill>
            </a:ln>
          </p:spPr>
          <p:txBody>
            <a:bodyPr vert="horz" wrap="square" lIns="182880" tIns="182880" rIns="182880" bIns="182880" rtlCol="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spcBef>
                  <a:spcPts val="0"/>
                </a:spcBef>
                <a:spcAft>
                  <a:spcPts val="400"/>
                </a:spcAft>
                <a:buClr>
                  <a:schemeClr val="tx2"/>
                </a:buClr>
              </a:pPr>
              <a:r>
                <a:rPr lang="nl-NL" sz="1400" b="1" dirty="0" err="1">
                  <a:solidFill>
                    <a:schemeClr val="tx2"/>
                  </a:solidFill>
                </a:rPr>
                <a:t>Callout</a:t>
              </a:r>
              <a:r>
                <a:rPr lang="nl-NL" sz="1400" b="1" dirty="0">
                  <a:solidFill>
                    <a:schemeClr val="tx2"/>
                  </a:solidFill>
                </a:rPr>
                <a:t> </a:t>
              </a:r>
              <a:r>
                <a:rPr lang="nl-NL" sz="1400" b="1" dirty="0" err="1">
                  <a:solidFill>
                    <a:schemeClr val="tx2"/>
                  </a:solidFill>
                </a:rPr>
                <a:t>title</a:t>
              </a:r>
              <a:endParaRPr lang="nl-NL" sz="1400" b="1" dirty="0">
                <a:solidFill>
                  <a:schemeClr val="tx2"/>
                </a:solidFill>
              </a:endParaRPr>
            </a:p>
            <a:p>
              <a:pPr lvl="0" rtl="0">
                <a:spcBef>
                  <a:spcPts val="0"/>
                </a:spcBef>
                <a:spcAft>
                  <a:spcPts val="600"/>
                </a:spcAft>
                <a:buClr>
                  <a:schemeClr val="tx2"/>
                </a:buClr>
              </a:pPr>
              <a:r>
                <a:rPr lang="nl-NL" sz="1400" dirty="0" err="1">
                  <a:solidFill>
                    <a:schemeClr val="tx2"/>
                  </a:solidFill>
                </a:rPr>
                <a:t>Supporting</a:t>
              </a:r>
              <a:r>
                <a:rPr lang="nl-NL" sz="1400" dirty="0">
                  <a:solidFill>
                    <a:schemeClr val="tx2"/>
                  </a:solidFill>
                </a:rPr>
                <a:t> </a:t>
              </a:r>
              <a:r>
                <a:rPr lang="nl-NL" sz="1400" dirty="0" err="1">
                  <a:solidFill>
                    <a:schemeClr val="tx2"/>
                  </a:solidFill>
                </a:rPr>
                <a:t>text</a:t>
              </a:r>
              <a:r>
                <a:rPr lang="nl-NL" sz="1400" dirty="0">
                  <a:solidFill>
                    <a:schemeClr val="tx2"/>
                  </a:solidFill>
                </a:rPr>
                <a:t> </a:t>
              </a:r>
              <a:r>
                <a:rPr lang="nl-NL" sz="1400" dirty="0" err="1">
                  <a:solidFill>
                    <a:schemeClr val="tx2"/>
                  </a:solidFill>
                </a:rPr>
                <a:t>goes</a:t>
              </a:r>
              <a:r>
                <a:rPr lang="nl-NL" sz="1400" dirty="0">
                  <a:solidFill>
                    <a:schemeClr val="tx2"/>
                  </a:solidFill>
                </a:rPr>
                <a:t> here. Box </a:t>
              </a:r>
              <a:r>
                <a:rPr lang="nl-NL" sz="1400" dirty="0" err="1">
                  <a:solidFill>
                    <a:schemeClr val="tx2"/>
                  </a:solidFill>
                </a:rPr>
                <a:t>will</a:t>
              </a:r>
              <a:r>
                <a:rPr lang="nl-NL" sz="1400" dirty="0">
                  <a:solidFill>
                    <a:schemeClr val="tx2"/>
                  </a:solidFill>
                </a:rPr>
                <a:t> </a:t>
              </a:r>
              <a:r>
                <a:rPr lang="nl-NL" sz="1400" dirty="0" err="1">
                  <a:solidFill>
                    <a:schemeClr val="tx2"/>
                  </a:solidFill>
                </a:rPr>
                <a:t>automatically</a:t>
              </a:r>
              <a:r>
                <a:rPr lang="nl-NL" sz="1400" dirty="0">
                  <a:solidFill>
                    <a:schemeClr val="tx2"/>
                  </a:solidFill>
                </a:rPr>
                <a:t> </a:t>
              </a:r>
              <a:r>
                <a:rPr lang="nl-NL" sz="1400" dirty="0" err="1">
                  <a:solidFill>
                    <a:schemeClr val="tx2"/>
                  </a:solidFill>
                </a:rPr>
                <a:t>adjust</a:t>
              </a:r>
              <a:r>
                <a:rPr lang="nl-NL" sz="1400" dirty="0">
                  <a:solidFill>
                    <a:schemeClr val="tx2"/>
                  </a:solidFill>
                </a:rPr>
                <a:t> </a:t>
              </a:r>
              <a:r>
                <a:rPr lang="nl-NL" sz="1400" dirty="0" err="1">
                  <a:solidFill>
                    <a:schemeClr val="tx2"/>
                  </a:solidFill>
                </a:rPr>
                <a:t>to</a:t>
              </a:r>
              <a:r>
                <a:rPr lang="nl-NL" sz="1400" dirty="0">
                  <a:solidFill>
                    <a:schemeClr val="tx2"/>
                  </a:solidFill>
                </a:rPr>
                <a:t> content, </a:t>
              </a:r>
              <a:r>
                <a:rPr lang="nl-NL" sz="1400" dirty="0" err="1">
                  <a:solidFill>
                    <a:schemeClr val="tx2"/>
                  </a:solidFill>
                </a:rPr>
                <a:t>adjust</a:t>
              </a:r>
              <a:r>
                <a:rPr lang="nl-NL" sz="1400" dirty="0">
                  <a:solidFill>
                    <a:schemeClr val="tx2"/>
                  </a:solidFill>
                </a:rPr>
                <a:t> type </a:t>
              </a:r>
              <a:r>
                <a:rPr lang="nl-NL" sz="1400" dirty="0" err="1">
                  <a:solidFill>
                    <a:schemeClr val="tx2"/>
                  </a:solidFill>
                </a:rPr>
                <a:t>size</a:t>
              </a:r>
              <a:r>
                <a:rPr lang="nl-NL" sz="1400" dirty="0">
                  <a:solidFill>
                    <a:schemeClr val="tx2"/>
                  </a:solidFill>
                </a:rPr>
                <a:t> as </a:t>
              </a:r>
              <a:r>
                <a:rPr lang="nl-NL" sz="1400" dirty="0" err="1">
                  <a:solidFill>
                    <a:schemeClr val="tx2"/>
                  </a:solidFill>
                </a:rPr>
                <a:t>needed</a:t>
              </a:r>
              <a:r>
                <a:rPr lang="nl-NL" sz="1400" dirty="0">
                  <a:solidFill>
                    <a:schemeClr val="tx2"/>
                  </a:solidFill>
                </a:rPr>
                <a:t>.</a:t>
              </a:r>
            </a:p>
          </p:txBody>
        </p:sp>
        <p:cxnSp>
          <p:nvCxnSpPr>
            <p:cNvPr id="153" name="Straight Arrow Connector 152">
              <a:extLst>
                <a:ext uri="{FF2B5EF4-FFF2-40B4-BE49-F238E27FC236}">
                  <a16:creationId xmlns:a16="http://schemas.microsoft.com/office/drawing/2014/main" id="{037C5EFE-466A-492F-A364-B53BF80FF3D6}"/>
                </a:ext>
              </a:extLst>
            </p:cNvPr>
            <p:cNvCxnSpPr>
              <a:cxnSpLocks/>
              <a:stCxn id="152" idx="3"/>
            </p:cNvCxnSpPr>
            <p:nvPr/>
          </p:nvCxnSpPr>
          <p:spPr>
            <a:xfrm>
              <a:off x="3661228" y="1764923"/>
              <a:ext cx="381000"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6" name="FlowOF" hidden="1">
            <a:extLst>
              <a:ext uri="{FF2B5EF4-FFF2-40B4-BE49-F238E27FC236}">
                <a16:creationId xmlns:a16="http://schemas.microsoft.com/office/drawing/2014/main" id="{C470EB0C-6D75-41AF-927F-EE9DD68FE152}"/>
              </a:ext>
            </a:extLst>
          </p:cNvPr>
          <p:cNvGrpSpPr/>
          <p:nvPr userDrawn="1"/>
        </p:nvGrpSpPr>
        <p:grpSpPr>
          <a:xfrm>
            <a:off x="7572519" y="1920690"/>
            <a:ext cx="2971800" cy="3281817"/>
            <a:chOff x="7572519" y="1920690"/>
            <a:chExt cx="2971800" cy="3281817"/>
          </a:xfrm>
        </p:grpSpPr>
        <p:grpSp>
          <p:nvGrpSpPr>
            <p:cNvPr id="154" name="Group 153">
              <a:extLst>
                <a:ext uri="{FF2B5EF4-FFF2-40B4-BE49-F238E27FC236}">
                  <a16:creationId xmlns:a16="http://schemas.microsoft.com/office/drawing/2014/main" id="{F6976EDE-9E07-4095-83DB-FDC747D3618A}"/>
                </a:ext>
              </a:extLst>
            </p:cNvPr>
            <p:cNvGrpSpPr/>
            <p:nvPr userDrawn="1">
              <p:custDataLst>
                <p:tags r:id="rId46"/>
              </p:custDataLst>
            </p:nvPr>
          </p:nvGrpSpPr>
          <p:grpSpPr>
            <a:xfrm>
              <a:off x="7572519" y="1920690"/>
              <a:ext cx="2971800" cy="908050"/>
              <a:chOff x="1016000" y="1016000"/>
              <a:chExt cx="2971800" cy="908050"/>
            </a:xfrm>
          </p:grpSpPr>
          <p:sp>
            <p:nvSpPr>
              <p:cNvPr id="155" name="Freeform: Shape 154">
                <a:extLst>
                  <a:ext uri="{FF2B5EF4-FFF2-40B4-BE49-F238E27FC236}">
                    <a16:creationId xmlns:a16="http://schemas.microsoft.com/office/drawing/2014/main" id="{F85E69E9-10DF-4471-89FC-F0EAEB2DA696}"/>
                  </a:ext>
                </a:extLst>
              </p:cNvPr>
              <p:cNvSpPr/>
              <p:nvPr>
                <p:custDataLst>
                  <p:tags r:id="rId47"/>
                </p:custDataLst>
              </p:nvPr>
            </p:nvSpPr>
            <p:spPr>
              <a:xfrm>
                <a:off x="1016000" y="1016000"/>
                <a:ext cx="2971800" cy="908050"/>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0 w 1828800"/>
                  <a:gd name="connsiteY5" fmla="*/ 4572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728216" y="0"/>
                    </a:lnTo>
                    <a:lnTo>
                      <a:pt x="1828800" y="457200"/>
                    </a:lnTo>
                    <a:lnTo>
                      <a:pt x="1728216" y="914400"/>
                    </a:lnTo>
                    <a:lnTo>
                      <a:pt x="0" y="914400"/>
                    </a:lnTo>
                    <a:lnTo>
                      <a:pt x="0" y="457200"/>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nl-NL" sz="1600" dirty="0">
                  <a:solidFill>
                    <a:schemeClr val="bg1"/>
                  </a:solidFill>
                </a:endParaRPr>
              </a:p>
            </p:txBody>
          </p:sp>
          <p:sp>
            <p:nvSpPr>
              <p:cNvPr id="156" name="TextBox 155">
                <a:extLst>
                  <a:ext uri="{FF2B5EF4-FFF2-40B4-BE49-F238E27FC236}">
                    <a16:creationId xmlns:a16="http://schemas.microsoft.com/office/drawing/2014/main" id="{A02F12B4-D6D8-41A3-B94C-7E5160CBDF82}"/>
                  </a:ext>
                </a:extLst>
              </p:cNvPr>
              <p:cNvSpPr txBox="1"/>
              <p:nvPr>
                <p:custDataLst>
                  <p:tags r:id="rId48"/>
                </p:custDataLst>
              </p:nvPr>
            </p:nvSpPr>
            <p:spPr>
              <a:xfrm>
                <a:off x="1079500" y="1079059"/>
                <a:ext cx="2744851" cy="781932"/>
              </a:xfrm>
              <a:prstGeom prst="rect">
                <a:avLst/>
              </a:prstGeom>
            </p:spPr>
            <p:txBody>
              <a:bodyPr vert="horz" wrap="square" lIns="1524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buClr>
                    <a:schemeClr val="tx2"/>
                  </a:buClr>
                </a:pPr>
                <a:r>
                  <a:rPr lang="nl-NL" b="1">
                    <a:solidFill>
                      <a:schemeClr val="bg1"/>
                    </a:solidFill>
                  </a:rPr>
                  <a:t>Text</a:t>
                </a:r>
                <a:endParaRPr lang="nl-NL" b="1" dirty="0">
                  <a:solidFill>
                    <a:schemeClr val="bg1"/>
                  </a:solidFill>
                </a:endParaRPr>
              </a:p>
            </p:txBody>
          </p:sp>
        </p:grpSp>
        <p:sp>
          <p:nvSpPr>
            <p:cNvPr id="157" name="TextBox 156">
              <a:extLst>
                <a:ext uri="{FF2B5EF4-FFF2-40B4-BE49-F238E27FC236}">
                  <a16:creationId xmlns:a16="http://schemas.microsoft.com/office/drawing/2014/main" id="{FA53E6B7-4EF8-4626-B72D-8F2BCB77D9D4}"/>
                </a:ext>
              </a:extLst>
            </p:cNvPr>
            <p:cNvSpPr txBox="1"/>
            <p:nvPr userDrawn="1"/>
          </p:nvSpPr>
          <p:spPr>
            <a:xfrm>
              <a:off x="7794770" y="2955739"/>
              <a:ext cx="2586101" cy="2246768"/>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a:t>Text level one</a:t>
              </a:r>
            </a:p>
            <a:p>
              <a:pPr lvl="1" rtl="0"/>
              <a:r>
                <a:rPr lang="nl-NL"/>
                <a:t>Text level two </a:t>
              </a:r>
              <a:endParaRPr lang="nl-NL" dirty="0"/>
            </a:p>
          </p:txBody>
        </p:sp>
      </p:grpSp>
      <p:grpSp>
        <p:nvGrpSpPr>
          <p:cNvPr id="182" name="SplitFlowOF" hidden="1">
            <a:extLst>
              <a:ext uri="{FF2B5EF4-FFF2-40B4-BE49-F238E27FC236}">
                <a16:creationId xmlns:a16="http://schemas.microsoft.com/office/drawing/2014/main" id="{04DA8A8D-C800-4631-9BD3-AB396BBF7383}"/>
              </a:ext>
            </a:extLst>
          </p:cNvPr>
          <p:cNvGrpSpPr/>
          <p:nvPr userDrawn="1">
            <p:custDataLst>
              <p:tags r:id="rId19"/>
            </p:custDataLst>
          </p:nvPr>
        </p:nvGrpSpPr>
        <p:grpSpPr>
          <a:xfrm>
            <a:off x="1016000" y="1016000"/>
            <a:ext cx="1828801" cy="914400"/>
            <a:chOff x="114299" y="1270000"/>
            <a:chExt cx="1828801" cy="914400"/>
          </a:xfrm>
        </p:grpSpPr>
        <p:sp>
          <p:nvSpPr>
            <p:cNvPr id="183" name="Freeform: Shape 182">
              <a:extLst>
                <a:ext uri="{FF2B5EF4-FFF2-40B4-BE49-F238E27FC236}">
                  <a16:creationId xmlns:a16="http://schemas.microsoft.com/office/drawing/2014/main" id="{269107E3-6439-492B-88A0-7F2088222AAD}"/>
                </a:ext>
              </a:extLst>
            </p:cNvPr>
            <p:cNvSpPr/>
            <p:nvPr>
              <p:custDataLst>
                <p:tags r:id="rId40"/>
              </p:custDataLst>
            </p:nvPr>
          </p:nvSpPr>
          <p:spPr>
            <a:xfrm>
              <a:off x="114300" y="1270000"/>
              <a:ext cx="1828800" cy="457200"/>
            </a:xfrm>
            <a:custGeom>
              <a:avLst/>
              <a:gdLst>
                <a:gd name="connsiteX0" fmla="*/ 1664208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1828800 w 1828800"/>
                <a:gd name="connsiteY0" fmla="*/ 45720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45720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97126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97126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97126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97126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1828800" h="457200">
                  <a:moveTo>
                    <a:pt x="0" y="0"/>
                  </a:moveTo>
                  <a:lnTo>
                    <a:pt x="1664208" y="0"/>
                  </a:lnTo>
                  <a:lnTo>
                    <a:pt x="1828800" y="457200"/>
                  </a:lnTo>
                  <a:lnTo>
                    <a:pt x="0" y="457200"/>
                  </a:lnTo>
                  <a:close/>
                </a:path>
              </a:pathLst>
            </a:custGeom>
            <a:solidFill>
              <a:schemeClr val="accent1"/>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nl-NL" sz="1600" dirty="0">
                <a:solidFill>
                  <a:schemeClr val="bg1"/>
                </a:solidFill>
              </a:endParaRPr>
            </a:p>
          </p:txBody>
        </p:sp>
        <p:sp>
          <p:nvSpPr>
            <p:cNvPr id="184" name="TextBox 183">
              <a:extLst>
                <a:ext uri="{FF2B5EF4-FFF2-40B4-BE49-F238E27FC236}">
                  <a16:creationId xmlns:a16="http://schemas.microsoft.com/office/drawing/2014/main" id="{9D545E8C-47D7-4530-BDC0-3B2C1AAB1EF5}"/>
                </a:ext>
              </a:extLst>
            </p:cNvPr>
            <p:cNvSpPr txBox="1"/>
            <p:nvPr>
              <p:custDataLst>
                <p:tags r:id="rId41"/>
              </p:custDataLst>
            </p:nvPr>
          </p:nvSpPr>
          <p:spPr>
            <a:xfrm>
              <a:off x="177800" y="1327150"/>
              <a:ext cx="1600708" cy="342900"/>
            </a:xfrm>
            <a:prstGeom prst="rect">
              <a:avLst/>
            </a:prstGeom>
            <a:noFill/>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buClr>
                  <a:schemeClr val="tx2"/>
                </a:buClr>
              </a:pPr>
              <a:r>
                <a:rPr lang="nl-NL" b="1">
                  <a:solidFill>
                    <a:schemeClr val="bg1"/>
                  </a:solidFill>
                </a:rPr>
                <a:t>Text</a:t>
              </a:r>
              <a:endParaRPr lang="nl-NL" b="1" dirty="0">
                <a:solidFill>
                  <a:schemeClr val="bg1"/>
                </a:solidFill>
              </a:endParaRPr>
            </a:p>
          </p:txBody>
        </p:sp>
        <p:sp>
          <p:nvSpPr>
            <p:cNvPr id="185" name="Freeform: Shape 184">
              <a:extLst>
                <a:ext uri="{FF2B5EF4-FFF2-40B4-BE49-F238E27FC236}">
                  <a16:creationId xmlns:a16="http://schemas.microsoft.com/office/drawing/2014/main" id="{AF965678-AEBC-456A-83A7-4FB6034EC7E1}"/>
                </a:ext>
              </a:extLst>
            </p:cNvPr>
            <p:cNvSpPr/>
            <p:nvPr>
              <p:custDataLst>
                <p:tags r:id="rId42"/>
              </p:custDataLst>
            </p:nvPr>
          </p:nvSpPr>
          <p:spPr>
            <a:xfrm>
              <a:off x="114299" y="1727200"/>
              <a:ext cx="996697" cy="457200"/>
            </a:xfrm>
            <a:custGeom>
              <a:avLst/>
              <a:gdLst>
                <a:gd name="connsiteX0" fmla="*/ 1664208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1828800 w 1828800"/>
                <a:gd name="connsiteY0" fmla="*/ 45720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45720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1676400 w 1828800"/>
                <a:gd name="connsiteY0" fmla="*/ 304800 h 457200"/>
                <a:gd name="connsiteX1" fmla="*/ 1664208 w 1828800"/>
                <a:gd name="connsiteY1" fmla="*/ 0 h 457200"/>
                <a:gd name="connsiteX2" fmla="*/ 1828800 w 1828800"/>
                <a:gd name="connsiteY2" fmla="*/ 457200 h 457200"/>
                <a:gd name="connsiteX3" fmla="*/ 0 w 1828800"/>
                <a:gd name="connsiteY3" fmla="*/ 457200 h 457200"/>
                <a:gd name="connsiteX0" fmla="*/ 1676400 w 1828800"/>
                <a:gd name="connsiteY0" fmla="*/ 0 h 457200"/>
                <a:gd name="connsiteX1" fmla="*/ 1511808 w 1828800"/>
                <a:gd name="connsiteY1" fmla="*/ 457200 h 457200"/>
                <a:gd name="connsiteX2" fmla="*/ 1828800 w 1828800"/>
                <a:gd name="connsiteY2" fmla="*/ 152400 h 457200"/>
                <a:gd name="connsiteX3" fmla="*/ 0 w 1828800"/>
                <a:gd name="connsiteY3" fmla="*/ 152400 h 457200"/>
                <a:gd name="connsiteX0" fmla="*/ 1828800 w 1828800"/>
                <a:gd name="connsiteY0" fmla="*/ 0 h 457200"/>
                <a:gd name="connsiteX1" fmla="*/ 1664208 w 1828800"/>
                <a:gd name="connsiteY1" fmla="*/ 457200 h 457200"/>
                <a:gd name="connsiteX2" fmla="*/ 0 w 1828800"/>
                <a:gd name="connsiteY2" fmla="*/ 457200 h 457200"/>
                <a:gd name="connsiteX3" fmla="*/ 152400 w 1828800"/>
                <a:gd name="connsiteY3" fmla="*/ 152400 h 457200"/>
                <a:gd name="connsiteX0" fmla="*/ 1828800 w 1828800"/>
                <a:gd name="connsiteY0" fmla="*/ 0 h 457200"/>
                <a:gd name="connsiteX1" fmla="*/ 1664208 w 1828800"/>
                <a:gd name="connsiteY1" fmla="*/ 457200 h 457200"/>
                <a:gd name="connsiteX2" fmla="*/ 0 w 1828800"/>
                <a:gd name="connsiteY2" fmla="*/ 457200 h 457200"/>
                <a:gd name="connsiteX3" fmla="*/ 0 w 1828800"/>
                <a:gd name="connsiteY3" fmla="*/ 0 h 457200"/>
                <a:gd name="connsiteX0" fmla="*/ 980237 w 1664208"/>
                <a:gd name="connsiteY0" fmla="*/ 0 h 457200"/>
                <a:gd name="connsiteX1" fmla="*/ 1664208 w 1664208"/>
                <a:gd name="connsiteY1" fmla="*/ 457200 h 457200"/>
                <a:gd name="connsiteX2" fmla="*/ 0 w 1664208"/>
                <a:gd name="connsiteY2" fmla="*/ 457200 h 457200"/>
                <a:gd name="connsiteX3" fmla="*/ 0 w 1664208"/>
                <a:gd name="connsiteY3" fmla="*/ 0 h 457200"/>
                <a:gd name="connsiteX0" fmla="*/ 980237 w 980237"/>
                <a:gd name="connsiteY0" fmla="*/ 0 h 457200"/>
                <a:gd name="connsiteX1" fmla="*/ 848563 w 980237"/>
                <a:gd name="connsiteY1" fmla="*/ 457200 h 457200"/>
                <a:gd name="connsiteX2" fmla="*/ 0 w 980237"/>
                <a:gd name="connsiteY2" fmla="*/ 457200 h 457200"/>
                <a:gd name="connsiteX3" fmla="*/ 0 w 980237"/>
                <a:gd name="connsiteY3" fmla="*/ 0 h 457200"/>
                <a:gd name="connsiteX0" fmla="*/ 980237 w 980237"/>
                <a:gd name="connsiteY0" fmla="*/ 0 h 457200"/>
                <a:gd name="connsiteX1" fmla="*/ 848563 w 980237"/>
                <a:gd name="connsiteY1" fmla="*/ 457200 h 457200"/>
                <a:gd name="connsiteX2" fmla="*/ 0 w 980237"/>
                <a:gd name="connsiteY2" fmla="*/ 457200 h 457200"/>
                <a:gd name="connsiteX3" fmla="*/ 0 w 980237"/>
                <a:gd name="connsiteY3" fmla="*/ 0 h 457200"/>
                <a:gd name="connsiteX0" fmla="*/ 980237 w 980237"/>
                <a:gd name="connsiteY0" fmla="*/ 0 h 457200"/>
                <a:gd name="connsiteX1" fmla="*/ 848563 w 980237"/>
                <a:gd name="connsiteY1" fmla="*/ 457200 h 457200"/>
                <a:gd name="connsiteX2" fmla="*/ 0 w 980237"/>
                <a:gd name="connsiteY2" fmla="*/ 457200 h 457200"/>
                <a:gd name="connsiteX3" fmla="*/ 0 w 980237"/>
                <a:gd name="connsiteY3" fmla="*/ 0 h 457200"/>
                <a:gd name="connsiteX0" fmla="*/ 996696 w 996696"/>
                <a:gd name="connsiteY0" fmla="*/ 0 h 457200"/>
                <a:gd name="connsiteX1" fmla="*/ 848563 w 996696"/>
                <a:gd name="connsiteY1" fmla="*/ 457200 h 457200"/>
                <a:gd name="connsiteX2" fmla="*/ 0 w 996696"/>
                <a:gd name="connsiteY2" fmla="*/ 457200 h 457200"/>
                <a:gd name="connsiteX3" fmla="*/ 0 w 996696"/>
                <a:gd name="connsiteY3" fmla="*/ 0 h 457200"/>
                <a:gd name="connsiteX0" fmla="*/ 996696 w 996696"/>
                <a:gd name="connsiteY0" fmla="*/ 0 h 457200"/>
                <a:gd name="connsiteX1" fmla="*/ 832103 w 996696"/>
                <a:gd name="connsiteY1" fmla="*/ 457200 h 457200"/>
                <a:gd name="connsiteX2" fmla="*/ 0 w 996696"/>
                <a:gd name="connsiteY2" fmla="*/ 457200 h 457200"/>
                <a:gd name="connsiteX3" fmla="*/ 0 w 996696"/>
                <a:gd name="connsiteY3" fmla="*/ 0 h 457200"/>
                <a:gd name="connsiteX0" fmla="*/ 996697 w 996697"/>
                <a:gd name="connsiteY0" fmla="*/ 0 h 457200"/>
                <a:gd name="connsiteX1" fmla="*/ 832104 w 996697"/>
                <a:gd name="connsiteY1" fmla="*/ 457200 h 457200"/>
                <a:gd name="connsiteX2" fmla="*/ 0 w 996697"/>
                <a:gd name="connsiteY2" fmla="*/ 457200 h 457200"/>
                <a:gd name="connsiteX3" fmla="*/ 1 w 996697"/>
                <a:gd name="connsiteY3" fmla="*/ 0 h 457200"/>
                <a:gd name="connsiteX0" fmla="*/ 996697 w 996697"/>
                <a:gd name="connsiteY0" fmla="*/ 0 h 457200"/>
                <a:gd name="connsiteX1" fmla="*/ 832104 w 996697"/>
                <a:gd name="connsiteY1" fmla="*/ 457200 h 457200"/>
                <a:gd name="connsiteX2" fmla="*/ 0 w 996697"/>
                <a:gd name="connsiteY2" fmla="*/ 457200 h 457200"/>
                <a:gd name="connsiteX3" fmla="*/ 1 w 996697"/>
                <a:gd name="connsiteY3" fmla="*/ 0 h 457200"/>
              </a:gdLst>
              <a:ahLst/>
              <a:cxnLst>
                <a:cxn ang="0">
                  <a:pos x="connsiteX0" y="connsiteY0"/>
                </a:cxn>
                <a:cxn ang="0">
                  <a:pos x="connsiteX1" y="connsiteY1"/>
                </a:cxn>
                <a:cxn ang="0">
                  <a:pos x="connsiteX2" y="connsiteY2"/>
                </a:cxn>
                <a:cxn ang="0">
                  <a:pos x="connsiteX3" y="connsiteY3"/>
                </a:cxn>
              </a:cxnLst>
              <a:rect l="l" t="t" r="r" b="b"/>
              <a:pathLst>
                <a:path w="996697" h="457200">
                  <a:moveTo>
                    <a:pt x="996697" y="0"/>
                  </a:moveTo>
                  <a:lnTo>
                    <a:pt x="832104" y="457200"/>
                  </a:lnTo>
                  <a:lnTo>
                    <a:pt x="0" y="457200"/>
                  </a:lnTo>
                  <a:lnTo>
                    <a:pt x="1" y="0"/>
                  </a:lnTo>
                  <a:close/>
                </a:path>
              </a:pathLst>
            </a:custGeom>
            <a:solidFill>
              <a:schemeClr val="accent1"/>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nl-NL" sz="1600" dirty="0">
                <a:solidFill>
                  <a:schemeClr val="bg1"/>
                </a:solidFill>
              </a:endParaRPr>
            </a:p>
          </p:txBody>
        </p:sp>
        <p:sp>
          <p:nvSpPr>
            <p:cNvPr id="187" name="TextBox 186">
              <a:extLst>
                <a:ext uri="{FF2B5EF4-FFF2-40B4-BE49-F238E27FC236}">
                  <a16:creationId xmlns:a16="http://schemas.microsoft.com/office/drawing/2014/main" id="{9A4DB2CF-F78C-4C69-8CA8-B939E66D8A79}"/>
                </a:ext>
              </a:extLst>
            </p:cNvPr>
            <p:cNvSpPr txBox="1"/>
            <p:nvPr>
              <p:custDataLst>
                <p:tags r:id="rId43"/>
              </p:custDataLst>
            </p:nvPr>
          </p:nvSpPr>
          <p:spPr>
            <a:xfrm>
              <a:off x="177800" y="1784350"/>
              <a:ext cx="768604" cy="342900"/>
            </a:xfrm>
            <a:prstGeom prst="rect">
              <a:avLst/>
            </a:prstGeom>
            <a:noFill/>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buClr>
                  <a:schemeClr val="tx2"/>
                </a:buClr>
              </a:pPr>
              <a:r>
                <a:rPr lang="nl-NL" b="1">
                  <a:solidFill>
                    <a:schemeClr val="bg1"/>
                  </a:solidFill>
                </a:rPr>
                <a:t>Text</a:t>
              </a:r>
              <a:endParaRPr lang="nl-NL" b="1" dirty="0">
                <a:solidFill>
                  <a:schemeClr val="bg1"/>
                </a:solidFill>
              </a:endParaRPr>
            </a:p>
          </p:txBody>
        </p:sp>
        <p:sp>
          <p:nvSpPr>
            <p:cNvPr id="188" name="Freeform: Shape 187">
              <a:extLst>
                <a:ext uri="{FF2B5EF4-FFF2-40B4-BE49-F238E27FC236}">
                  <a16:creationId xmlns:a16="http://schemas.microsoft.com/office/drawing/2014/main" id="{8EDA77D0-DA3A-4473-88A7-1DAB65B372C9}"/>
                </a:ext>
              </a:extLst>
            </p:cNvPr>
            <p:cNvSpPr/>
            <p:nvPr>
              <p:custDataLst>
                <p:tags r:id="rId44"/>
              </p:custDataLst>
            </p:nvPr>
          </p:nvSpPr>
          <p:spPr>
            <a:xfrm>
              <a:off x="946404" y="1727200"/>
              <a:ext cx="996696" cy="457200"/>
            </a:xfrm>
            <a:custGeom>
              <a:avLst/>
              <a:gdLst>
                <a:gd name="connsiteX0" fmla="*/ 1664208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1828800 w 1828800"/>
                <a:gd name="connsiteY0" fmla="*/ 45720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45720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1676400 w 1828800"/>
                <a:gd name="connsiteY0" fmla="*/ 304800 h 457200"/>
                <a:gd name="connsiteX1" fmla="*/ 1664208 w 1828800"/>
                <a:gd name="connsiteY1" fmla="*/ 0 h 457200"/>
                <a:gd name="connsiteX2" fmla="*/ 1828800 w 1828800"/>
                <a:gd name="connsiteY2" fmla="*/ 457200 h 457200"/>
                <a:gd name="connsiteX3" fmla="*/ 0 w 1828800"/>
                <a:gd name="connsiteY3" fmla="*/ 457200 h 457200"/>
                <a:gd name="connsiteX0" fmla="*/ 1676400 w 1828800"/>
                <a:gd name="connsiteY0" fmla="*/ 0 h 457200"/>
                <a:gd name="connsiteX1" fmla="*/ 1511808 w 1828800"/>
                <a:gd name="connsiteY1" fmla="*/ 457200 h 457200"/>
                <a:gd name="connsiteX2" fmla="*/ 1828800 w 1828800"/>
                <a:gd name="connsiteY2" fmla="*/ 152400 h 457200"/>
                <a:gd name="connsiteX3" fmla="*/ 0 w 1828800"/>
                <a:gd name="connsiteY3" fmla="*/ 152400 h 457200"/>
                <a:gd name="connsiteX0" fmla="*/ 1828800 w 1828800"/>
                <a:gd name="connsiteY0" fmla="*/ 0 h 457200"/>
                <a:gd name="connsiteX1" fmla="*/ 1664208 w 1828800"/>
                <a:gd name="connsiteY1" fmla="*/ 457200 h 457200"/>
                <a:gd name="connsiteX2" fmla="*/ 0 w 1828800"/>
                <a:gd name="connsiteY2" fmla="*/ 457200 h 457200"/>
                <a:gd name="connsiteX3" fmla="*/ 152400 w 1828800"/>
                <a:gd name="connsiteY3" fmla="*/ 152400 h 457200"/>
                <a:gd name="connsiteX0" fmla="*/ 1828800 w 1828800"/>
                <a:gd name="connsiteY0" fmla="*/ 0 h 457200"/>
                <a:gd name="connsiteX1" fmla="*/ 1664208 w 1828800"/>
                <a:gd name="connsiteY1" fmla="*/ 457200 h 457200"/>
                <a:gd name="connsiteX2" fmla="*/ 0 w 1828800"/>
                <a:gd name="connsiteY2" fmla="*/ 457200 h 457200"/>
                <a:gd name="connsiteX3" fmla="*/ 0 w 1828800"/>
                <a:gd name="connsiteY3" fmla="*/ 0 h 457200"/>
                <a:gd name="connsiteX0" fmla="*/ 1828800 w 1828800"/>
                <a:gd name="connsiteY0" fmla="*/ 0 h 457200"/>
                <a:gd name="connsiteX1" fmla="*/ 1664208 w 1828800"/>
                <a:gd name="connsiteY1" fmla="*/ 457200 h 457200"/>
                <a:gd name="connsiteX2" fmla="*/ 0 w 1828800"/>
                <a:gd name="connsiteY2" fmla="*/ 457200 h 457200"/>
                <a:gd name="connsiteX3" fmla="*/ 0 w 1828800"/>
                <a:gd name="connsiteY3" fmla="*/ 0 h 457200"/>
                <a:gd name="connsiteX0" fmla="*/ 1828800 w 1828800"/>
                <a:gd name="connsiteY0" fmla="*/ 0 h 457200"/>
                <a:gd name="connsiteX1" fmla="*/ 1697126 w 1828800"/>
                <a:gd name="connsiteY1" fmla="*/ 457200 h 457200"/>
                <a:gd name="connsiteX2" fmla="*/ 0 w 1828800"/>
                <a:gd name="connsiteY2" fmla="*/ 457200 h 457200"/>
                <a:gd name="connsiteX3" fmla="*/ 0 w 1828800"/>
                <a:gd name="connsiteY3" fmla="*/ 0 h 457200"/>
                <a:gd name="connsiteX0" fmla="*/ 1828800 w 1828800"/>
                <a:gd name="connsiteY0" fmla="*/ 0 h 457200"/>
                <a:gd name="connsiteX1" fmla="*/ 1697126 w 1828800"/>
                <a:gd name="connsiteY1" fmla="*/ 457200 h 457200"/>
                <a:gd name="connsiteX2" fmla="*/ 848563 w 1828800"/>
                <a:gd name="connsiteY2" fmla="*/ 457200 h 457200"/>
                <a:gd name="connsiteX3" fmla="*/ 0 w 1828800"/>
                <a:gd name="connsiteY3" fmla="*/ 0 h 457200"/>
                <a:gd name="connsiteX0" fmla="*/ 980237 w 980237"/>
                <a:gd name="connsiteY0" fmla="*/ 0 h 457200"/>
                <a:gd name="connsiteX1" fmla="*/ 848563 w 980237"/>
                <a:gd name="connsiteY1" fmla="*/ 457200 h 457200"/>
                <a:gd name="connsiteX2" fmla="*/ 0 w 980237"/>
                <a:gd name="connsiteY2" fmla="*/ 457200 h 457200"/>
                <a:gd name="connsiteX3" fmla="*/ 131674 w 980237"/>
                <a:gd name="connsiteY3" fmla="*/ 0 h 457200"/>
                <a:gd name="connsiteX0" fmla="*/ 980237 w 980237"/>
                <a:gd name="connsiteY0" fmla="*/ 0 h 457200"/>
                <a:gd name="connsiteX1" fmla="*/ 848563 w 980237"/>
                <a:gd name="connsiteY1" fmla="*/ 457200 h 457200"/>
                <a:gd name="connsiteX2" fmla="*/ 0 w 980237"/>
                <a:gd name="connsiteY2" fmla="*/ 457200 h 457200"/>
                <a:gd name="connsiteX3" fmla="*/ 131674 w 980237"/>
                <a:gd name="connsiteY3" fmla="*/ 0 h 457200"/>
                <a:gd name="connsiteX0" fmla="*/ 980237 w 980237"/>
                <a:gd name="connsiteY0" fmla="*/ 0 h 457200"/>
                <a:gd name="connsiteX1" fmla="*/ 815645 w 980237"/>
                <a:gd name="connsiteY1" fmla="*/ 457200 h 457200"/>
                <a:gd name="connsiteX2" fmla="*/ 0 w 980237"/>
                <a:gd name="connsiteY2" fmla="*/ 457200 h 457200"/>
                <a:gd name="connsiteX3" fmla="*/ 131674 w 980237"/>
                <a:gd name="connsiteY3" fmla="*/ 0 h 457200"/>
                <a:gd name="connsiteX0" fmla="*/ 996696 w 996696"/>
                <a:gd name="connsiteY0" fmla="*/ 0 h 457200"/>
                <a:gd name="connsiteX1" fmla="*/ 832104 w 996696"/>
                <a:gd name="connsiteY1" fmla="*/ 457200 h 457200"/>
                <a:gd name="connsiteX2" fmla="*/ 0 w 996696"/>
                <a:gd name="connsiteY2" fmla="*/ 457200 h 457200"/>
                <a:gd name="connsiteX3" fmla="*/ 148133 w 996696"/>
                <a:gd name="connsiteY3" fmla="*/ 0 h 457200"/>
                <a:gd name="connsiteX0" fmla="*/ 996696 w 996696"/>
                <a:gd name="connsiteY0" fmla="*/ 0 h 457200"/>
                <a:gd name="connsiteX1" fmla="*/ 832104 w 996696"/>
                <a:gd name="connsiteY1" fmla="*/ 457200 h 457200"/>
                <a:gd name="connsiteX2" fmla="*/ 0 w 996696"/>
                <a:gd name="connsiteY2" fmla="*/ 457200 h 457200"/>
                <a:gd name="connsiteX3" fmla="*/ 164592 w 996696"/>
                <a:gd name="connsiteY3" fmla="*/ 0 h 457200"/>
              </a:gdLst>
              <a:ahLst/>
              <a:cxnLst>
                <a:cxn ang="0">
                  <a:pos x="connsiteX0" y="connsiteY0"/>
                </a:cxn>
                <a:cxn ang="0">
                  <a:pos x="connsiteX1" y="connsiteY1"/>
                </a:cxn>
                <a:cxn ang="0">
                  <a:pos x="connsiteX2" y="connsiteY2"/>
                </a:cxn>
                <a:cxn ang="0">
                  <a:pos x="connsiteX3" y="connsiteY3"/>
                </a:cxn>
              </a:cxnLst>
              <a:rect l="l" t="t" r="r" b="b"/>
              <a:pathLst>
                <a:path w="996696" h="457200">
                  <a:moveTo>
                    <a:pt x="996696" y="0"/>
                  </a:moveTo>
                  <a:lnTo>
                    <a:pt x="832104" y="457200"/>
                  </a:lnTo>
                  <a:lnTo>
                    <a:pt x="0" y="457200"/>
                  </a:lnTo>
                  <a:lnTo>
                    <a:pt x="164592" y="0"/>
                  </a:lnTo>
                  <a:close/>
                </a:path>
              </a:pathLst>
            </a:custGeom>
            <a:solidFill>
              <a:schemeClr val="accent1"/>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nl-NL" sz="1600" dirty="0">
                <a:solidFill>
                  <a:schemeClr val="bg1"/>
                </a:solidFill>
              </a:endParaRPr>
            </a:p>
          </p:txBody>
        </p:sp>
        <p:sp>
          <p:nvSpPr>
            <p:cNvPr id="189" name="TextBox 188">
              <a:extLst>
                <a:ext uri="{FF2B5EF4-FFF2-40B4-BE49-F238E27FC236}">
                  <a16:creationId xmlns:a16="http://schemas.microsoft.com/office/drawing/2014/main" id="{B71FCB3F-F4AD-445B-87E9-3B79C4FC39C1}"/>
                </a:ext>
              </a:extLst>
            </p:cNvPr>
            <p:cNvSpPr txBox="1"/>
            <p:nvPr>
              <p:custDataLst>
                <p:tags r:id="rId45"/>
              </p:custDataLst>
            </p:nvPr>
          </p:nvSpPr>
          <p:spPr>
            <a:xfrm>
              <a:off x="1149096" y="1784350"/>
              <a:ext cx="629412" cy="342900"/>
            </a:xfrm>
            <a:prstGeom prst="rect">
              <a:avLst/>
            </a:prstGeom>
            <a:noFill/>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buClr>
                  <a:schemeClr val="tx2"/>
                </a:buClr>
              </a:pPr>
              <a:r>
                <a:rPr lang="nl-NL" b="1">
                  <a:solidFill>
                    <a:schemeClr val="bg1"/>
                  </a:solidFill>
                </a:rPr>
                <a:t>Text</a:t>
              </a:r>
              <a:endParaRPr lang="nl-NL" b="1" dirty="0">
                <a:solidFill>
                  <a:schemeClr val="bg1"/>
                </a:solidFill>
              </a:endParaRPr>
            </a:p>
          </p:txBody>
        </p:sp>
      </p:grpSp>
      <p:graphicFrame>
        <p:nvGraphicFramePr>
          <p:cNvPr id="3" name="Object 6"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20"/>
            </p:custDataLst>
            <p:extLst>
              <p:ext uri="{D42A27DB-BD31-4B8C-83A1-F6EECF244321}">
                <p14:modId xmlns:p14="http://schemas.microsoft.com/office/powerpoint/2010/main" val="25252129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9" imgW="413" imgH="416" progId="TCLayout.ActiveDocument.1">
                  <p:embed/>
                </p:oleObj>
              </mc:Choice>
              <mc:Fallback>
                <p:oleObj name="think-cell Slide" r:id="rId49" imgW="413" imgH="416" progId="TCLayout.ActiveDocument.1">
                  <p:embed/>
                  <p:pic>
                    <p:nvPicPr>
                      <p:cNvPr id="3" name="Object 6" hidden="1">
                        <a:extLst>
                          <a:ext uri="{FF2B5EF4-FFF2-40B4-BE49-F238E27FC236}">
                            <a16:creationId xmlns:a16="http://schemas.microsoft.com/office/drawing/2014/main" id="{4BC40847-AF8B-4097-9A07-2349A751A051}"/>
                          </a:ext>
                        </a:extLst>
                      </p:cNvPr>
                      <p:cNvPicPr/>
                      <p:nvPr/>
                    </p:nvPicPr>
                    <p:blipFill>
                      <a:blip r:embed="rId5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5B28737-798E-48D4-BBDB-8EB35CB9FFFB}"/>
              </a:ext>
            </a:extLst>
          </p:cNvPr>
          <p:cNvSpPr/>
          <p:nvPr userDrawn="1">
            <p:custDataLst>
              <p:tags r:id="rId2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0"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16" name="4. Footnote" hidden="1">
            <a:extLst>
              <a:ext uri="{FF2B5EF4-FFF2-40B4-BE49-F238E27FC236}">
                <a16:creationId xmlns:a16="http://schemas.microsoft.com/office/drawing/2014/main" id="{772E4927-517C-4D61-9929-9FFDE5F31A03}"/>
              </a:ext>
            </a:extLst>
          </p:cNvPr>
          <p:cNvSpPr txBox="1"/>
          <p:nvPr userDrawn="1">
            <p:custDataLst>
              <p:tags r:id="rId22"/>
            </p:custDataLst>
          </p:nvPr>
        </p:nvSpPr>
        <p:spPr>
          <a:xfrm>
            <a:off x="553972" y="6278400"/>
            <a:ext cx="7278624" cy="123111"/>
          </a:xfrm>
          <a:prstGeom prst="rect">
            <a:avLst/>
          </a:prstGeom>
          <a:noFill/>
        </p:spPr>
        <p:txBody>
          <a:bodyPr wrap="square" lIns="0" tIns="0" rIns="0" bIns="0" rtlCol="0" anchor="b">
            <a:no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nl-NL" dirty="0"/>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23"/>
            </p:custDataLst>
          </p:nvPr>
        </p:nvSpPr>
        <p:spPr>
          <a:xfrm>
            <a:off x="554736" y="172212"/>
            <a:ext cx="11082528" cy="731520"/>
          </a:xfrm>
          <a:prstGeom prst="rect">
            <a:avLst/>
          </a:prstGeom>
        </p:spPr>
        <p:txBody>
          <a:bodyPr vert="horz" wrap="square" lIns="0" tIns="0" rIns="0" bIns="0" rtlCol="0" anchor="b" anchorCtr="0">
            <a:noAutofit/>
          </a:bodyPr>
          <a:lstStyle/>
          <a:p>
            <a:pPr lvl="0"/>
            <a:r>
              <a:rPr lang="nl-NL"/>
              <a:t>Click to edit Master title style</a:t>
            </a:r>
            <a:endParaRPr lang="nl-NL" dirty="0"/>
          </a:p>
        </p:txBody>
      </p:sp>
      <p:grpSp>
        <p:nvGrpSpPr>
          <p:cNvPr id="59" name="Grid" hidden="1">
            <a:extLst>
              <a:ext uri="{FF2B5EF4-FFF2-40B4-BE49-F238E27FC236}">
                <a16:creationId xmlns:a16="http://schemas.microsoft.com/office/drawing/2014/main" id="{D35250B8-D61E-4F1A-9ACD-6E1BB958B78E}"/>
              </a:ext>
            </a:extLst>
          </p:cNvPr>
          <p:cNvGrpSpPr/>
          <p:nvPr userDrawn="1"/>
        </p:nvGrpSpPr>
        <p:grpSpPr>
          <a:xfrm>
            <a:off x="0" y="0"/>
            <a:ext cx="12190476" cy="6858000"/>
            <a:chOff x="0" y="0"/>
            <a:chExt cx="12190476" cy="6858000"/>
          </a:xfrm>
        </p:grpSpPr>
        <p:sp>
          <p:nvSpPr>
            <p:cNvPr id="60" name="slide margin">
              <a:extLst>
                <a:ext uri="{FF2B5EF4-FFF2-40B4-BE49-F238E27FC236}">
                  <a16:creationId xmlns:a16="http://schemas.microsoft.com/office/drawing/2014/main" id="{B96EBE04-E01D-4922-8601-F1AD43DC4DA0}"/>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nl-NL" dirty="0">
                <a:solidFill>
                  <a:schemeClr val="tx1"/>
                </a:solidFill>
                <a:latin typeface="+mn-lt"/>
              </a:endParaRPr>
            </a:p>
          </p:txBody>
        </p:sp>
        <p:cxnSp>
          <p:nvCxnSpPr>
            <p:cNvPr id="61" name="Straight Connector 60">
              <a:extLst>
                <a:ext uri="{FF2B5EF4-FFF2-40B4-BE49-F238E27FC236}">
                  <a16:creationId xmlns:a16="http://schemas.microsoft.com/office/drawing/2014/main" id="{5CA037B0-2A91-4357-A969-80F65F949266}"/>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1BD7C67-EF90-4AA0-BA50-51299E7EEE4C}"/>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19564A-5227-44A7-ABC0-4C6BBC1E2D6F}"/>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FD85D0C-74E8-4603-86B8-FCC481122CE8}"/>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F8BF8BD-68B4-4717-8162-382FFCC9BC9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9DB0B65-FCD8-4DD7-833A-DEED6A420E2A}"/>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18151F3-D51F-4302-95BF-AE8E806F628D}"/>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5A6B330-5ACC-486B-8131-B7F5407825B2}"/>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A5DE7AD-CCFE-4A85-9421-C7CEA9F80DEC}"/>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E2A9A81-75D1-41A9-9821-54FC36E753C1}"/>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6FE52AA-2DD1-4D00-A984-41CDC38B2D7F}"/>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5C9FC50-7177-43E6-9E56-DC9A2E6B7E6E}"/>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73" name="Freeform: Shape 72">
              <a:extLst>
                <a:ext uri="{FF2B5EF4-FFF2-40B4-BE49-F238E27FC236}">
                  <a16:creationId xmlns:a16="http://schemas.microsoft.com/office/drawing/2014/main" id="{BC97F85A-62E2-4591-B8D0-4F068B177B5D}"/>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74" name="Freeform: Shape 73">
              <a:extLst>
                <a:ext uri="{FF2B5EF4-FFF2-40B4-BE49-F238E27FC236}">
                  <a16:creationId xmlns:a16="http://schemas.microsoft.com/office/drawing/2014/main" id="{7F4B967A-CF91-473D-8A35-2BE771F9F59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75" name="Freeform: Shape 74">
              <a:extLst>
                <a:ext uri="{FF2B5EF4-FFF2-40B4-BE49-F238E27FC236}">
                  <a16:creationId xmlns:a16="http://schemas.microsoft.com/office/drawing/2014/main" id="{5AC41621-77EA-4492-8E68-0BE34108294A}"/>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76" name="Freeform: Shape 75">
              <a:extLst>
                <a:ext uri="{FF2B5EF4-FFF2-40B4-BE49-F238E27FC236}">
                  <a16:creationId xmlns:a16="http://schemas.microsoft.com/office/drawing/2014/main" id="{31A06AD2-A9EA-45D9-B15C-089884A54107}"/>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77" name="Freeform: Shape 76">
              <a:extLst>
                <a:ext uri="{FF2B5EF4-FFF2-40B4-BE49-F238E27FC236}">
                  <a16:creationId xmlns:a16="http://schemas.microsoft.com/office/drawing/2014/main" id="{3A7B39CC-379F-4224-9E59-81B1690088A0}"/>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78" name="Freeform: Shape 77">
              <a:extLst>
                <a:ext uri="{FF2B5EF4-FFF2-40B4-BE49-F238E27FC236}">
                  <a16:creationId xmlns:a16="http://schemas.microsoft.com/office/drawing/2014/main" id="{F8002ACB-1459-4214-B28A-B38E8A1FF8A6}"/>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79" name="Freeform: Shape 78">
              <a:extLst>
                <a:ext uri="{FF2B5EF4-FFF2-40B4-BE49-F238E27FC236}">
                  <a16:creationId xmlns:a16="http://schemas.microsoft.com/office/drawing/2014/main" id="{71D59E94-AA3C-4DE0-8345-20C71667A205}"/>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0" name="Freeform: Shape 79">
              <a:extLst>
                <a:ext uri="{FF2B5EF4-FFF2-40B4-BE49-F238E27FC236}">
                  <a16:creationId xmlns:a16="http://schemas.microsoft.com/office/drawing/2014/main" id="{5805F09B-786C-43E4-8288-B1AAF94C8ADE}"/>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1" name="Freeform: Shape 80">
              <a:extLst>
                <a:ext uri="{FF2B5EF4-FFF2-40B4-BE49-F238E27FC236}">
                  <a16:creationId xmlns:a16="http://schemas.microsoft.com/office/drawing/2014/main" id="{5FB23B6E-567C-4896-8B32-DA4C452B4AE7}"/>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2" name="Freeform: Shape 81">
              <a:extLst>
                <a:ext uri="{FF2B5EF4-FFF2-40B4-BE49-F238E27FC236}">
                  <a16:creationId xmlns:a16="http://schemas.microsoft.com/office/drawing/2014/main" id="{9B792231-972E-4476-BAF2-761E10463BA8}"/>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3" name="Freeform: Shape 82">
              <a:extLst>
                <a:ext uri="{FF2B5EF4-FFF2-40B4-BE49-F238E27FC236}">
                  <a16:creationId xmlns:a16="http://schemas.microsoft.com/office/drawing/2014/main" id="{908370B7-3D11-4F78-B977-D8F0DE2694ED}"/>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4" name="Freeform: Shape 83">
              <a:extLst>
                <a:ext uri="{FF2B5EF4-FFF2-40B4-BE49-F238E27FC236}">
                  <a16:creationId xmlns:a16="http://schemas.microsoft.com/office/drawing/2014/main" id="{C11EA99D-D15D-43C2-BF4E-36554B346AB6}"/>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5" name="Freeform: Shape 84">
              <a:extLst>
                <a:ext uri="{FF2B5EF4-FFF2-40B4-BE49-F238E27FC236}">
                  <a16:creationId xmlns:a16="http://schemas.microsoft.com/office/drawing/2014/main" id="{3A72B2F6-0AFF-4E6E-AFFF-60767DB3FA63}"/>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6" name="Freeform: Shape 85">
              <a:extLst>
                <a:ext uri="{FF2B5EF4-FFF2-40B4-BE49-F238E27FC236}">
                  <a16:creationId xmlns:a16="http://schemas.microsoft.com/office/drawing/2014/main" id="{A68F8E74-3AE4-4AF9-9F36-63344C9076D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7" name="Freeform: Shape 86">
              <a:extLst>
                <a:ext uri="{FF2B5EF4-FFF2-40B4-BE49-F238E27FC236}">
                  <a16:creationId xmlns:a16="http://schemas.microsoft.com/office/drawing/2014/main" id="{31D5F169-E1D4-48A3-AE5B-F5F1BEF2E7CF}"/>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8" name="Freeform: Shape 87">
              <a:extLst>
                <a:ext uri="{FF2B5EF4-FFF2-40B4-BE49-F238E27FC236}">
                  <a16:creationId xmlns:a16="http://schemas.microsoft.com/office/drawing/2014/main" id="{4230F928-F9B2-4955-9800-74DE09DCE6F2}"/>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9" name="Freeform: Shape 88">
              <a:extLst>
                <a:ext uri="{FF2B5EF4-FFF2-40B4-BE49-F238E27FC236}">
                  <a16:creationId xmlns:a16="http://schemas.microsoft.com/office/drawing/2014/main" id="{37C829A9-6808-4531-8C12-A84988E6DEE1}"/>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90" name="Freeform: Shape 89">
              <a:extLst>
                <a:ext uri="{FF2B5EF4-FFF2-40B4-BE49-F238E27FC236}">
                  <a16:creationId xmlns:a16="http://schemas.microsoft.com/office/drawing/2014/main" id="{7FA5964C-E9C5-4C2F-BD6E-47BAFB5B6D17}"/>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91" name="Freeform: Shape 90">
              <a:extLst>
                <a:ext uri="{FF2B5EF4-FFF2-40B4-BE49-F238E27FC236}">
                  <a16:creationId xmlns:a16="http://schemas.microsoft.com/office/drawing/2014/main" id="{3C168D8D-76CE-4BE5-BE95-79B96300EA3F}"/>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92" name="Freeform: Shape 91">
              <a:extLst>
                <a:ext uri="{FF2B5EF4-FFF2-40B4-BE49-F238E27FC236}">
                  <a16:creationId xmlns:a16="http://schemas.microsoft.com/office/drawing/2014/main" id="{6749465C-813A-45F9-8C3E-5D06C8584929}"/>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93" name="Freeform: Shape 92">
              <a:extLst>
                <a:ext uri="{FF2B5EF4-FFF2-40B4-BE49-F238E27FC236}">
                  <a16:creationId xmlns:a16="http://schemas.microsoft.com/office/drawing/2014/main" id="{53894C26-2473-4C24-B082-48DD1E92241C}"/>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94" name="Freeform: Shape 93">
              <a:extLst>
                <a:ext uri="{FF2B5EF4-FFF2-40B4-BE49-F238E27FC236}">
                  <a16:creationId xmlns:a16="http://schemas.microsoft.com/office/drawing/2014/main" id="{BFDA0320-8435-46CA-B1B3-5203F54A419F}"/>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95" name="Freeform: Shape 94">
              <a:extLst>
                <a:ext uri="{FF2B5EF4-FFF2-40B4-BE49-F238E27FC236}">
                  <a16:creationId xmlns:a16="http://schemas.microsoft.com/office/drawing/2014/main" id="{A42721E4-5D12-459C-AC2E-7CE148AF9062}"/>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96" name="Freeform: Shape 95">
              <a:extLst>
                <a:ext uri="{FF2B5EF4-FFF2-40B4-BE49-F238E27FC236}">
                  <a16:creationId xmlns:a16="http://schemas.microsoft.com/office/drawing/2014/main" id="{8BF7D46B-3779-49D0-BCB4-F2DCE091958D}"/>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97" name="Freeform: Shape 96">
              <a:extLst>
                <a:ext uri="{FF2B5EF4-FFF2-40B4-BE49-F238E27FC236}">
                  <a16:creationId xmlns:a16="http://schemas.microsoft.com/office/drawing/2014/main" id="{634464F0-BD7F-4488-85F0-EC20C24BECAA}"/>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cxnSp>
          <p:nvCxnSpPr>
            <p:cNvPr id="98" name="Straight Connector 97">
              <a:extLst>
                <a:ext uri="{FF2B5EF4-FFF2-40B4-BE49-F238E27FC236}">
                  <a16:creationId xmlns:a16="http://schemas.microsoft.com/office/drawing/2014/main" id="{82B54541-0CDD-4724-8101-AABFF1207033}"/>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5070398-8D55-4EE2-8CA4-47428E2AF03F}"/>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2166891-56D0-4EBC-B681-501401DEF9D4}"/>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13A87E3-D106-41FF-A8CD-C27DABF0103D}"/>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164477D-838D-4C70-ADD7-37AD79A844AA}"/>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72B193C0-8980-4BB2-8E91-7A1C9ABE0B6C}"/>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1A94AAA-1D98-4233-842E-2A2F52812358}"/>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21F2B43-A2DC-42F4-8EA4-A8A4DA6D6FA7}"/>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60F0923-6896-405D-AD16-F097448F3E3D}"/>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C70D5B1-47D7-451F-B83A-973A26731A22}"/>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3FD9A464-81FE-4829-A1C5-5CCEE42448B3}"/>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F55CAB0-53A2-417F-9F66-C0437933E98B}"/>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547EE77-7495-47CB-BEC9-D5C742DF2B2C}"/>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A942184-696A-4A78-BB9D-3D619B990987}"/>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B5F4EE6-4D4C-4488-80DE-36C83D540765}"/>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D3A42E3-1ED2-4BBE-8B0B-CEA491522F0A}"/>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4162AD8-9037-4220-B19F-7B3A0F44E941}"/>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C20FB70-03E4-4D7E-BA41-546EAAB33089}"/>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84D3C92-FDAE-47DB-9457-A9B216922E98}"/>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5DF0860-265F-4ABC-9F65-0C1D385DAA19}"/>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878D1D5-E6E5-4FA6-AF6E-95E8AF796777}"/>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11FF29A-4B39-4335-9BD5-ED902309BF79}"/>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A82A803-5E70-4523-9F20-67F308765C7E}"/>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4208CB2-5882-4416-87C9-284BDAF3367A}"/>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D4116CD-6422-4E26-9703-D3F7C10FCD56}"/>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31AB3A35-E2FF-4178-896B-F08E77092825}"/>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79C539-DD6F-48AA-8F80-27BC682014AF}"/>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784004E-3271-4D1C-B1EA-CA1E334E0D03}"/>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657725E-FBF6-491D-9BA1-E6A9727F4F2D}"/>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31244567-76A7-47AF-9353-403D05D533F0}"/>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EEC47A2A-ED3B-4AD0-ACD5-F8ED92644229}"/>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F3E01E5-F569-4020-BCB0-083537701AB0}"/>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71121A42-5912-44C8-B9A3-FDEC8EA70284}"/>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59B1DE7-25C8-4743-8284-FA656D339F55}"/>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26249F1-59FB-44FC-8AF9-D7F90AFBEE2C}"/>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6D42779-D977-4405-A149-D8DE5B52134A}"/>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7EE8A2F-6AD9-4AE7-B04B-7892891F84AC}"/>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8F4A59A-16C3-4C3A-AB79-FE22721EA641}"/>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CA3A6CC-1A49-42F6-A318-99D9224BDC91}"/>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DC3484E-5EF8-49C4-B1F6-75C854D50C80}"/>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33461A54-E77E-414D-B7E0-7364070D9566}"/>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9C48517-171B-43FD-A41C-58C9B531BDB5}"/>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429932A-1238-48FC-B171-20A3AA531D40}"/>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7BED7651-AF04-41D4-9476-5A43476D85BB}"/>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5" name="main body box">
              <a:extLst>
                <a:ext uri="{FF2B5EF4-FFF2-40B4-BE49-F238E27FC236}">
                  <a16:creationId xmlns:a16="http://schemas.microsoft.com/office/drawing/2014/main" id="{100DE417-9DB9-4840-8370-B716FFA27760}"/>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pPr rtl="0"/>
              <a:endParaRPr lang="nl-NL" sz="1323" dirty="0">
                <a:solidFill>
                  <a:schemeClr val="tx1"/>
                </a:solidFill>
                <a:latin typeface="+mn-lt"/>
              </a:endParaRPr>
            </a:p>
          </p:txBody>
        </p:sp>
        <p:cxnSp>
          <p:nvCxnSpPr>
            <p:cNvPr id="146" name="Straight Connector 145">
              <a:extLst>
                <a:ext uri="{FF2B5EF4-FFF2-40B4-BE49-F238E27FC236}">
                  <a16:creationId xmlns:a16="http://schemas.microsoft.com/office/drawing/2014/main" id="{B93A1E2B-8C80-482F-83BE-384344D09839}"/>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147" name="Straight Connector 146">
              <a:extLst>
                <a:ext uri="{FF2B5EF4-FFF2-40B4-BE49-F238E27FC236}">
                  <a16:creationId xmlns:a16="http://schemas.microsoft.com/office/drawing/2014/main" id="{BEAB22C5-0A46-4041-9158-6DC76EA2F350}"/>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sp>
        <p:nvSpPr>
          <p:cNvPr id="4" name="Sticker" hidden="1">
            <a:extLst>
              <a:ext uri="{FF2B5EF4-FFF2-40B4-BE49-F238E27FC236}">
                <a16:creationId xmlns:a16="http://schemas.microsoft.com/office/drawing/2014/main" id="{F9BB011A-568C-4B05-AE57-EB000B2FD8BB}"/>
              </a:ext>
            </a:extLst>
          </p:cNvPr>
          <p:cNvSpPr txBox="1"/>
          <p:nvPr userDrawn="1"/>
        </p:nvSpPr>
        <p:spPr>
          <a:xfrm>
            <a:off x="554736" y="1289273"/>
            <a:ext cx="344646" cy="123111"/>
          </a:xfrm>
          <a:prstGeom prst="rect">
            <a:avLst/>
          </a:prstGeom>
          <a:noFill/>
          <a:ln w="6350">
            <a:noFill/>
            <a:miter lim="800000"/>
          </a:ln>
        </p:spPr>
        <p:txBody>
          <a:bodyPr vert="horz" wrap="none" lIns="0" tIns="0" rIns="0" bIns="0" rtlCol="0">
            <a:spAutoFit/>
          </a:bodyPr>
          <a:lstStyle>
            <a:defPPr>
              <a:defRPr lang="en-US"/>
            </a:defPPr>
            <a:lvl1pPr>
              <a:spcBef>
                <a:spcPts val="300"/>
              </a:spcBef>
              <a:spcAft>
                <a:spcPts val="300"/>
              </a:spcAft>
              <a:buNone/>
              <a:defRPr sz="800" b="1" cap="all" baseline="0"/>
            </a:lvl1pPr>
          </a:lstStyle>
          <a:p>
            <a:pPr lvl="0" rtl="0"/>
            <a:r>
              <a:rPr lang="nl-NL" dirty="0"/>
              <a:t>STICKER</a:t>
            </a:r>
          </a:p>
        </p:txBody>
      </p:sp>
      <p:sp>
        <p:nvSpPr>
          <p:cNvPr id="5" name="Text Placeholder 4">
            <a:extLst>
              <a:ext uri="{FF2B5EF4-FFF2-40B4-BE49-F238E27FC236}">
                <a16:creationId xmlns:a16="http://schemas.microsoft.com/office/drawing/2014/main" id="{4C1F3293-4EFE-461D-940D-7EE66BAE31C5}"/>
              </a:ext>
            </a:extLst>
          </p:cNvPr>
          <p:cNvSpPr>
            <a:spLocks noGrp="1"/>
          </p:cNvSpPr>
          <p:nvPr>
            <p:ph type="body" idx="1"/>
          </p:nvPr>
        </p:nvSpPr>
        <p:spPr>
          <a:xfrm>
            <a:off x="554736" y="2170800"/>
            <a:ext cx="2794954" cy="1384995"/>
          </a:xfrm>
          <a:prstGeom prst="rect">
            <a:avLst/>
          </a:prstGeom>
        </p:spPr>
        <p:txBody>
          <a:bodyPr vert="horz" wrap="square" lIns="0" tIns="0" rIns="0" bIns="0" rtlCol="0">
            <a:spAutoFit/>
          </a:bodyPr>
          <a:lstStyle/>
          <a:p>
            <a:pPr lvl="0"/>
            <a:r>
              <a:rPr lang="nl-NL"/>
              <a:t>Click to edit Master text styles</a:t>
            </a:r>
          </a:p>
          <a:p>
            <a:pPr lvl="1"/>
            <a:r>
              <a:rPr lang="nl-NL"/>
              <a:t>Second level</a:t>
            </a:r>
          </a:p>
          <a:p>
            <a:pPr lvl="2"/>
            <a:r>
              <a:rPr lang="nl-NL"/>
              <a:t>Third level</a:t>
            </a:r>
          </a:p>
          <a:p>
            <a:pPr lvl="3"/>
            <a:r>
              <a:rPr lang="nl-NL"/>
              <a:t>Fourth level</a:t>
            </a:r>
          </a:p>
          <a:p>
            <a:pPr lvl="4"/>
            <a:r>
              <a:rPr lang="nl-NL"/>
              <a:t>Fifth level</a:t>
            </a:r>
            <a:endParaRPr lang="nl-NL" dirty="0"/>
          </a:p>
        </p:txBody>
      </p:sp>
      <p:grpSp>
        <p:nvGrpSpPr>
          <p:cNvPr id="170" name="LegendLines" hidden="1">
            <a:extLst>
              <a:ext uri="{FF2B5EF4-FFF2-40B4-BE49-F238E27FC236}">
                <a16:creationId xmlns:a16="http://schemas.microsoft.com/office/drawing/2014/main" id="{75CA43B4-51EF-482A-A676-AA183600C086}"/>
              </a:ext>
            </a:extLst>
          </p:cNvPr>
          <p:cNvGrpSpPr/>
          <p:nvPr userDrawn="1"/>
        </p:nvGrpSpPr>
        <p:grpSpPr>
          <a:xfrm>
            <a:off x="10217918" y="3150223"/>
            <a:ext cx="1337722" cy="958286"/>
            <a:chOff x="10162879" y="3243772"/>
            <a:chExt cx="1337722" cy="958286"/>
          </a:xfrm>
        </p:grpSpPr>
        <p:sp>
          <p:nvSpPr>
            <p:cNvPr id="171" name="Legend1">
              <a:extLst>
                <a:ext uri="{FF2B5EF4-FFF2-40B4-BE49-F238E27FC236}">
                  <a16:creationId xmlns:a16="http://schemas.microsoft.com/office/drawing/2014/main" id="{85E2365A-9186-430D-83A3-4DE7E22809E4}"/>
                </a:ext>
              </a:extLst>
            </p:cNvPr>
            <p:cNvSpPr txBox="1"/>
            <p:nvPr/>
          </p:nvSpPr>
          <p:spPr>
            <a:xfrm>
              <a:off x="10886522" y="3243772"/>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172" name="Legend2">
              <a:extLst>
                <a:ext uri="{FF2B5EF4-FFF2-40B4-BE49-F238E27FC236}">
                  <a16:creationId xmlns:a16="http://schemas.microsoft.com/office/drawing/2014/main" id="{3BC35E15-2BA1-4B9E-B911-87714C5D13ED}"/>
                </a:ext>
              </a:extLst>
            </p:cNvPr>
            <p:cNvSpPr txBox="1"/>
            <p:nvPr/>
          </p:nvSpPr>
          <p:spPr>
            <a:xfrm>
              <a:off x="10886522" y="3615193"/>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173" name="Legend3">
              <a:extLst>
                <a:ext uri="{FF2B5EF4-FFF2-40B4-BE49-F238E27FC236}">
                  <a16:creationId xmlns:a16="http://schemas.microsoft.com/office/drawing/2014/main" id="{CCE5B796-4D25-44FE-9EA2-4FB4A527E7CE}"/>
                </a:ext>
              </a:extLst>
            </p:cNvPr>
            <p:cNvSpPr txBox="1"/>
            <p:nvPr/>
          </p:nvSpPr>
          <p:spPr>
            <a:xfrm>
              <a:off x="10886522" y="3986614"/>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174" name="LineLegend3">
              <a:extLst>
                <a:ext uri="{FF2B5EF4-FFF2-40B4-BE49-F238E27FC236}">
                  <a16:creationId xmlns:a16="http://schemas.microsoft.com/office/drawing/2014/main" id="{D2F62643-90DF-4EF5-9730-A99D60760BD8}"/>
                </a:ext>
              </a:extLst>
            </p:cNvPr>
            <p:cNvSpPr>
              <a:spLocks noChangeShapeType="1"/>
            </p:cNvSpPr>
            <p:nvPr/>
          </p:nvSpPr>
          <p:spPr bwMode="gray">
            <a:xfrm>
              <a:off x="10162879" y="4092784"/>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rtl="0"/>
              <a:endParaRPr lang="nl-NL" sz="1400" baseline="0" dirty="0">
                <a:ea typeface="+mn-ea"/>
              </a:endParaRPr>
            </a:p>
          </p:txBody>
        </p:sp>
        <p:sp>
          <p:nvSpPr>
            <p:cNvPr id="175" name="LineLegend2">
              <a:extLst>
                <a:ext uri="{FF2B5EF4-FFF2-40B4-BE49-F238E27FC236}">
                  <a16:creationId xmlns:a16="http://schemas.microsoft.com/office/drawing/2014/main" id="{EA009A24-DD0F-4E7E-97DB-2EBBD0B90253}"/>
                </a:ext>
              </a:extLst>
            </p:cNvPr>
            <p:cNvSpPr>
              <a:spLocks noChangeShapeType="1"/>
            </p:cNvSpPr>
            <p:nvPr/>
          </p:nvSpPr>
          <p:spPr bwMode="gray">
            <a:xfrm>
              <a:off x="10162879" y="3719425"/>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rtl="0"/>
              <a:endParaRPr lang="nl-NL" sz="1400" baseline="0" dirty="0">
                <a:ea typeface="+mn-ea"/>
              </a:endParaRPr>
            </a:p>
          </p:txBody>
        </p:sp>
        <p:sp>
          <p:nvSpPr>
            <p:cNvPr id="176" name="LineLegend1">
              <a:extLst>
                <a:ext uri="{FF2B5EF4-FFF2-40B4-BE49-F238E27FC236}">
                  <a16:creationId xmlns:a16="http://schemas.microsoft.com/office/drawing/2014/main" id="{8FE6CDCC-A4DF-48AF-AC1C-8C8ED06143D7}"/>
                </a:ext>
              </a:extLst>
            </p:cNvPr>
            <p:cNvSpPr>
              <a:spLocks noChangeShapeType="1"/>
            </p:cNvSpPr>
            <p:nvPr/>
          </p:nvSpPr>
          <p:spPr bwMode="gray">
            <a:xfrm>
              <a:off x="10162879" y="3351494"/>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rtl="0"/>
              <a:endParaRPr lang="nl-NL" sz="1400" baseline="0" dirty="0">
                <a:ea typeface="+mn-ea"/>
              </a:endParaRPr>
            </a:p>
          </p:txBody>
        </p:sp>
      </p:grpSp>
      <p:grpSp>
        <p:nvGrpSpPr>
          <p:cNvPr id="177" name="LegendMoons" hidden="1">
            <a:extLst>
              <a:ext uri="{FF2B5EF4-FFF2-40B4-BE49-F238E27FC236}">
                <a16:creationId xmlns:a16="http://schemas.microsoft.com/office/drawing/2014/main" id="{BBFA8D2F-6C5F-4C7E-8683-DB05F0507552}"/>
              </a:ext>
            </a:extLst>
          </p:cNvPr>
          <p:cNvGrpSpPr/>
          <p:nvPr userDrawn="1"/>
        </p:nvGrpSpPr>
        <p:grpSpPr>
          <a:xfrm>
            <a:off x="10588929" y="1145373"/>
            <a:ext cx="966711" cy="1731859"/>
            <a:chOff x="7723680" y="1702457"/>
            <a:chExt cx="966711" cy="1731859"/>
          </a:xfrm>
        </p:grpSpPr>
        <p:sp>
          <p:nvSpPr>
            <p:cNvPr id="178" name="Legend1">
              <a:extLst>
                <a:ext uri="{FF2B5EF4-FFF2-40B4-BE49-F238E27FC236}">
                  <a16:creationId xmlns:a16="http://schemas.microsoft.com/office/drawing/2014/main" id="{AD7B67E5-E814-4596-8283-DE22EB875BE1}"/>
                </a:ext>
              </a:extLst>
            </p:cNvPr>
            <p:cNvSpPr txBox="1"/>
            <p:nvPr/>
          </p:nvSpPr>
          <p:spPr>
            <a:xfrm>
              <a:off x="8076312" y="1709816"/>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186" name="Legend2">
              <a:extLst>
                <a:ext uri="{FF2B5EF4-FFF2-40B4-BE49-F238E27FC236}">
                  <a16:creationId xmlns:a16="http://schemas.microsoft.com/office/drawing/2014/main" id="{16BEEAEF-CC71-4D3B-88CA-859CC81187D8}"/>
                </a:ext>
              </a:extLst>
            </p:cNvPr>
            <p:cNvSpPr txBox="1"/>
            <p:nvPr/>
          </p:nvSpPr>
          <p:spPr>
            <a:xfrm>
              <a:off x="8076312" y="2085275"/>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198" name="Legend3">
              <a:extLst>
                <a:ext uri="{FF2B5EF4-FFF2-40B4-BE49-F238E27FC236}">
                  <a16:creationId xmlns:a16="http://schemas.microsoft.com/office/drawing/2014/main" id="{30CDD89F-E985-4D8B-9E25-2C77048B4397}"/>
                </a:ext>
              </a:extLst>
            </p:cNvPr>
            <p:cNvSpPr txBox="1"/>
            <p:nvPr/>
          </p:nvSpPr>
          <p:spPr>
            <a:xfrm>
              <a:off x="8076312" y="2460734"/>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199" name="Legend4">
              <a:extLst>
                <a:ext uri="{FF2B5EF4-FFF2-40B4-BE49-F238E27FC236}">
                  <a16:creationId xmlns:a16="http://schemas.microsoft.com/office/drawing/2014/main" id="{F4563742-DF90-400F-91AF-02D7E566533B}"/>
                </a:ext>
              </a:extLst>
            </p:cNvPr>
            <p:cNvSpPr txBox="1"/>
            <p:nvPr/>
          </p:nvSpPr>
          <p:spPr>
            <a:xfrm>
              <a:off x="8076312" y="2836193"/>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200" name="Legend5">
              <a:extLst>
                <a:ext uri="{FF2B5EF4-FFF2-40B4-BE49-F238E27FC236}">
                  <a16:creationId xmlns:a16="http://schemas.microsoft.com/office/drawing/2014/main" id="{3409D634-C597-4A2F-95A1-E6B01FC19595}"/>
                </a:ext>
              </a:extLst>
            </p:cNvPr>
            <p:cNvSpPr txBox="1"/>
            <p:nvPr/>
          </p:nvSpPr>
          <p:spPr>
            <a:xfrm>
              <a:off x="8076312" y="3211654"/>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grpSp>
          <p:nvGrpSpPr>
            <p:cNvPr id="201" name="MoonLegend1">
              <a:extLst>
                <a:ext uri="{FF2B5EF4-FFF2-40B4-BE49-F238E27FC236}">
                  <a16:creationId xmlns:a16="http://schemas.microsoft.com/office/drawing/2014/main" id="{117437C4-B634-4F2A-A407-DC44A1153061}"/>
                </a:ext>
              </a:extLst>
            </p:cNvPr>
            <p:cNvGrpSpPr>
              <a:grpSpLocks noChangeAspect="1"/>
            </p:cNvGrpSpPr>
            <p:nvPr>
              <p:custDataLst>
                <p:tags r:id="rId25"/>
              </p:custDataLst>
            </p:nvPr>
          </p:nvGrpSpPr>
          <p:grpSpPr>
            <a:xfrm>
              <a:off x="7723680" y="1702457"/>
              <a:ext cx="228600" cy="228600"/>
              <a:chOff x="762000" y="1270000"/>
              <a:chExt cx="254000" cy="254000"/>
            </a:xfrm>
          </p:grpSpPr>
          <p:sp>
            <p:nvSpPr>
              <p:cNvPr id="214" name="Oval 213">
                <a:extLst>
                  <a:ext uri="{FF2B5EF4-FFF2-40B4-BE49-F238E27FC236}">
                    <a16:creationId xmlns:a16="http://schemas.microsoft.com/office/drawing/2014/main" id="{EB90AEA0-33EA-4E58-A9FD-EE9DF48324D8}"/>
                  </a:ext>
                </a:extLst>
              </p:cNvPr>
              <p:cNvSpPr/>
              <p:nvPr>
                <p:custDataLst>
                  <p:tags r:id="rId38"/>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sz="1400" dirty="0">
                  <a:solidFill>
                    <a:schemeClr val="tx1"/>
                  </a:solidFill>
                </a:endParaRPr>
              </a:p>
            </p:txBody>
          </p:sp>
          <p:sp>
            <p:nvSpPr>
              <p:cNvPr id="215" name="Arc 214">
                <a:extLst>
                  <a:ext uri="{FF2B5EF4-FFF2-40B4-BE49-F238E27FC236}">
                    <a16:creationId xmlns:a16="http://schemas.microsoft.com/office/drawing/2014/main" id="{A1344A23-7160-495E-A98C-F85015CCC0A1}"/>
                  </a:ext>
                </a:extLst>
              </p:cNvPr>
              <p:cNvSpPr/>
              <p:nvPr>
                <p:custDataLst>
                  <p:tags r:id="rId39"/>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nl-NL" sz="1400" dirty="0"/>
              </a:p>
            </p:txBody>
          </p:sp>
        </p:grpSp>
        <p:grpSp>
          <p:nvGrpSpPr>
            <p:cNvPr id="202" name="MoonLegend2">
              <a:extLst>
                <a:ext uri="{FF2B5EF4-FFF2-40B4-BE49-F238E27FC236}">
                  <a16:creationId xmlns:a16="http://schemas.microsoft.com/office/drawing/2014/main" id="{EB8E8C20-3196-4E74-A430-8A058F00B5CC}"/>
                </a:ext>
              </a:extLst>
            </p:cNvPr>
            <p:cNvGrpSpPr>
              <a:grpSpLocks noChangeAspect="1"/>
            </p:cNvGrpSpPr>
            <p:nvPr>
              <p:custDataLst>
                <p:tags r:id="rId26"/>
              </p:custDataLst>
            </p:nvPr>
          </p:nvGrpSpPr>
          <p:grpSpPr>
            <a:xfrm>
              <a:off x="7723680" y="2078270"/>
              <a:ext cx="228600" cy="228600"/>
              <a:chOff x="762000" y="1270000"/>
              <a:chExt cx="254000" cy="254000"/>
            </a:xfrm>
          </p:grpSpPr>
          <p:sp>
            <p:nvSpPr>
              <p:cNvPr id="212" name="Oval 211">
                <a:extLst>
                  <a:ext uri="{FF2B5EF4-FFF2-40B4-BE49-F238E27FC236}">
                    <a16:creationId xmlns:a16="http://schemas.microsoft.com/office/drawing/2014/main" id="{27A382C3-DD08-4CCF-B849-2CC72EA9F9AB}"/>
                  </a:ext>
                </a:extLst>
              </p:cNvPr>
              <p:cNvSpPr/>
              <p:nvPr>
                <p:custDataLst>
                  <p:tags r:id="rId36"/>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sz="1400" dirty="0">
                  <a:solidFill>
                    <a:schemeClr val="tx1"/>
                  </a:solidFill>
                </a:endParaRPr>
              </a:p>
            </p:txBody>
          </p:sp>
          <p:sp>
            <p:nvSpPr>
              <p:cNvPr id="213" name="Arc 212">
                <a:extLst>
                  <a:ext uri="{FF2B5EF4-FFF2-40B4-BE49-F238E27FC236}">
                    <a16:creationId xmlns:a16="http://schemas.microsoft.com/office/drawing/2014/main" id="{4043BF3C-F0E7-4D23-A181-0362DD473A6B}"/>
                  </a:ext>
                </a:extLst>
              </p:cNvPr>
              <p:cNvSpPr/>
              <p:nvPr>
                <p:custDataLst>
                  <p:tags r:id="rId37"/>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nl-NL" sz="1400" dirty="0"/>
              </a:p>
            </p:txBody>
          </p:sp>
        </p:grpSp>
        <p:grpSp>
          <p:nvGrpSpPr>
            <p:cNvPr id="203" name="MoonLegend3">
              <a:extLst>
                <a:ext uri="{FF2B5EF4-FFF2-40B4-BE49-F238E27FC236}">
                  <a16:creationId xmlns:a16="http://schemas.microsoft.com/office/drawing/2014/main" id="{7EA4C5CC-F609-42C7-8679-2CFF0EFE1ADD}"/>
                </a:ext>
              </a:extLst>
            </p:cNvPr>
            <p:cNvGrpSpPr>
              <a:grpSpLocks noChangeAspect="1"/>
            </p:cNvGrpSpPr>
            <p:nvPr>
              <p:custDataLst>
                <p:tags r:id="rId27"/>
              </p:custDataLst>
            </p:nvPr>
          </p:nvGrpSpPr>
          <p:grpSpPr>
            <a:xfrm>
              <a:off x="7723680" y="2454085"/>
              <a:ext cx="228600" cy="228600"/>
              <a:chOff x="762000" y="1270000"/>
              <a:chExt cx="254000" cy="254000"/>
            </a:xfrm>
          </p:grpSpPr>
          <p:sp>
            <p:nvSpPr>
              <p:cNvPr id="210" name="Oval 209">
                <a:extLst>
                  <a:ext uri="{FF2B5EF4-FFF2-40B4-BE49-F238E27FC236}">
                    <a16:creationId xmlns:a16="http://schemas.microsoft.com/office/drawing/2014/main" id="{715BDDAF-1AF3-46AE-A337-FC24A78185F2}"/>
                  </a:ext>
                </a:extLst>
              </p:cNvPr>
              <p:cNvSpPr/>
              <p:nvPr>
                <p:custDataLst>
                  <p:tags r:id="rId34"/>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sz="1400" dirty="0">
                  <a:solidFill>
                    <a:schemeClr val="tx1"/>
                  </a:solidFill>
                </a:endParaRPr>
              </a:p>
            </p:txBody>
          </p:sp>
          <p:sp>
            <p:nvSpPr>
              <p:cNvPr id="211" name="Arc 210">
                <a:extLst>
                  <a:ext uri="{FF2B5EF4-FFF2-40B4-BE49-F238E27FC236}">
                    <a16:creationId xmlns:a16="http://schemas.microsoft.com/office/drawing/2014/main" id="{E811134B-550C-43DC-8343-36668FE4C5B0}"/>
                  </a:ext>
                </a:extLst>
              </p:cNvPr>
              <p:cNvSpPr/>
              <p:nvPr>
                <p:custDataLst>
                  <p:tags r:id="rId35"/>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nl-NL" sz="1400" dirty="0"/>
              </a:p>
            </p:txBody>
          </p:sp>
        </p:grpSp>
        <p:grpSp>
          <p:nvGrpSpPr>
            <p:cNvPr id="204" name="MoonLegend4">
              <a:extLst>
                <a:ext uri="{FF2B5EF4-FFF2-40B4-BE49-F238E27FC236}">
                  <a16:creationId xmlns:a16="http://schemas.microsoft.com/office/drawing/2014/main" id="{3E4EE390-F563-41D5-A1FF-66332D5F20F8}"/>
                </a:ext>
              </a:extLst>
            </p:cNvPr>
            <p:cNvGrpSpPr>
              <a:grpSpLocks noChangeAspect="1"/>
            </p:cNvGrpSpPr>
            <p:nvPr>
              <p:custDataLst>
                <p:tags r:id="rId28"/>
              </p:custDataLst>
            </p:nvPr>
          </p:nvGrpSpPr>
          <p:grpSpPr>
            <a:xfrm>
              <a:off x="7723680" y="2829900"/>
              <a:ext cx="228600" cy="228600"/>
              <a:chOff x="762000" y="1270000"/>
              <a:chExt cx="254000" cy="254000"/>
            </a:xfrm>
          </p:grpSpPr>
          <p:sp>
            <p:nvSpPr>
              <p:cNvPr id="208" name="Oval 207">
                <a:extLst>
                  <a:ext uri="{FF2B5EF4-FFF2-40B4-BE49-F238E27FC236}">
                    <a16:creationId xmlns:a16="http://schemas.microsoft.com/office/drawing/2014/main" id="{93D49596-11A1-45D6-9E60-6E4F341955C9}"/>
                  </a:ext>
                </a:extLst>
              </p:cNvPr>
              <p:cNvSpPr/>
              <p:nvPr>
                <p:custDataLst>
                  <p:tags r:id="rId32"/>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sz="1400" dirty="0">
                  <a:solidFill>
                    <a:schemeClr val="tx1"/>
                  </a:solidFill>
                </a:endParaRPr>
              </a:p>
            </p:txBody>
          </p:sp>
          <p:sp>
            <p:nvSpPr>
              <p:cNvPr id="209" name="Arc 208">
                <a:extLst>
                  <a:ext uri="{FF2B5EF4-FFF2-40B4-BE49-F238E27FC236}">
                    <a16:creationId xmlns:a16="http://schemas.microsoft.com/office/drawing/2014/main" id="{AD9C732B-59D4-4402-98BD-C703B7D37799}"/>
                  </a:ext>
                </a:extLst>
              </p:cNvPr>
              <p:cNvSpPr/>
              <p:nvPr>
                <p:custDataLst>
                  <p:tags r:id="rId33"/>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nl-NL" sz="1400" dirty="0"/>
              </a:p>
            </p:txBody>
          </p:sp>
        </p:grpSp>
        <p:grpSp>
          <p:nvGrpSpPr>
            <p:cNvPr id="205" name="MoonLegend5">
              <a:extLst>
                <a:ext uri="{FF2B5EF4-FFF2-40B4-BE49-F238E27FC236}">
                  <a16:creationId xmlns:a16="http://schemas.microsoft.com/office/drawing/2014/main" id="{5835C8BF-3671-4AB9-89A1-8C41B9C0A3D7}"/>
                </a:ext>
              </a:extLst>
            </p:cNvPr>
            <p:cNvGrpSpPr>
              <a:grpSpLocks noChangeAspect="1"/>
            </p:cNvGrpSpPr>
            <p:nvPr>
              <p:custDataLst>
                <p:tags r:id="rId29"/>
              </p:custDataLst>
            </p:nvPr>
          </p:nvGrpSpPr>
          <p:grpSpPr>
            <a:xfrm>
              <a:off x="7723680" y="3205716"/>
              <a:ext cx="228600" cy="228600"/>
              <a:chOff x="762000" y="1270000"/>
              <a:chExt cx="254000" cy="254000"/>
            </a:xfrm>
          </p:grpSpPr>
          <p:sp>
            <p:nvSpPr>
              <p:cNvPr id="206" name="Oval 205">
                <a:extLst>
                  <a:ext uri="{FF2B5EF4-FFF2-40B4-BE49-F238E27FC236}">
                    <a16:creationId xmlns:a16="http://schemas.microsoft.com/office/drawing/2014/main" id="{2BF9623A-651C-4C98-9F51-0E9B600BA42B}"/>
                  </a:ext>
                </a:extLst>
              </p:cNvPr>
              <p:cNvSpPr/>
              <p:nvPr>
                <p:custDataLst>
                  <p:tags r:id="rId30"/>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sz="1400" dirty="0">
                  <a:solidFill>
                    <a:schemeClr val="tx1"/>
                  </a:solidFill>
                </a:endParaRPr>
              </a:p>
            </p:txBody>
          </p:sp>
          <p:sp>
            <p:nvSpPr>
              <p:cNvPr id="207" name="Arc 206">
                <a:extLst>
                  <a:ext uri="{FF2B5EF4-FFF2-40B4-BE49-F238E27FC236}">
                    <a16:creationId xmlns:a16="http://schemas.microsoft.com/office/drawing/2014/main" id="{F5536572-C9A8-4CB2-BF56-D54F40E44F25}"/>
                  </a:ext>
                </a:extLst>
              </p:cNvPr>
              <p:cNvSpPr/>
              <p:nvPr>
                <p:custDataLst>
                  <p:tags r:id="rId31"/>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nl-NL" sz="1400" dirty="0"/>
              </a:p>
            </p:txBody>
          </p:sp>
        </p:grpSp>
      </p:grpSp>
      <p:grpSp>
        <p:nvGrpSpPr>
          <p:cNvPr id="216" name="LegendBoxes" hidden="1">
            <a:extLst>
              <a:ext uri="{FF2B5EF4-FFF2-40B4-BE49-F238E27FC236}">
                <a16:creationId xmlns:a16="http://schemas.microsoft.com/office/drawing/2014/main" id="{E9D72DE0-F28F-4DEF-8027-9C8D5A71CBB8}"/>
              </a:ext>
            </a:extLst>
          </p:cNvPr>
          <p:cNvGrpSpPr/>
          <p:nvPr userDrawn="1"/>
        </p:nvGrpSpPr>
        <p:grpSpPr>
          <a:xfrm>
            <a:off x="10615415" y="4381500"/>
            <a:ext cx="940225" cy="1717282"/>
            <a:chOff x="10652400" y="4322824"/>
            <a:chExt cx="940225" cy="1717282"/>
          </a:xfrm>
        </p:grpSpPr>
        <p:sp>
          <p:nvSpPr>
            <p:cNvPr id="217" name="RectangleLegend1">
              <a:extLst>
                <a:ext uri="{FF2B5EF4-FFF2-40B4-BE49-F238E27FC236}">
                  <a16:creationId xmlns:a16="http://schemas.microsoft.com/office/drawing/2014/main" id="{EA79C6A4-A5CE-4D50-AF56-0089B9D25A7A}"/>
                </a:ext>
              </a:extLst>
            </p:cNvPr>
            <p:cNvSpPr/>
            <p:nvPr/>
          </p:nvSpPr>
          <p:spPr>
            <a:xfrm>
              <a:off x="10652400" y="4344182"/>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nl-NL" sz="1400" dirty="0">
                <a:solidFill>
                  <a:schemeClr val="tx1"/>
                </a:solidFill>
              </a:endParaRPr>
            </a:p>
          </p:txBody>
        </p:sp>
        <p:sp>
          <p:nvSpPr>
            <p:cNvPr id="218" name="RectangleLegend2">
              <a:extLst>
                <a:ext uri="{FF2B5EF4-FFF2-40B4-BE49-F238E27FC236}">
                  <a16:creationId xmlns:a16="http://schemas.microsoft.com/office/drawing/2014/main" id="{57EFAC09-2BEF-425A-B3A0-E265C6948F70}"/>
                </a:ext>
              </a:extLst>
            </p:cNvPr>
            <p:cNvSpPr/>
            <p:nvPr/>
          </p:nvSpPr>
          <p:spPr>
            <a:xfrm>
              <a:off x="10652400" y="4723680"/>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nl-NL" sz="1400" dirty="0">
                <a:solidFill>
                  <a:schemeClr val="tx1"/>
                </a:solidFill>
              </a:endParaRPr>
            </a:p>
          </p:txBody>
        </p:sp>
        <p:sp>
          <p:nvSpPr>
            <p:cNvPr id="219" name="RectangleLegend3">
              <a:extLst>
                <a:ext uri="{FF2B5EF4-FFF2-40B4-BE49-F238E27FC236}">
                  <a16:creationId xmlns:a16="http://schemas.microsoft.com/office/drawing/2014/main" id="{06A0F010-53BA-4B4C-A05F-C7E741338F86}"/>
                </a:ext>
              </a:extLst>
            </p:cNvPr>
            <p:cNvSpPr/>
            <p:nvPr/>
          </p:nvSpPr>
          <p:spPr>
            <a:xfrm>
              <a:off x="10652400" y="5097276"/>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nl-NL" sz="1400" dirty="0">
                <a:solidFill>
                  <a:schemeClr val="tx1"/>
                </a:solidFill>
              </a:endParaRPr>
            </a:p>
          </p:txBody>
        </p:sp>
        <p:sp>
          <p:nvSpPr>
            <p:cNvPr id="220" name="RectangleLegend4">
              <a:extLst>
                <a:ext uri="{FF2B5EF4-FFF2-40B4-BE49-F238E27FC236}">
                  <a16:creationId xmlns:a16="http://schemas.microsoft.com/office/drawing/2014/main" id="{E497A7E4-F312-4193-9B66-C31AB15828FC}"/>
                </a:ext>
              </a:extLst>
            </p:cNvPr>
            <p:cNvSpPr/>
            <p:nvPr/>
          </p:nvSpPr>
          <p:spPr>
            <a:xfrm>
              <a:off x="10652400" y="5470872"/>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nl-NL" sz="1400" dirty="0">
                <a:solidFill>
                  <a:schemeClr val="tx1"/>
                </a:solidFill>
              </a:endParaRPr>
            </a:p>
          </p:txBody>
        </p:sp>
        <p:sp>
          <p:nvSpPr>
            <p:cNvPr id="221" name="RectangleLegend5">
              <a:extLst>
                <a:ext uri="{FF2B5EF4-FFF2-40B4-BE49-F238E27FC236}">
                  <a16:creationId xmlns:a16="http://schemas.microsoft.com/office/drawing/2014/main" id="{110A981F-82FB-4E04-97AA-67D7FCD183D8}"/>
                </a:ext>
              </a:extLst>
            </p:cNvPr>
            <p:cNvSpPr/>
            <p:nvPr/>
          </p:nvSpPr>
          <p:spPr>
            <a:xfrm>
              <a:off x="10652400" y="5844468"/>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nl-NL" sz="1400" dirty="0">
                <a:solidFill>
                  <a:schemeClr val="tx1"/>
                </a:solidFill>
              </a:endParaRPr>
            </a:p>
          </p:txBody>
        </p:sp>
        <p:sp>
          <p:nvSpPr>
            <p:cNvPr id="222" name="Legend1">
              <a:extLst>
                <a:ext uri="{FF2B5EF4-FFF2-40B4-BE49-F238E27FC236}">
                  <a16:creationId xmlns:a16="http://schemas.microsoft.com/office/drawing/2014/main" id="{1A62AE12-10B3-4A95-BA20-4BFB80C2CF2F}"/>
                </a:ext>
              </a:extLst>
            </p:cNvPr>
            <p:cNvSpPr txBox="1"/>
            <p:nvPr/>
          </p:nvSpPr>
          <p:spPr>
            <a:xfrm>
              <a:off x="10978546" y="4322824"/>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223" name="Legend2">
              <a:extLst>
                <a:ext uri="{FF2B5EF4-FFF2-40B4-BE49-F238E27FC236}">
                  <a16:creationId xmlns:a16="http://schemas.microsoft.com/office/drawing/2014/main" id="{4FA147CC-2C69-4545-B22D-8CC1FAC50DD5}"/>
                </a:ext>
              </a:extLst>
            </p:cNvPr>
            <p:cNvSpPr txBox="1"/>
            <p:nvPr/>
          </p:nvSpPr>
          <p:spPr>
            <a:xfrm>
              <a:off x="10978546" y="4702322"/>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224" name="Legend3">
              <a:extLst>
                <a:ext uri="{FF2B5EF4-FFF2-40B4-BE49-F238E27FC236}">
                  <a16:creationId xmlns:a16="http://schemas.microsoft.com/office/drawing/2014/main" id="{7053A72F-5183-49E6-A8C2-728EFCD7BC0C}"/>
                </a:ext>
              </a:extLst>
            </p:cNvPr>
            <p:cNvSpPr txBox="1"/>
            <p:nvPr/>
          </p:nvSpPr>
          <p:spPr>
            <a:xfrm>
              <a:off x="10978546" y="5081820"/>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225" name="Legend4">
              <a:extLst>
                <a:ext uri="{FF2B5EF4-FFF2-40B4-BE49-F238E27FC236}">
                  <a16:creationId xmlns:a16="http://schemas.microsoft.com/office/drawing/2014/main" id="{88BF3A18-CBD6-4DCD-BCC7-565D64254379}"/>
                </a:ext>
              </a:extLst>
            </p:cNvPr>
            <p:cNvSpPr txBox="1"/>
            <p:nvPr/>
          </p:nvSpPr>
          <p:spPr>
            <a:xfrm>
              <a:off x="10978546" y="5453241"/>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226" name="Legend5">
              <a:extLst>
                <a:ext uri="{FF2B5EF4-FFF2-40B4-BE49-F238E27FC236}">
                  <a16:creationId xmlns:a16="http://schemas.microsoft.com/office/drawing/2014/main" id="{9A896C86-EA3E-4AB5-B9DB-16ADAF968EA3}"/>
                </a:ext>
              </a:extLst>
            </p:cNvPr>
            <p:cNvSpPr txBox="1"/>
            <p:nvPr/>
          </p:nvSpPr>
          <p:spPr>
            <a:xfrm>
              <a:off x="10978545" y="5824662"/>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grpSp>
      <p:sp>
        <p:nvSpPr>
          <p:cNvPr id="169" name="ACET" hidden="1">
            <a:extLst>
              <a:ext uri="{FF2B5EF4-FFF2-40B4-BE49-F238E27FC236}">
                <a16:creationId xmlns:a16="http://schemas.microsoft.com/office/drawing/2014/main" id="{62CF7362-20CB-4908-AFFE-D4E2B9A5DF3B}"/>
              </a:ext>
            </a:extLst>
          </p:cNvPr>
          <p:cNvSpPr txBox="1"/>
          <p:nvPr userDrawn="1">
            <p:custDataLst>
              <p:tags r:id="rId24"/>
            </p:custDataLst>
          </p:nvPr>
        </p:nvSpPr>
        <p:spPr>
          <a:xfrm>
            <a:off x="554736" y="2171700"/>
            <a:ext cx="3049253" cy="461665"/>
          </a:xfrm>
          <a:prstGeom prst="rect">
            <a:avLst/>
          </a:prstGeom>
        </p:spPr>
        <p:txBody>
          <a:bodyPr vert="horz" wrap="square" lIns="0" tIns="0" rIns="0" bIns="0" rtlCol="0">
            <a:spAutoFit/>
          </a:bodyPr>
          <a:lstStyle>
            <a:defPPr>
              <a:defRPr lang="en-US"/>
            </a:defPPr>
            <a:lvl1pPr lvl="0" indent="0">
              <a:lnSpc>
                <a:spcPct val="100000"/>
              </a:lnSpc>
              <a:spcBef>
                <a:spcPts val="0"/>
              </a:spcBef>
              <a:spcAft>
                <a:spcPts val="600"/>
              </a:spcAft>
              <a:buFont typeface="Segoe UI" panose="020B0502040204020203" pitchFamily="34" charset="0"/>
              <a:buChar char="​"/>
              <a:defRPr sz="1600" b="1">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sz="1600"/>
            </a:lvl2pPr>
            <a:lvl3pPr marL="442913" lvl="2" indent="-214313">
              <a:lnSpc>
                <a:spcPct val="100000"/>
              </a:lnSpc>
              <a:spcBef>
                <a:spcPts val="0"/>
              </a:spcBef>
              <a:spcAft>
                <a:spcPts val="300"/>
              </a:spcAft>
              <a:buSzPct val="110000"/>
              <a:buFont typeface="Arial" panose="020B0604020202020204" pitchFamily="34" charset="0"/>
              <a:buChar char="‒"/>
              <a:defRPr sz="1600"/>
            </a:lvl3pPr>
            <a:lvl4pPr marL="598488" lvl="3" indent="-152400">
              <a:lnSpc>
                <a:spcPct val="100000"/>
              </a:lnSpc>
              <a:spcBef>
                <a:spcPts val="0"/>
              </a:spcBef>
              <a:spcAft>
                <a:spcPts val="300"/>
              </a:spcAft>
              <a:buFont typeface="Arial" panose="020B0604020202020204" pitchFamily="34" charset="0"/>
              <a:buChar char="•"/>
              <a:defRPr sz="1600"/>
            </a:lvl4pPr>
            <a:lvl5pPr marL="817563" lvl="4" indent="-147638">
              <a:lnSpc>
                <a:spcPct val="100000"/>
              </a:lnSpc>
              <a:spcBef>
                <a:spcPts val="0"/>
              </a:spcBef>
              <a:spcAft>
                <a:spcPts val="300"/>
              </a:spcAft>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Titel</a:t>
            </a:r>
            <a:br>
              <a:rPr lang="nl-NL" dirty="0"/>
            </a:br>
            <a:r>
              <a:rPr lang="nl-NL" sz="1400" b="0" dirty="0"/>
              <a:t>Meeteenheid</a:t>
            </a:r>
          </a:p>
        </p:txBody>
      </p:sp>
      <p:sp>
        <p:nvSpPr>
          <p:cNvPr id="148" name="LOGO">
            <a:extLst>
              <a:ext uri="{FF2B5EF4-FFF2-40B4-BE49-F238E27FC236}">
                <a16:creationId xmlns:a16="http://schemas.microsoft.com/office/drawing/2014/main" id="{8988293B-F06A-4347-A49E-6E7AB94420D2}"/>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149" name="Rechthoek 6">
            <a:extLst>
              <a:ext uri="{FF2B5EF4-FFF2-40B4-BE49-F238E27FC236}">
                <a16:creationId xmlns:a16="http://schemas.microsoft.com/office/drawing/2014/main" id="{982E6598-443D-4277-9A4C-7EB35073974B}"/>
              </a:ext>
            </a:extLst>
          </p:cNvPr>
          <p:cNvSpPr/>
          <p:nvPr userDrawn="1"/>
        </p:nvSpPr>
        <p:spPr>
          <a:xfrm>
            <a:off x="0" y="6146743"/>
            <a:ext cx="12192000" cy="36000"/>
          </a:xfrm>
          <a:prstGeom prst="rect">
            <a:avLst/>
          </a:prstGeom>
          <a:solidFill>
            <a:srgbClr val="D29FA5"/>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rtl="0"/>
            <a:endParaRPr lang="nl-NL" sz="1600" noProof="0" dirty="0"/>
          </a:p>
        </p:txBody>
      </p:sp>
      <p:sp>
        <p:nvSpPr>
          <p:cNvPr id="150" name="Tijdelijke aanduiding voor tekst 43">
            <a:extLst>
              <a:ext uri="{FF2B5EF4-FFF2-40B4-BE49-F238E27FC236}">
                <a16:creationId xmlns:a16="http://schemas.microsoft.com/office/drawing/2014/main" id="{F2BA257B-ACA0-4D11-8B3B-5631105ACC1D}"/>
              </a:ext>
            </a:extLst>
          </p:cNvPr>
          <p:cNvSpPr txBox="1">
            <a:spLocks/>
          </p:cNvSpPr>
          <p:nvPr userDrawn="1"/>
        </p:nvSpPr>
        <p:spPr>
          <a:xfrm>
            <a:off x="554736" y="0"/>
            <a:ext cx="1080000" cy="45719"/>
          </a:xfrm>
          <a:prstGeom prst="rect">
            <a:avLst/>
          </a:prstGeom>
          <a:solidFill>
            <a:schemeClr val="accent2"/>
          </a:solidFill>
        </p:spPr>
        <p:txBody>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Tree>
    <p:extLst>
      <p:ext uri="{BB962C8B-B14F-4D97-AF65-F5344CB8AC3E}">
        <p14:creationId xmlns:p14="http://schemas.microsoft.com/office/powerpoint/2010/main" val="3608562387"/>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 id="2147483768" r:id="rId13"/>
    <p:sldLayoutId id="2147483769" r:id="rId14"/>
    <p:sldLayoutId id="2147483771" r:id="rId15"/>
    <p:sldLayoutId id="2147483860" r:id="rId16"/>
  </p:sldLayoutIdLst>
  <p:txStyles>
    <p:titleStyle>
      <a:lvl1pPr algn="l" defTabSz="914400" rtl="0" eaLnBrk="1" latinLnBrk="0" hangingPunct="1">
        <a:lnSpc>
          <a:spcPct val="100000"/>
        </a:lnSpc>
        <a:spcBef>
          <a:spcPct val="0"/>
        </a:spcBef>
        <a:buNone/>
        <a:defRPr lang="en-US" sz="2500" b="0" kern="1200" spc="0" baseline="0" dirty="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6"/>
            </p:custDataLst>
            <p:extLst>
              <p:ext uri="{D42A27DB-BD31-4B8C-83A1-F6EECF244321}">
                <p14:modId xmlns:p14="http://schemas.microsoft.com/office/powerpoint/2010/main" val="3560062948"/>
              </p:ext>
            </p:extLst>
          </p:nvPr>
        </p:nvGraphicFramePr>
        <p:xfrm>
          <a:off x="0" y="0"/>
          <a:ext cx="215979" cy="161974"/>
        </p:xfrm>
        <a:graphic>
          <a:graphicData uri="http://schemas.openxmlformats.org/presentationml/2006/ole">
            <mc:AlternateContent xmlns:mc="http://schemas.openxmlformats.org/markup-compatibility/2006">
              <mc:Choice xmlns:v="urn:schemas-microsoft-com:vml" Requires="v">
                <p:oleObj name="think-cell Slide" r:id="rId34" imgW="270" imgH="270" progId="TCLayout.ActiveDocument.1">
                  <p:embed/>
                </p:oleObj>
              </mc:Choice>
              <mc:Fallback>
                <p:oleObj name="think-cell Slide" r:id="rId34" imgW="270" imgH="270" progId="TCLayout.ActiveDocument.1">
                  <p:embed/>
                  <p:pic>
                    <p:nvPicPr>
                      <p:cNvPr id="2" name="Object 1" hidden="1"/>
                      <p:cNvPicPr/>
                      <p:nvPr/>
                    </p:nvPicPr>
                    <p:blipFill>
                      <a:blip r:embed="rId35"/>
                      <a:stretch>
                        <a:fillRect/>
                      </a:stretch>
                    </p:blipFill>
                    <p:spPr>
                      <a:xfrm>
                        <a:off x="0" y="0"/>
                        <a:ext cx="215979" cy="161974"/>
                      </a:xfrm>
                      <a:prstGeom prst="rect">
                        <a:avLst/>
                      </a:prstGeom>
                    </p:spPr>
                  </p:pic>
                </p:oleObj>
              </mc:Fallback>
            </mc:AlternateContent>
          </a:graphicData>
        </a:graphic>
      </p:graphicFrame>
      <p:sp>
        <p:nvSpPr>
          <p:cNvPr id="1034" name="Working Draft" hidden="1"/>
          <p:cNvSpPr txBox="1">
            <a:spLocks noChangeArrowheads="1"/>
          </p:cNvSpPr>
          <p:nvPr/>
        </p:nvSpPr>
        <p:spPr bwMode="gray">
          <a:xfrm rot="5400000">
            <a:off x="11123151" y="1980016"/>
            <a:ext cx="1947649" cy="94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defRPr/>
            </a:pPr>
            <a:r>
              <a:rPr lang="en-US" sz="612" baseline="0">
                <a:solidFill>
                  <a:srgbClr val="808080"/>
                </a:solidFill>
                <a:latin typeface="Arial" panose="020B0604020202020204" pitchFamily="34" charset="0"/>
                <a:ea typeface="+mn-ea"/>
                <a:cs typeface="Arial" panose="020B0604020202020204" pitchFamily="34" charset="0"/>
                <a:sym typeface="Arial" panose="020B0604020202020204" pitchFamily="34" charset="0"/>
              </a:rPr>
              <a:t>Last Modified 5-9-2023 18:04 W. Europe Standard Time</a:t>
            </a:r>
            <a:endParaRPr lang="en-US" sz="1632" baseline="0" dirty="0">
              <a:solidFill>
                <a:srgbClr val="808080"/>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1035" name="Printed" hidden="1"/>
          <p:cNvSpPr txBox="1">
            <a:spLocks noChangeArrowheads="1"/>
          </p:cNvSpPr>
          <p:nvPr/>
        </p:nvSpPr>
        <p:spPr bwMode="gray">
          <a:xfrm rot="5400000">
            <a:off x="11143184" y="4197996"/>
            <a:ext cx="1907573" cy="94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defRPr/>
            </a:pPr>
            <a:r>
              <a:rPr lang="en-US" sz="612" baseline="0">
                <a:solidFill>
                  <a:srgbClr val="808080"/>
                </a:solidFill>
                <a:latin typeface="Arial" panose="020B0604020202020204" pitchFamily="34" charset="0"/>
                <a:ea typeface="+mn-ea"/>
                <a:cs typeface="Arial" panose="020B0604020202020204" pitchFamily="34" charset="0"/>
                <a:sym typeface="Arial" panose="020B0604020202020204" pitchFamily="34" charset="0"/>
              </a:rPr>
              <a:t>Printed 5/13/2019 11:23 AM W. Europe Standard Time</a:t>
            </a:r>
            <a:endParaRPr lang="en-US" sz="1632" baseline="0" dirty="0">
              <a:solidFill>
                <a:srgbClr val="808080"/>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19" name="Title Placeholder 2"/>
          <p:cNvSpPr>
            <a:spLocks noGrp="1" noChangeArrowheads="1"/>
          </p:cNvSpPr>
          <p:nvPr>
            <p:ph type="title"/>
          </p:nvPr>
        </p:nvSpPr>
        <p:spPr bwMode="gray">
          <a:xfrm>
            <a:off x="161985" y="234864"/>
            <a:ext cx="11725485" cy="3140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latinLnBrk="0"/>
            <a:r>
              <a:rPr lang="en-US" dirty="0"/>
              <a:t>Click to edit Master title style</a:t>
            </a:r>
            <a:endParaRPr lang="en-US" noProof="0" dirty="0"/>
          </a:p>
        </p:txBody>
      </p:sp>
      <p:sp>
        <p:nvSpPr>
          <p:cNvPr id="10" name="1. On-page tracker" hidden="1"/>
          <p:cNvSpPr>
            <a:spLocks noChangeArrowheads="1"/>
          </p:cNvSpPr>
          <p:nvPr/>
        </p:nvSpPr>
        <p:spPr bwMode="gray">
          <a:xfrm>
            <a:off x="161985" y="77303"/>
            <a:ext cx="501740" cy="125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lang="en-US" sz="816" cap="all" baseline="0" dirty="0">
                <a:solidFill>
                  <a:schemeClr val="accent3"/>
                </a:solidFill>
                <a:latin typeface="Arial" panose="020B0604020202020204" pitchFamily="34" charset="0"/>
                <a:ea typeface="+mn-ea"/>
                <a:cs typeface="Arial" panose="020B0604020202020204" pitchFamily="34" charset="0"/>
                <a:sym typeface="Arial" panose="020B0604020202020204" pitchFamily="34" charset="0"/>
              </a:rPr>
              <a:t>Tracker</a:t>
            </a:r>
          </a:p>
        </p:txBody>
      </p:sp>
      <p:sp>
        <p:nvSpPr>
          <p:cNvPr id="11" name="3. Unit of measure" hidden="1"/>
          <p:cNvSpPr txBox="1">
            <a:spLocks noChangeArrowheads="1"/>
          </p:cNvSpPr>
          <p:nvPr/>
        </p:nvSpPr>
        <p:spPr bwMode="gray">
          <a:xfrm>
            <a:off x="161985" y="566136"/>
            <a:ext cx="11725485" cy="256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defRPr sz="2400">
                <a:solidFill>
                  <a:schemeClr val="tx1"/>
                </a:solidFill>
                <a:latin typeface="Arial" charset="0"/>
              </a:defRPr>
            </a:lvl1pPr>
            <a:lvl2pPr marL="447675" defTabSz="895350">
              <a:defRPr sz="2400">
                <a:solidFill>
                  <a:schemeClr val="tx1"/>
                </a:solidFill>
                <a:latin typeface="Arial" charset="0"/>
              </a:defRPr>
            </a:lvl2pPr>
            <a:lvl3pPr marL="895350" defTabSz="895350">
              <a:defRPr sz="2400">
                <a:solidFill>
                  <a:schemeClr val="tx1"/>
                </a:solidFill>
                <a:latin typeface="Arial" charset="0"/>
              </a:defRPr>
            </a:lvl3pPr>
            <a:lvl4pPr marL="1344613"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a:defRPr/>
            </a:pPr>
            <a:r>
              <a:rPr lang="en-US" sz="1632" baseline="0">
                <a:solidFill>
                  <a:schemeClr val="accent3"/>
                </a:solidFill>
                <a:latin typeface="Arial" panose="020B0604020202020204" pitchFamily="34" charset="0"/>
                <a:ea typeface="+mn-ea"/>
                <a:cs typeface="Arial" panose="020B0604020202020204" pitchFamily="34" charset="0"/>
                <a:sym typeface="Arial" panose="020B0604020202020204" pitchFamily="34" charset="0"/>
              </a:rPr>
              <a:t>Subtitle</a:t>
            </a:r>
            <a:endParaRPr lang="en-US" sz="1632" baseline="0" dirty="0">
              <a:solidFill>
                <a:schemeClr val="accent3"/>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13" name="4. Footnote" hidden="1"/>
          <p:cNvSpPr txBox="1">
            <a:spLocks noChangeArrowheads="1"/>
          </p:cNvSpPr>
          <p:nvPr/>
        </p:nvSpPr>
        <p:spPr bwMode="gray">
          <a:xfrm>
            <a:off x="161985" y="6432273"/>
            <a:ext cx="11725485" cy="128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104775" indent="-104775" defTabSz="895350">
              <a:defRPr sz="2400">
                <a:solidFill>
                  <a:schemeClr val="tx1"/>
                </a:solidFill>
                <a:latin typeface="Arial" charset="0"/>
              </a:defRPr>
            </a:lvl1pPr>
            <a:lvl2pPr marL="1031875" defTabSz="895350">
              <a:defRPr sz="2400">
                <a:solidFill>
                  <a:schemeClr val="tx1"/>
                </a:solidFill>
                <a:latin typeface="Arial" charset="0"/>
              </a:defRPr>
            </a:lvl2pPr>
            <a:lvl3pPr marL="1217613" defTabSz="895350">
              <a:defRPr sz="2400">
                <a:solidFill>
                  <a:schemeClr val="tx1"/>
                </a:solidFill>
                <a:latin typeface="Arial" charset="0"/>
              </a:defRPr>
            </a:lvl3pPr>
            <a:lvl4pPr marL="1404938"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a:defRPr/>
            </a:pPr>
            <a:r>
              <a:rPr lang="en-US" sz="816" baseline="0" dirty="0">
                <a:solidFill>
                  <a:schemeClr val="accent3"/>
                </a:solidFill>
                <a:latin typeface="Arial" panose="020B0604020202020204" pitchFamily="34" charset="0"/>
                <a:ea typeface="+mn-ea"/>
                <a:cs typeface="Arial" panose="020B0604020202020204" pitchFamily="34" charset="0"/>
                <a:sym typeface="Arial" panose="020B0604020202020204" pitchFamily="34" charset="0"/>
              </a:rPr>
              <a:t>1 Footnote</a:t>
            </a:r>
          </a:p>
        </p:txBody>
      </p:sp>
      <p:sp>
        <p:nvSpPr>
          <p:cNvPr id="14" name="5. Source" hidden="1"/>
          <p:cNvSpPr>
            <a:spLocks noChangeArrowheads="1"/>
          </p:cNvSpPr>
          <p:nvPr/>
        </p:nvSpPr>
        <p:spPr bwMode="gray">
          <a:xfrm>
            <a:off x="161985" y="6637982"/>
            <a:ext cx="9795571" cy="128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p>
            <a:pPr marL="621975" indent="-621975" defTabSz="913526">
              <a:tabLst>
                <a:tab pos="643032" algn="l"/>
              </a:tabLst>
            </a:pPr>
            <a:r>
              <a:rPr lang="en-US" sz="816" baseline="0" dirty="0">
                <a:solidFill>
                  <a:schemeClr val="accent3"/>
                </a:solidFill>
                <a:latin typeface="Arial" panose="020B0604020202020204" pitchFamily="34" charset="0"/>
                <a:ea typeface="+mn-ea"/>
                <a:cs typeface="Arial" panose="020B0604020202020204" pitchFamily="34" charset="0"/>
                <a:sym typeface="Arial" panose="020B0604020202020204" pitchFamily="34" charset="0"/>
              </a:rPr>
              <a:t>SOURCE: Source</a:t>
            </a:r>
          </a:p>
        </p:txBody>
      </p:sp>
      <p:sp>
        <p:nvSpPr>
          <p:cNvPr id="3" name="Text Placeholder 2"/>
          <p:cNvSpPr>
            <a:spLocks noGrp="1"/>
          </p:cNvSpPr>
          <p:nvPr>
            <p:ph type="body" idx="1"/>
          </p:nvPr>
        </p:nvSpPr>
        <p:spPr bwMode="gray">
          <a:xfrm>
            <a:off x="1976208" y="1991016"/>
            <a:ext cx="5853024" cy="1130501"/>
          </a:xfrm>
          <a:prstGeom prst="rect">
            <a:avLst/>
          </a:prstGeom>
        </p:spPr>
        <p:txBody>
          <a:bodyPr vert="horz" lIns="0" tIns="0" rIns="0" bIns="0" rtlCol="0">
            <a:spAutoFit/>
          </a:bodyPr>
          <a:lstStyle/>
          <a:p>
            <a:pPr lvl="0" latinLnBrk="0"/>
            <a:r>
              <a:rPr lang="en-US" dirty="0"/>
              <a:t>Edit Master text styles</a:t>
            </a:r>
          </a:p>
          <a:p>
            <a:pPr lvl="1" latinLnBrk="0"/>
            <a:r>
              <a:rPr lang="en-US" dirty="0"/>
              <a:t>Second level</a:t>
            </a:r>
          </a:p>
          <a:p>
            <a:pPr lvl="2" latinLnBrk="0"/>
            <a:r>
              <a:rPr lang="en-US" dirty="0"/>
              <a:t>Third level</a:t>
            </a:r>
          </a:p>
          <a:p>
            <a:pPr lvl="3" latinLnBrk="0"/>
            <a:r>
              <a:rPr lang="en-US" dirty="0"/>
              <a:t>Fourth level</a:t>
            </a:r>
          </a:p>
          <a:p>
            <a:pPr lvl="4" latinLnBrk="0"/>
            <a:r>
              <a:rPr lang="en-US" dirty="0"/>
              <a:t>Fifth level</a:t>
            </a:r>
          </a:p>
        </p:txBody>
      </p:sp>
      <p:grpSp>
        <p:nvGrpSpPr>
          <p:cNvPr id="15" name="ACET" hidden="1"/>
          <p:cNvGrpSpPr>
            <a:grpSpLocks/>
          </p:cNvGrpSpPr>
          <p:nvPr/>
        </p:nvGrpSpPr>
        <p:grpSpPr bwMode="gray">
          <a:xfrm>
            <a:off x="1976207" y="1205554"/>
            <a:ext cx="5801189" cy="596066"/>
            <a:chOff x="915" y="662"/>
            <a:chExt cx="2686" cy="368"/>
          </a:xfrm>
        </p:grpSpPr>
        <p:cxnSp>
          <p:nvCxnSpPr>
            <p:cNvPr id="16" name="AutoShape 249"/>
            <p:cNvCxnSpPr>
              <a:cxnSpLocks noChangeShapeType="1"/>
              <a:stCxn id="18" idx="4"/>
              <a:endCxn id="18" idx="6"/>
            </p:cNvCxnSpPr>
            <p:nvPr/>
          </p:nvCxnSpPr>
          <p:spPr bwMode="gray">
            <a:xfrm>
              <a:off x="915" y="1030"/>
              <a:ext cx="2686" cy="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AutoShape 250"/>
            <p:cNvSpPr>
              <a:spLocks noChangeArrowheads="1"/>
            </p:cNvSpPr>
            <p:nvPr/>
          </p:nvSpPr>
          <p:spPr bwMode="gray">
            <a:xfrm>
              <a:off x="915" y="662"/>
              <a:ext cx="2686" cy="368"/>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p>
              <a:r>
                <a:rPr lang="en-US" sz="1837" b="1" baseline="0" dirty="0">
                  <a:solidFill>
                    <a:schemeClr val="tx1"/>
                  </a:solidFill>
                  <a:latin typeface="Arial" panose="020B0604020202020204" pitchFamily="34" charset="0"/>
                  <a:ea typeface="+mn-ea"/>
                  <a:cs typeface="Arial" panose="020B0604020202020204" pitchFamily="34" charset="0"/>
                  <a:sym typeface="Arial" panose="020B0604020202020204" pitchFamily="34" charset="0"/>
                </a:rPr>
                <a:t>Title</a:t>
              </a:r>
            </a:p>
            <a:p>
              <a:r>
                <a:rPr lang="en-US" sz="1837" baseline="0" dirty="0">
                  <a:solidFill>
                    <a:schemeClr val="accent3"/>
                  </a:solidFill>
                  <a:latin typeface="Arial" panose="020B0604020202020204" pitchFamily="34" charset="0"/>
                  <a:ea typeface="+mn-ea"/>
                  <a:cs typeface="Arial" panose="020B0604020202020204" pitchFamily="34" charset="0"/>
                  <a:sym typeface="Arial" panose="020B0604020202020204" pitchFamily="34" charset="0"/>
                </a:rPr>
                <a:t>Unit of measure</a:t>
              </a:r>
            </a:p>
          </p:txBody>
        </p:sp>
      </p:grpSp>
      <p:grpSp>
        <p:nvGrpSpPr>
          <p:cNvPr id="17" name="Sticker" hidden="1"/>
          <p:cNvGrpSpPr/>
          <p:nvPr/>
        </p:nvGrpSpPr>
        <p:grpSpPr bwMode="gray">
          <a:xfrm>
            <a:off x="11404511" y="291554"/>
            <a:ext cx="482953" cy="153247"/>
            <a:chOff x="8385792" y="285750"/>
            <a:chExt cx="354983" cy="150196"/>
          </a:xfrm>
        </p:grpSpPr>
        <p:sp>
          <p:nvSpPr>
            <p:cNvPr id="20" name="StickerRectangle"/>
            <p:cNvSpPr>
              <a:spLocks noChangeArrowheads="1"/>
            </p:cNvSpPr>
            <p:nvPr/>
          </p:nvSpPr>
          <p:spPr bwMode="gray">
            <a:xfrm>
              <a:off x="8385792" y="285750"/>
              <a:ext cx="354983" cy="15019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 tIns="0" rIns="0" bIns="27432">
              <a:spAutoFit/>
            </a:bodyPr>
            <a:lstStyle/>
            <a:p>
              <a:pPr algn="r" defTabSz="913526">
                <a:buClr>
                  <a:srgbClr val="002960"/>
                </a:buClr>
              </a:pPr>
              <a:r>
                <a:rPr lang="en-US" sz="816" baseline="0" dirty="0">
                  <a:solidFill>
                    <a:schemeClr val="accent6"/>
                  </a:solidFill>
                  <a:latin typeface="Arial" panose="020B0604020202020204" pitchFamily="34" charset="0"/>
                  <a:ea typeface="+mn-ea"/>
                  <a:cs typeface="Arial" panose="020B0604020202020204" pitchFamily="34" charset="0"/>
                  <a:sym typeface="Arial" panose="020B0604020202020204" pitchFamily="34" charset="0"/>
                </a:rPr>
                <a:t>STICKER</a:t>
              </a:r>
            </a:p>
          </p:txBody>
        </p:sp>
        <p:cxnSp>
          <p:nvCxnSpPr>
            <p:cNvPr id="21" name="AutoShape 31"/>
            <p:cNvCxnSpPr>
              <a:cxnSpLocks noChangeShapeType="1"/>
              <a:stCxn id="20" idx="2"/>
              <a:endCxn id="20" idx="4"/>
            </p:cNvCxnSpPr>
            <p:nvPr/>
          </p:nvCxnSpPr>
          <p:spPr bwMode="gray">
            <a:xfrm>
              <a:off x="8385792" y="285750"/>
              <a:ext cx="0" cy="150196"/>
            </a:xfrm>
            <a:prstGeom prst="straightConnector1">
              <a:avLst/>
            </a:prstGeom>
            <a:noFill/>
            <a:ln w="9525">
              <a:solidFill>
                <a:schemeClr val="accent6"/>
              </a:solidFill>
              <a:round/>
              <a:headEnd/>
              <a:tailEnd/>
            </a:ln>
            <a:extLst>
              <a:ext uri="{909E8E84-426E-40DD-AFC4-6F175D3DCCD1}">
                <a14:hiddenFill xmlns:a14="http://schemas.microsoft.com/office/drawing/2010/main">
                  <a:noFill/>
                </a14:hiddenFill>
              </a:ext>
            </a:extLst>
          </p:spPr>
        </p:cxnSp>
        <p:cxnSp>
          <p:nvCxnSpPr>
            <p:cNvPr id="22" name="AutoShape 32"/>
            <p:cNvCxnSpPr>
              <a:cxnSpLocks noChangeShapeType="1"/>
              <a:stCxn id="20" idx="4"/>
              <a:endCxn id="20" idx="6"/>
            </p:cNvCxnSpPr>
            <p:nvPr/>
          </p:nvCxnSpPr>
          <p:spPr bwMode="gray">
            <a:xfrm>
              <a:off x="8385792" y="435946"/>
              <a:ext cx="354983" cy="0"/>
            </a:xfrm>
            <a:prstGeom prst="straightConnector1">
              <a:avLst/>
            </a:prstGeom>
            <a:noFill/>
            <a:ln w="25400">
              <a:solidFill>
                <a:schemeClr val="accent6"/>
              </a:solidFill>
              <a:round/>
              <a:headEnd/>
              <a:tailEnd/>
            </a:ln>
            <a:extLst>
              <a:ext uri="{909E8E84-426E-40DD-AFC4-6F175D3DCCD1}">
                <a14:hiddenFill xmlns:a14="http://schemas.microsoft.com/office/drawing/2010/main">
                  <a:noFill/>
                </a14:hiddenFill>
              </a:ext>
            </a:extLst>
          </p:spPr>
        </p:cxnSp>
      </p:grpSp>
      <p:sp>
        <p:nvSpPr>
          <p:cNvPr id="24" name="SlideBottomBar" hidden="1"/>
          <p:cNvSpPr/>
          <p:nvPr/>
        </p:nvSpPr>
        <p:spPr>
          <a:xfrm>
            <a:off x="11576460" y="6455859"/>
            <a:ext cx="62201" cy="126340"/>
          </a:xfrm>
          <a:prstGeom prst="rect">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a:endParaRPr lang="en-US" sz="1837" baseline="0" dirty="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23" name="doc id" hidden="1"/>
          <p:cNvSpPr>
            <a:spLocks noChangeArrowheads="1"/>
          </p:cNvSpPr>
          <p:nvPr/>
        </p:nvSpPr>
        <p:spPr bwMode="auto">
          <a:xfrm>
            <a:off x="10995478" y="51833"/>
            <a:ext cx="894152" cy="124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p>
            <a:pPr algn="r" defTabSz="913526" eaLnBrk="1"/>
            <a:endParaRPr lang="en-US" sz="816" baseline="0" dirty="0">
              <a:solidFill>
                <a:srgbClr val="808080"/>
              </a:solidFill>
              <a:latin typeface="Arial" panose="020B0604020202020204" pitchFamily="34" charset="0"/>
              <a:ea typeface="+mn-ea"/>
              <a:cs typeface="Arial" panose="020B0604020202020204" pitchFamily="34" charset="0"/>
              <a:sym typeface="Arial" panose="020B0604020202020204" pitchFamily="34" charset="0"/>
            </a:endParaRPr>
          </a:p>
        </p:txBody>
      </p:sp>
      <p:grpSp>
        <p:nvGrpSpPr>
          <p:cNvPr id="59" name="LegendLines" hidden="1"/>
          <p:cNvGrpSpPr/>
          <p:nvPr/>
        </p:nvGrpSpPr>
        <p:grpSpPr>
          <a:xfrm>
            <a:off x="10263061" y="277885"/>
            <a:ext cx="1380118" cy="776933"/>
            <a:chOff x="7607284" y="279400"/>
            <a:chExt cx="1014423" cy="761466"/>
          </a:xfrm>
        </p:grpSpPr>
        <p:sp>
          <p:nvSpPr>
            <p:cNvPr id="60" name="LineLegend1"/>
            <p:cNvSpPr>
              <a:spLocks noChangeShapeType="1"/>
            </p:cNvSpPr>
            <p:nvPr/>
          </p:nvSpPr>
          <p:spPr bwMode="gray">
            <a:xfrm>
              <a:off x="7607284" y="387122"/>
              <a:ext cx="457200" cy="0"/>
            </a:xfrm>
            <a:prstGeom prst="line">
              <a:avLst/>
            </a:prstGeom>
            <a:noFill/>
            <a:ln w="28575">
              <a:solidFill>
                <a:schemeClr val="accent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a:endParaRPr lang="en-US" sz="1837" baseline="0" dirty="0">
                <a:latin typeface="Arial" panose="020B0604020202020204" pitchFamily="34" charset="0"/>
                <a:ea typeface="+mn-ea"/>
                <a:cs typeface="Arial" panose="020B0604020202020204" pitchFamily="34" charset="0"/>
                <a:sym typeface="Arial" panose="020B0604020202020204" pitchFamily="34" charset="0"/>
              </a:endParaRPr>
            </a:p>
          </p:txBody>
        </p:sp>
        <p:sp>
          <p:nvSpPr>
            <p:cNvPr id="61" name="LineLegend2"/>
            <p:cNvSpPr>
              <a:spLocks noChangeShapeType="1"/>
            </p:cNvSpPr>
            <p:nvPr/>
          </p:nvSpPr>
          <p:spPr bwMode="gray">
            <a:xfrm>
              <a:off x="7607284" y="653822"/>
              <a:ext cx="457200" cy="0"/>
            </a:xfrm>
            <a:prstGeom prst="line">
              <a:avLst/>
            </a:prstGeom>
            <a:noFill/>
            <a:ln w="28575">
              <a:solidFill>
                <a:schemeClr val="accent3"/>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a:endParaRPr lang="en-US" sz="1837" baseline="0" dirty="0">
                <a:latin typeface="Arial" panose="020B0604020202020204" pitchFamily="34" charset="0"/>
                <a:ea typeface="+mn-ea"/>
                <a:cs typeface="Arial" panose="020B0604020202020204" pitchFamily="34" charset="0"/>
                <a:sym typeface="Arial" panose="020B0604020202020204" pitchFamily="34" charset="0"/>
              </a:endParaRPr>
            </a:p>
          </p:txBody>
        </p:sp>
        <p:sp>
          <p:nvSpPr>
            <p:cNvPr id="62" name="LineLegend3"/>
            <p:cNvSpPr>
              <a:spLocks noChangeShapeType="1"/>
            </p:cNvSpPr>
            <p:nvPr/>
          </p:nvSpPr>
          <p:spPr bwMode="gray">
            <a:xfrm>
              <a:off x="7607284" y="933223"/>
              <a:ext cx="457200" cy="0"/>
            </a:xfrm>
            <a:prstGeom prst="line">
              <a:avLst/>
            </a:prstGeom>
            <a:noFill/>
            <a:ln w="28575">
              <a:solidFill>
                <a:schemeClr val="accent3"/>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a:endParaRPr lang="en-US" sz="1837" baseline="0" dirty="0">
                <a:latin typeface="Arial" panose="020B0604020202020204" pitchFamily="34" charset="0"/>
                <a:ea typeface="+mn-ea"/>
                <a:cs typeface="Arial" panose="020B0604020202020204" pitchFamily="34" charset="0"/>
                <a:sym typeface="Arial" panose="020B0604020202020204" pitchFamily="34" charset="0"/>
              </a:endParaRPr>
            </a:p>
          </p:txBody>
        </p:sp>
        <p:sp>
          <p:nvSpPr>
            <p:cNvPr id="100" name="Legend1"/>
            <p:cNvSpPr>
              <a:spLocks noChangeArrowheads="1"/>
            </p:cNvSpPr>
            <p:nvPr>
              <p:custDataLst>
                <p:tags r:id="rId31"/>
              </p:custDataLst>
            </p:nvPr>
          </p:nvSpPr>
          <p:spPr bwMode="gray">
            <a:xfrm>
              <a:off x="8169259" y="279400"/>
              <a:ext cx="452448" cy="215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3526">
                <a:buClr>
                  <a:schemeClr val="tx2"/>
                </a:buClr>
              </a:pPr>
              <a:r>
                <a:rPr lang="en-US" sz="1428" baseline="0" dirty="0">
                  <a:latin typeface="Arial" panose="020B0604020202020204" pitchFamily="34" charset="0"/>
                  <a:ea typeface="+mn-ea"/>
                  <a:cs typeface="Arial" panose="020B0604020202020204" pitchFamily="34" charset="0"/>
                  <a:sym typeface="Arial" panose="020B0604020202020204" pitchFamily="34" charset="0"/>
                </a:rPr>
                <a:t>Legend</a:t>
              </a:r>
            </a:p>
          </p:txBody>
        </p:sp>
        <p:sp>
          <p:nvSpPr>
            <p:cNvPr id="101" name="Legend2"/>
            <p:cNvSpPr>
              <a:spLocks noChangeArrowheads="1"/>
            </p:cNvSpPr>
            <p:nvPr>
              <p:custDataLst>
                <p:tags r:id="rId32"/>
              </p:custDataLst>
            </p:nvPr>
          </p:nvSpPr>
          <p:spPr bwMode="gray">
            <a:xfrm>
              <a:off x="8169259" y="546100"/>
              <a:ext cx="452448" cy="215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3526">
                <a:buClr>
                  <a:schemeClr val="tx2"/>
                </a:buClr>
              </a:pPr>
              <a:r>
                <a:rPr lang="en-US" sz="1428" baseline="0" dirty="0">
                  <a:latin typeface="Arial" panose="020B0604020202020204" pitchFamily="34" charset="0"/>
                  <a:ea typeface="+mn-ea"/>
                  <a:cs typeface="Arial" panose="020B0604020202020204" pitchFamily="34" charset="0"/>
                  <a:sym typeface="Arial" panose="020B0604020202020204" pitchFamily="34" charset="0"/>
                </a:rPr>
                <a:t>Legend</a:t>
              </a:r>
            </a:p>
          </p:txBody>
        </p:sp>
        <p:sp>
          <p:nvSpPr>
            <p:cNvPr id="102" name="Legend3"/>
            <p:cNvSpPr>
              <a:spLocks noChangeArrowheads="1"/>
            </p:cNvSpPr>
            <p:nvPr>
              <p:custDataLst>
                <p:tags r:id="rId33"/>
              </p:custDataLst>
            </p:nvPr>
          </p:nvSpPr>
          <p:spPr bwMode="gray">
            <a:xfrm>
              <a:off x="8169259" y="825501"/>
              <a:ext cx="452448" cy="215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3526">
                <a:buClr>
                  <a:schemeClr val="tx2"/>
                </a:buClr>
              </a:pPr>
              <a:r>
                <a:rPr lang="en-US" sz="1428" baseline="0" dirty="0">
                  <a:latin typeface="Arial" panose="020B0604020202020204" pitchFamily="34" charset="0"/>
                  <a:ea typeface="+mn-ea"/>
                  <a:cs typeface="Arial" panose="020B0604020202020204" pitchFamily="34" charset="0"/>
                  <a:sym typeface="Arial" panose="020B0604020202020204" pitchFamily="34" charset="0"/>
                </a:rPr>
                <a:t>Legend</a:t>
              </a:r>
            </a:p>
          </p:txBody>
        </p:sp>
      </p:grpSp>
      <p:grpSp>
        <p:nvGrpSpPr>
          <p:cNvPr id="103" name="LegendBoxes" hidden="1"/>
          <p:cNvGrpSpPr/>
          <p:nvPr/>
        </p:nvGrpSpPr>
        <p:grpSpPr>
          <a:xfrm>
            <a:off x="10682060" y="277991"/>
            <a:ext cx="961119" cy="1049050"/>
            <a:chOff x="5894005" y="919828"/>
            <a:chExt cx="706448" cy="1028166"/>
          </a:xfrm>
        </p:grpSpPr>
        <p:sp>
          <p:nvSpPr>
            <p:cNvPr id="104" name="RectangleLegend1"/>
            <p:cNvSpPr>
              <a:spLocks noChangeArrowheads="1"/>
            </p:cNvSpPr>
            <p:nvPr/>
          </p:nvSpPr>
          <p:spPr bwMode="gray">
            <a:xfrm>
              <a:off x="5894005" y="947381"/>
              <a:ext cx="165100" cy="160338"/>
            </a:xfrm>
            <a:prstGeom prst="rect">
              <a:avLst/>
            </a:prstGeom>
            <a:solidFill>
              <a:schemeClr val="accent1"/>
            </a:solidFill>
            <a:ln w="9525">
              <a:solidFill>
                <a:schemeClr val="accent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a:endParaRPr lang="en-US" sz="1837" baseline="0" dirty="0">
                <a:latin typeface="Arial" panose="020B0604020202020204" pitchFamily="34" charset="0"/>
                <a:ea typeface="+mn-ea"/>
                <a:cs typeface="Arial" panose="020B0604020202020204" pitchFamily="34" charset="0"/>
                <a:sym typeface="Arial" panose="020B0604020202020204" pitchFamily="34" charset="0"/>
              </a:endParaRPr>
            </a:p>
          </p:txBody>
        </p:sp>
        <p:sp>
          <p:nvSpPr>
            <p:cNvPr id="105" name="RectangleLegend2"/>
            <p:cNvSpPr>
              <a:spLocks noChangeArrowheads="1"/>
            </p:cNvSpPr>
            <p:nvPr/>
          </p:nvSpPr>
          <p:spPr bwMode="gray">
            <a:xfrm>
              <a:off x="5894005" y="1217256"/>
              <a:ext cx="165100" cy="160338"/>
            </a:xfrm>
            <a:prstGeom prst="rect">
              <a:avLst/>
            </a:prstGeom>
            <a:solidFill>
              <a:schemeClr val="accent2"/>
            </a:solidFill>
            <a:ln w="9525">
              <a:solidFill>
                <a:schemeClr val="accent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a:endParaRPr lang="en-US" sz="1837" baseline="0" dirty="0">
                <a:latin typeface="Arial" panose="020B0604020202020204" pitchFamily="34" charset="0"/>
                <a:ea typeface="+mn-ea"/>
                <a:cs typeface="Arial" panose="020B0604020202020204" pitchFamily="34" charset="0"/>
                <a:sym typeface="Arial" panose="020B0604020202020204" pitchFamily="34" charset="0"/>
              </a:endParaRPr>
            </a:p>
          </p:txBody>
        </p:sp>
        <p:sp>
          <p:nvSpPr>
            <p:cNvPr id="106" name="RectangleLegend3"/>
            <p:cNvSpPr>
              <a:spLocks noChangeArrowheads="1"/>
            </p:cNvSpPr>
            <p:nvPr/>
          </p:nvSpPr>
          <p:spPr bwMode="gray">
            <a:xfrm>
              <a:off x="5894005" y="1488719"/>
              <a:ext cx="165100" cy="160338"/>
            </a:xfrm>
            <a:prstGeom prst="rect">
              <a:avLst/>
            </a:prstGeom>
            <a:solidFill>
              <a:schemeClr val="accent3"/>
            </a:solidFill>
            <a:ln w="9525">
              <a:solidFill>
                <a:schemeClr val="accent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a:endParaRPr lang="en-US" sz="1837" baseline="0" dirty="0">
                <a:latin typeface="Arial" panose="020B0604020202020204" pitchFamily="34" charset="0"/>
                <a:ea typeface="+mn-ea"/>
                <a:cs typeface="Arial" panose="020B0604020202020204" pitchFamily="34" charset="0"/>
                <a:sym typeface="Arial" panose="020B0604020202020204" pitchFamily="34" charset="0"/>
              </a:endParaRPr>
            </a:p>
          </p:txBody>
        </p:sp>
        <p:sp>
          <p:nvSpPr>
            <p:cNvPr id="107" name="RectangleLegend4"/>
            <p:cNvSpPr>
              <a:spLocks noChangeArrowheads="1"/>
            </p:cNvSpPr>
            <p:nvPr/>
          </p:nvSpPr>
          <p:spPr bwMode="gray">
            <a:xfrm>
              <a:off x="5894005" y="1760182"/>
              <a:ext cx="165100" cy="160338"/>
            </a:xfrm>
            <a:prstGeom prst="rect">
              <a:avLst/>
            </a:prstGeom>
            <a:solidFill>
              <a:schemeClr val="accent4"/>
            </a:solidFill>
            <a:ln w="9525">
              <a:solidFill>
                <a:schemeClr val="accent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a:endParaRPr lang="en-US" sz="1837" baseline="0" dirty="0">
                <a:latin typeface="Arial" panose="020B0604020202020204" pitchFamily="34" charset="0"/>
                <a:ea typeface="+mn-ea"/>
                <a:cs typeface="Arial" panose="020B0604020202020204" pitchFamily="34" charset="0"/>
                <a:sym typeface="Arial" panose="020B0604020202020204" pitchFamily="34" charset="0"/>
              </a:endParaRPr>
            </a:p>
          </p:txBody>
        </p:sp>
        <p:sp>
          <p:nvSpPr>
            <p:cNvPr id="108" name="Legend1"/>
            <p:cNvSpPr>
              <a:spLocks noChangeArrowheads="1"/>
            </p:cNvSpPr>
            <p:nvPr>
              <p:custDataLst>
                <p:tags r:id="rId27"/>
              </p:custDataLst>
            </p:nvPr>
          </p:nvSpPr>
          <p:spPr bwMode="gray">
            <a:xfrm>
              <a:off x="6148005" y="919828"/>
              <a:ext cx="452448" cy="215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3526">
                <a:buClr>
                  <a:schemeClr val="tx2"/>
                </a:buClr>
              </a:pPr>
              <a:r>
                <a:rPr lang="en-US" sz="1428" baseline="0" dirty="0">
                  <a:latin typeface="Arial" panose="020B0604020202020204" pitchFamily="34" charset="0"/>
                  <a:ea typeface="+mn-ea"/>
                  <a:cs typeface="Arial" panose="020B0604020202020204" pitchFamily="34" charset="0"/>
                  <a:sym typeface="Arial" panose="020B0604020202020204" pitchFamily="34" charset="0"/>
                </a:rPr>
                <a:t>Legend</a:t>
              </a:r>
            </a:p>
          </p:txBody>
        </p:sp>
        <p:sp>
          <p:nvSpPr>
            <p:cNvPr id="109" name="Legend2"/>
            <p:cNvSpPr>
              <a:spLocks noChangeArrowheads="1"/>
            </p:cNvSpPr>
            <p:nvPr>
              <p:custDataLst>
                <p:tags r:id="rId28"/>
              </p:custDataLst>
            </p:nvPr>
          </p:nvSpPr>
          <p:spPr bwMode="gray">
            <a:xfrm>
              <a:off x="6148005" y="1189703"/>
              <a:ext cx="452448" cy="215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3526">
                <a:buClr>
                  <a:schemeClr val="tx2"/>
                </a:buClr>
              </a:pPr>
              <a:r>
                <a:rPr lang="en-US" sz="1428" baseline="0" dirty="0">
                  <a:latin typeface="Arial" panose="020B0604020202020204" pitchFamily="34" charset="0"/>
                  <a:ea typeface="+mn-ea"/>
                  <a:cs typeface="Arial" panose="020B0604020202020204" pitchFamily="34" charset="0"/>
                  <a:sym typeface="Arial" panose="020B0604020202020204" pitchFamily="34" charset="0"/>
                </a:rPr>
                <a:t>Legend</a:t>
              </a:r>
            </a:p>
          </p:txBody>
        </p:sp>
        <p:sp>
          <p:nvSpPr>
            <p:cNvPr id="110" name="Legend3"/>
            <p:cNvSpPr>
              <a:spLocks noChangeArrowheads="1"/>
            </p:cNvSpPr>
            <p:nvPr>
              <p:custDataLst>
                <p:tags r:id="rId29"/>
              </p:custDataLst>
            </p:nvPr>
          </p:nvSpPr>
          <p:spPr bwMode="gray">
            <a:xfrm>
              <a:off x="6148005" y="1461166"/>
              <a:ext cx="452448" cy="215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3526">
                <a:buClr>
                  <a:schemeClr val="tx2"/>
                </a:buClr>
              </a:pPr>
              <a:r>
                <a:rPr lang="en-US" sz="1428" baseline="0" dirty="0">
                  <a:latin typeface="Arial" panose="020B0604020202020204" pitchFamily="34" charset="0"/>
                  <a:ea typeface="+mn-ea"/>
                  <a:cs typeface="Arial" panose="020B0604020202020204" pitchFamily="34" charset="0"/>
                  <a:sym typeface="Arial" panose="020B0604020202020204" pitchFamily="34" charset="0"/>
                </a:rPr>
                <a:t>Legend</a:t>
              </a:r>
            </a:p>
          </p:txBody>
        </p:sp>
        <p:sp>
          <p:nvSpPr>
            <p:cNvPr id="111" name="Legend4"/>
            <p:cNvSpPr>
              <a:spLocks noChangeArrowheads="1"/>
            </p:cNvSpPr>
            <p:nvPr>
              <p:custDataLst>
                <p:tags r:id="rId30"/>
              </p:custDataLst>
            </p:nvPr>
          </p:nvSpPr>
          <p:spPr bwMode="gray">
            <a:xfrm>
              <a:off x="6148005" y="1732629"/>
              <a:ext cx="452448" cy="215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3526">
                <a:buClr>
                  <a:schemeClr val="tx2"/>
                </a:buClr>
              </a:pPr>
              <a:r>
                <a:rPr lang="en-US" sz="1428" baseline="0" dirty="0">
                  <a:latin typeface="Arial" panose="020B0604020202020204" pitchFamily="34" charset="0"/>
                  <a:ea typeface="+mn-ea"/>
                  <a:cs typeface="Arial" panose="020B0604020202020204" pitchFamily="34" charset="0"/>
                  <a:sym typeface="Arial" panose="020B0604020202020204" pitchFamily="34" charset="0"/>
                </a:rPr>
                <a:t>Legend</a:t>
              </a:r>
            </a:p>
          </p:txBody>
        </p:sp>
      </p:grpSp>
      <p:grpSp>
        <p:nvGrpSpPr>
          <p:cNvPr id="112" name="LegendMoons" hidden="1"/>
          <p:cNvGrpSpPr/>
          <p:nvPr/>
        </p:nvGrpSpPr>
        <p:grpSpPr>
          <a:xfrm>
            <a:off x="10591348" y="277476"/>
            <a:ext cx="1051830" cy="1343674"/>
            <a:chOff x="5894005" y="2695123"/>
            <a:chExt cx="773123" cy="1316925"/>
          </a:xfrm>
        </p:grpSpPr>
        <p:grpSp>
          <p:nvGrpSpPr>
            <p:cNvPr id="113" name="MoonLegend1"/>
            <p:cNvGrpSpPr>
              <a:grpSpLocks noChangeAspect="1"/>
            </p:cNvGrpSpPr>
            <p:nvPr>
              <p:custDataLst>
                <p:tags r:id="rId7"/>
              </p:custDataLst>
            </p:nvPr>
          </p:nvGrpSpPr>
          <p:grpSpPr bwMode="gray">
            <a:xfrm>
              <a:off x="5894005" y="2695123"/>
              <a:ext cx="209550" cy="218282"/>
              <a:chOff x="4533" y="183"/>
              <a:chExt cx="144" cy="150"/>
            </a:xfrm>
          </p:grpSpPr>
          <p:sp>
            <p:nvSpPr>
              <p:cNvPr id="131" name="Oval 130"/>
              <p:cNvSpPr>
                <a:spLocks noChangeAspect="1" noChangeArrowheads="1"/>
              </p:cNvSpPr>
              <p:nvPr>
                <p:custDataLst>
                  <p:tags r:id="rId25"/>
                </p:custDataLst>
              </p:nvPr>
            </p:nvSpPr>
            <p:spPr bwMode="gray">
              <a:xfrm>
                <a:off x="4533" y="189"/>
                <a:ext cx="144" cy="144"/>
              </a:xfrm>
              <a:prstGeom prst="ellipse">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a:endParaRPr lang="en-US" sz="1837" baseline="0" dirty="0">
                  <a:latin typeface="Arial" panose="020B0604020202020204" pitchFamily="34" charset="0"/>
                  <a:ea typeface="+mn-ea"/>
                  <a:cs typeface="Arial" panose="020B0604020202020204" pitchFamily="34" charset="0"/>
                  <a:sym typeface="Arial" panose="020B0604020202020204" pitchFamily="34" charset="0"/>
                </a:endParaRPr>
              </a:p>
            </p:txBody>
          </p:sp>
          <p:sp>
            <p:nvSpPr>
              <p:cNvPr id="132" name="Arc 131" hidden="1"/>
              <p:cNvSpPr>
                <a:spLocks noChangeAspect="1"/>
              </p:cNvSpPr>
              <p:nvPr>
                <p:custDataLst>
                  <p:tags r:id="rId26"/>
                </p:custDataLst>
              </p:nvPr>
            </p:nvSpPr>
            <p:spPr bwMode="gray">
              <a:xfrm>
                <a:off x="4533" y="183"/>
                <a:ext cx="144" cy="144"/>
              </a:xfrm>
              <a:prstGeom prst="arc">
                <a:avLst>
                  <a:gd name="adj1" fmla="val 16200000"/>
                  <a:gd name="adj2" fmla="val 5400000"/>
                </a:avLst>
              </a:prstGeom>
              <a:solidFill>
                <a:schemeClr val="accent4"/>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a:endParaRPr lang="en-US" sz="1837" baseline="0" dirty="0">
                  <a:latin typeface="Arial" panose="020B0604020202020204" pitchFamily="34" charset="0"/>
                  <a:ea typeface="+mn-ea"/>
                  <a:cs typeface="Arial" panose="020B0604020202020204" pitchFamily="34" charset="0"/>
                  <a:sym typeface="Arial" panose="020B0604020202020204" pitchFamily="34" charset="0"/>
                </a:endParaRPr>
              </a:p>
            </p:txBody>
          </p:sp>
        </p:grpSp>
        <p:grpSp>
          <p:nvGrpSpPr>
            <p:cNvPr id="114" name="MoonLegend2"/>
            <p:cNvGrpSpPr>
              <a:grpSpLocks noChangeAspect="1"/>
            </p:cNvGrpSpPr>
            <p:nvPr>
              <p:custDataLst>
                <p:tags r:id="rId8"/>
              </p:custDataLst>
            </p:nvPr>
          </p:nvGrpSpPr>
          <p:grpSpPr bwMode="gray">
            <a:xfrm>
              <a:off x="5894005" y="2977103"/>
              <a:ext cx="209550" cy="209551"/>
              <a:chOff x="1694" y="2051"/>
              <a:chExt cx="160" cy="160"/>
            </a:xfrm>
          </p:grpSpPr>
          <p:sp>
            <p:nvSpPr>
              <p:cNvPr id="129" name="Oval 41"/>
              <p:cNvSpPr>
                <a:spLocks noChangeAspect="1" noChangeArrowheads="1"/>
              </p:cNvSpPr>
              <p:nvPr>
                <p:custDataLst>
                  <p:tags r:id="rId23"/>
                </p:custDataLst>
              </p:nvPr>
            </p:nvSpPr>
            <p:spPr bwMode="gray">
              <a:xfrm>
                <a:off x="1694" y="2051"/>
                <a:ext cx="160" cy="160"/>
              </a:xfrm>
              <a:prstGeom prst="ellipse">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a:endParaRPr lang="en-US" sz="1837" baseline="0" dirty="0">
                  <a:latin typeface="Arial" panose="020B0604020202020204" pitchFamily="34" charset="0"/>
                  <a:ea typeface="+mn-ea"/>
                  <a:cs typeface="Arial" panose="020B0604020202020204" pitchFamily="34" charset="0"/>
                  <a:sym typeface="Arial" panose="020B0604020202020204" pitchFamily="34" charset="0"/>
                </a:endParaRPr>
              </a:p>
            </p:txBody>
          </p:sp>
          <p:sp>
            <p:nvSpPr>
              <p:cNvPr id="130" name="Arc 42"/>
              <p:cNvSpPr>
                <a:spLocks noChangeAspect="1"/>
              </p:cNvSpPr>
              <p:nvPr>
                <p:custDataLst>
                  <p:tags r:id="rId24"/>
                </p:custDataLst>
              </p:nvPr>
            </p:nvSpPr>
            <p:spPr bwMode="gray">
              <a:xfrm>
                <a:off x="1694" y="2051"/>
                <a:ext cx="160" cy="160"/>
              </a:xfrm>
              <a:prstGeom prst="arc">
                <a:avLst/>
              </a:prstGeom>
              <a:solidFill>
                <a:schemeClr val="accent4"/>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a:endParaRPr lang="en-US" sz="1837" baseline="0" dirty="0">
                  <a:latin typeface="Arial" panose="020B0604020202020204" pitchFamily="34" charset="0"/>
                  <a:ea typeface="+mn-ea"/>
                  <a:cs typeface="Arial" panose="020B0604020202020204" pitchFamily="34" charset="0"/>
                  <a:sym typeface="Arial" panose="020B0604020202020204" pitchFamily="34" charset="0"/>
                </a:endParaRPr>
              </a:p>
            </p:txBody>
          </p:sp>
        </p:grpSp>
        <p:grpSp>
          <p:nvGrpSpPr>
            <p:cNvPr id="115" name="MoonLegend4"/>
            <p:cNvGrpSpPr>
              <a:grpSpLocks noChangeAspect="1"/>
            </p:cNvGrpSpPr>
            <p:nvPr>
              <p:custDataLst>
                <p:tags r:id="rId9"/>
              </p:custDataLst>
            </p:nvPr>
          </p:nvGrpSpPr>
          <p:grpSpPr bwMode="gray">
            <a:xfrm>
              <a:off x="5894005" y="3524395"/>
              <a:ext cx="209550" cy="209551"/>
              <a:chOff x="4495" y="1204"/>
              <a:chExt cx="160" cy="160"/>
            </a:xfrm>
          </p:grpSpPr>
          <p:sp>
            <p:nvSpPr>
              <p:cNvPr id="127" name="Oval 47"/>
              <p:cNvSpPr>
                <a:spLocks noChangeAspect="1" noChangeArrowheads="1"/>
              </p:cNvSpPr>
              <p:nvPr>
                <p:custDataLst>
                  <p:tags r:id="rId21"/>
                </p:custDataLst>
              </p:nvPr>
            </p:nvSpPr>
            <p:spPr bwMode="gray">
              <a:xfrm>
                <a:off x="4495" y="1204"/>
                <a:ext cx="160" cy="160"/>
              </a:xfrm>
              <a:prstGeom prst="ellipse">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a:endParaRPr lang="en-US" sz="1837" baseline="0" dirty="0">
                  <a:latin typeface="Arial" panose="020B0604020202020204" pitchFamily="34" charset="0"/>
                  <a:ea typeface="+mn-ea"/>
                  <a:cs typeface="Arial" panose="020B0604020202020204" pitchFamily="34" charset="0"/>
                  <a:sym typeface="Arial" panose="020B0604020202020204" pitchFamily="34" charset="0"/>
                </a:endParaRPr>
              </a:p>
            </p:txBody>
          </p:sp>
          <p:sp>
            <p:nvSpPr>
              <p:cNvPr id="128" name="Arc 48"/>
              <p:cNvSpPr>
                <a:spLocks noChangeAspect="1"/>
              </p:cNvSpPr>
              <p:nvPr>
                <p:custDataLst>
                  <p:tags r:id="rId22"/>
                </p:custDataLst>
              </p:nvPr>
            </p:nvSpPr>
            <p:spPr bwMode="gray">
              <a:xfrm>
                <a:off x="4495" y="1204"/>
                <a:ext cx="160" cy="160"/>
              </a:xfrm>
              <a:prstGeom prst="arc">
                <a:avLst>
                  <a:gd name="adj1" fmla="val 16200000"/>
                  <a:gd name="adj2" fmla="val 10800000"/>
                </a:avLst>
              </a:prstGeom>
              <a:solidFill>
                <a:schemeClr val="accent4"/>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a:endParaRPr lang="en-US" sz="1837" baseline="0" dirty="0">
                  <a:latin typeface="Arial" panose="020B0604020202020204" pitchFamily="34" charset="0"/>
                  <a:ea typeface="+mn-ea"/>
                  <a:cs typeface="Arial" panose="020B0604020202020204" pitchFamily="34" charset="0"/>
                  <a:sym typeface="Arial" panose="020B0604020202020204" pitchFamily="34" charset="0"/>
                </a:endParaRPr>
              </a:p>
            </p:txBody>
          </p:sp>
        </p:grpSp>
        <p:grpSp>
          <p:nvGrpSpPr>
            <p:cNvPr id="116" name="MoonLegend5"/>
            <p:cNvGrpSpPr>
              <a:grpSpLocks noChangeAspect="1"/>
            </p:cNvGrpSpPr>
            <p:nvPr>
              <p:custDataLst>
                <p:tags r:id="rId10"/>
              </p:custDataLst>
            </p:nvPr>
          </p:nvGrpSpPr>
          <p:grpSpPr bwMode="gray">
            <a:xfrm>
              <a:off x="5894005" y="3799629"/>
              <a:ext cx="209550" cy="209551"/>
              <a:chOff x="4495" y="1447"/>
              <a:chExt cx="160" cy="160"/>
            </a:xfrm>
          </p:grpSpPr>
          <p:sp>
            <p:nvSpPr>
              <p:cNvPr id="125" name="Oval 50"/>
              <p:cNvSpPr>
                <a:spLocks noChangeAspect="1" noChangeArrowheads="1"/>
              </p:cNvSpPr>
              <p:nvPr>
                <p:custDataLst>
                  <p:tags r:id="rId19"/>
                </p:custDataLst>
              </p:nvPr>
            </p:nvSpPr>
            <p:spPr bwMode="gray">
              <a:xfrm>
                <a:off x="4495" y="1447"/>
                <a:ext cx="160" cy="160"/>
              </a:xfrm>
              <a:prstGeom prst="ellipse">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a:endParaRPr lang="en-US" sz="1837" baseline="0" dirty="0">
                  <a:latin typeface="Arial" panose="020B0604020202020204" pitchFamily="34" charset="0"/>
                  <a:ea typeface="+mn-ea"/>
                  <a:cs typeface="Arial" panose="020B0604020202020204" pitchFamily="34" charset="0"/>
                  <a:sym typeface="Arial" panose="020B0604020202020204" pitchFamily="34" charset="0"/>
                </a:endParaRPr>
              </a:p>
            </p:txBody>
          </p:sp>
          <p:sp>
            <p:nvSpPr>
              <p:cNvPr id="126" name="Oval 51"/>
              <p:cNvSpPr>
                <a:spLocks noChangeAspect="1" noChangeArrowheads="1"/>
              </p:cNvSpPr>
              <p:nvPr>
                <p:custDataLst>
                  <p:tags r:id="rId20"/>
                </p:custDataLst>
              </p:nvPr>
            </p:nvSpPr>
            <p:spPr bwMode="gray">
              <a:xfrm>
                <a:off x="4495" y="1447"/>
                <a:ext cx="160" cy="160"/>
              </a:xfrm>
              <a:prstGeom prst="arc">
                <a:avLst>
                  <a:gd name="adj1" fmla="val 16200000"/>
                  <a:gd name="adj2" fmla="val 16200000"/>
                </a:avLst>
              </a:prstGeom>
              <a:solidFill>
                <a:schemeClr val="accent4"/>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a:endParaRPr lang="en-US" sz="1837" baseline="0" dirty="0">
                  <a:latin typeface="Arial" panose="020B0604020202020204" pitchFamily="34" charset="0"/>
                  <a:ea typeface="+mn-ea"/>
                  <a:cs typeface="Arial" panose="020B0604020202020204" pitchFamily="34" charset="0"/>
                  <a:sym typeface="Arial" panose="020B0604020202020204" pitchFamily="34" charset="0"/>
                </a:endParaRPr>
              </a:p>
            </p:txBody>
          </p:sp>
        </p:grpSp>
        <p:grpSp>
          <p:nvGrpSpPr>
            <p:cNvPr id="117" name="MoonLegend3"/>
            <p:cNvGrpSpPr>
              <a:grpSpLocks noChangeAspect="1"/>
            </p:cNvGrpSpPr>
            <p:nvPr>
              <p:custDataLst>
                <p:tags r:id="rId11"/>
              </p:custDataLst>
            </p:nvPr>
          </p:nvGrpSpPr>
          <p:grpSpPr bwMode="gray">
            <a:xfrm>
              <a:off x="5894005" y="3251543"/>
              <a:ext cx="209550" cy="209551"/>
              <a:chOff x="4495" y="1205"/>
              <a:chExt cx="160" cy="160"/>
            </a:xfrm>
          </p:grpSpPr>
          <p:sp>
            <p:nvSpPr>
              <p:cNvPr id="123" name="Oval 47"/>
              <p:cNvSpPr>
                <a:spLocks noChangeAspect="1" noChangeArrowheads="1"/>
              </p:cNvSpPr>
              <p:nvPr>
                <p:custDataLst>
                  <p:tags r:id="rId17"/>
                </p:custDataLst>
              </p:nvPr>
            </p:nvSpPr>
            <p:spPr bwMode="gray">
              <a:xfrm>
                <a:off x="4495" y="1205"/>
                <a:ext cx="160" cy="160"/>
              </a:xfrm>
              <a:prstGeom prst="ellipse">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a:endParaRPr lang="en-US" sz="1837" baseline="0" dirty="0">
                  <a:latin typeface="Arial" panose="020B0604020202020204" pitchFamily="34" charset="0"/>
                  <a:ea typeface="+mn-ea"/>
                  <a:cs typeface="Arial" panose="020B0604020202020204" pitchFamily="34" charset="0"/>
                  <a:sym typeface="Arial" panose="020B0604020202020204" pitchFamily="34" charset="0"/>
                </a:endParaRPr>
              </a:p>
            </p:txBody>
          </p:sp>
          <p:sp>
            <p:nvSpPr>
              <p:cNvPr id="124" name="Arc 48"/>
              <p:cNvSpPr>
                <a:spLocks noChangeAspect="1"/>
              </p:cNvSpPr>
              <p:nvPr>
                <p:custDataLst>
                  <p:tags r:id="rId18"/>
                </p:custDataLst>
              </p:nvPr>
            </p:nvSpPr>
            <p:spPr bwMode="gray">
              <a:xfrm>
                <a:off x="4495" y="1205"/>
                <a:ext cx="160" cy="160"/>
              </a:xfrm>
              <a:prstGeom prst="arc">
                <a:avLst>
                  <a:gd name="adj1" fmla="val 16200000"/>
                  <a:gd name="adj2" fmla="val 5400000"/>
                </a:avLst>
              </a:prstGeom>
              <a:solidFill>
                <a:schemeClr val="accent4"/>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a:endParaRPr lang="en-US" sz="1837" baseline="0" dirty="0">
                  <a:latin typeface="Arial" panose="020B0604020202020204" pitchFamily="34" charset="0"/>
                  <a:ea typeface="+mn-ea"/>
                  <a:cs typeface="Arial" panose="020B0604020202020204" pitchFamily="34" charset="0"/>
                  <a:sym typeface="Arial" panose="020B0604020202020204" pitchFamily="34" charset="0"/>
                </a:endParaRPr>
              </a:p>
            </p:txBody>
          </p:sp>
        </p:grpSp>
        <p:sp>
          <p:nvSpPr>
            <p:cNvPr id="118" name="Legend1"/>
            <p:cNvSpPr>
              <a:spLocks noChangeArrowheads="1"/>
            </p:cNvSpPr>
            <p:nvPr>
              <p:custDataLst>
                <p:tags r:id="rId12"/>
              </p:custDataLst>
            </p:nvPr>
          </p:nvSpPr>
          <p:spPr bwMode="gray">
            <a:xfrm>
              <a:off x="6214680" y="2696542"/>
              <a:ext cx="452448" cy="215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3526">
                <a:buClr>
                  <a:schemeClr val="tx2"/>
                </a:buClr>
              </a:pPr>
              <a:r>
                <a:rPr lang="en-US" sz="1428" baseline="0" dirty="0">
                  <a:latin typeface="Arial" panose="020B0604020202020204" pitchFamily="34" charset="0"/>
                  <a:ea typeface="+mn-ea"/>
                  <a:cs typeface="Arial" panose="020B0604020202020204" pitchFamily="34" charset="0"/>
                  <a:sym typeface="Arial" panose="020B0604020202020204" pitchFamily="34" charset="0"/>
                </a:rPr>
                <a:t>Legend</a:t>
              </a:r>
            </a:p>
          </p:txBody>
        </p:sp>
        <p:sp>
          <p:nvSpPr>
            <p:cNvPr id="119" name="Legend2"/>
            <p:cNvSpPr>
              <a:spLocks noChangeArrowheads="1"/>
            </p:cNvSpPr>
            <p:nvPr>
              <p:custDataLst>
                <p:tags r:id="rId13"/>
              </p:custDataLst>
            </p:nvPr>
          </p:nvSpPr>
          <p:spPr bwMode="gray">
            <a:xfrm>
              <a:off x="6214680" y="2974156"/>
              <a:ext cx="452448" cy="215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3526">
                <a:buClr>
                  <a:schemeClr val="tx2"/>
                </a:buClr>
              </a:pPr>
              <a:r>
                <a:rPr lang="en-US" sz="1428" baseline="0" dirty="0">
                  <a:latin typeface="Arial" panose="020B0604020202020204" pitchFamily="34" charset="0"/>
                  <a:ea typeface="+mn-ea"/>
                  <a:cs typeface="Arial" panose="020B0604020202020204" pitchFamily="34" charset="0"/>
                  <a:sym typeface="Arial" panose="020B0604020202020204" pitchFamily="34" charset="0"/>
                </a:rPr>
                <a:t>Legend</a:t>
              </a:r>
            </a:p>
          </p:txBody>
        </p:sp>
        <p:sp>
          <p:nvSpPr>
            <p:cNvPr id="120" name="Legend3"/>
            <p:cNvSpPr>
              <a:spLocks noChangeArrowheads="1"/>
            </p:cNvSpPr>
            <p:nvPr>
              <p:custDataLst>
                <p:tags r:id="rId14"/>
              </p:custDataLst>
            </p:nvPr>
          </p:nvSpPr>
          <p:spPr bwMode="gray">
            <a:xfrm>
              <a:off x="6214680" y="3248596"/>
              <a:ext cx="452448" cy="215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3526">
                <a:buClr>
                  <a:schemeClr val="tx2"/>
                </a:buClr>
              </a:pPr>
              <a:r>
                <a:rPr lang="en-US" sz="1428" baseline="0" dirty="0">
                  <a:latin typeface="Arial" panose="020B0604020202020204" pitchFamily="34" charset="0"/>
                  <a:ea typeface="+mn-ea"/>
                  <a:cs typeface="Arial" panose="020B0604020202020204" pitchFamily="34" charset="0"/>
                  <a:sym typeface="Arial" panose="020B0604020202020204" pitchFamily="34" charset="0"/>
                </a:rPr>
                <a:t>Legend</a:t>
              </a:r>
            </a:p>
          </p:txBody>
        </p:sp>
        <p:sp>
          <p:nvSpPr>
            <p:cNvPr id="121" name="Legend4"/>
            <p:cNvSpPr>
              <a:spLocks noChangeArrowheads="1"/>
            </p:cNvSpPr>
            <p:nvPr>
              <p:custDataLst>
                <p:tags r:id="rId15"/>
              </p:custDataLst>
            </p:nvPr>
          </p:nvSpPr>
          <p:spPr bwMode="gray">
            <a:xfrm>
              <a:off x="6214680" y="3521448"/>
              <a:ext cx="452448" cy="215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3526">
                <a:buClr>
                  <a:schemeClr val="tx2"/>
                </a:buClr>
              </a:pPr>
              <a:r>
                <a:rPr lang="en-US" sz="1428" baseline="0" dirty="0">
                  <a:latin typeface="Arial" panose="020B0604020202020204" pitchFamily="34" charset="0"/>
                  <a:ea typeface="+mn-ea"/>
                  <a:cs typeface="Arial" panose="020B0604020202020204" pitchFamily="34" charset="0"/>
                  <a:sym typeface="Arial" panose="020B0604020202020204" pitchFamily="34" charset="0"/>
                </a:rPr>
                <a:t>Legend</a:t>
              </a:r>
            </a:p>
          </p:txBody>
        </p:sp>
        <p:sp>
          <p:nvSpPr>
            <p:cNvPr id="122" name="Legend5"/>
            <p:cNvSpPr>
              <a:spLocks noChangeArrowheads="1"/>
            </p:cNvSpPr>
            <p:nvPr>
              <p:custDataLst>
                <p:tags r:id="rId16"/>
              </p:custDataLst>
            </p:nvPr>
          </p:nvSpPr>
          <p:spPr bwMode="gray">
            <a:xfrm>
              <a:off x="6214680" y="3796682"/>
              <a:ext cx="452448" cy="215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3526">
                <a:buClr>
                  <a:schemeClr val="tx2"/>
                </a:buClr>
              </a:pPr>
              <a:r>
                <a:rPr lang="en-US" sz="1428" baseline="0" dirty="0">
                  <a:latin typeface="Arial" panose="020B0604020202020204" pitchFamily="34" charset="0"/>
                  <a:ea typeface="+mn-ea"/>
                  <a:cs typeface="Arial" panose="020B0604020202020204" pitchFamily="34" charset="0"/>
                  <a:sym typeface="Arial" panose="020B0604020202020204" pitchFamily="34" charset="0"/>
                </a:rPr>
                <a:t>Legend</a:t>
              </a:r>
            </a:p>
          </p:txBody>
        </p:sp>
      </p:grpSp>
    </p:spTree>
    <p:extLst>
      <p:ext uri="{BB962C8B-B14F-4D97-AF65-F5344CB8AC3E}">
        <p14:creationId xmlns:p14="http://schemas.microsoft.com/office/powerpoint/2010/main" val="227631399"/>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Lst>
  <p:hf hdr="0" ftr="0" dt="0"/>
  <p:txStyles>
    <p:titleStyle>
      <a:lvl1pPr algn="l" defTabSz="913526" rtl="0" eaLnBrk="1" fontAlgn="base" hangingPunct="1">
        <a:spcBef>
          <a:spcPct val="0"/>
        </a:spcBef>
        <a:spcAft>
          <a:spcPct val="0"/>
        </a:spcAft>
        <a:tabLst>
          <a:tab pos="275353" algn="l"/>
        </a:tabLst>
        <a:defRPr sz="2041" b="0" baseline="0">
          <a:solidFill>
            <a:schemeClr val="tx1"/>
          </a:solidFill>
          <a:latin typeface="Arial" panose="020B0604020202020204" pitchFamily="34" charset="0"/>
          <a:ea typeface="+mj-ea"/>
          <a:cs typeface="Arial" panose="020B0604020202020204" pitchFamily="34" charset="0"/>
          <a:sym typeface="Arial" panose="020B0604020202020204" pitchFamily="34" charset="0"/>
        </a:defRPr>
      </a:lvl1pPr>
      <a:lvl2pPr algn="l" defTabSz="913526" rtl="0" eaLnBrk="1" fontAlgn="base" hangingPunct="1">
        <a:spcBef>
          <a:spcPct val="0"/>
        </a:spcBef>
        <a:spcAft>
          <a:spcPct val="0"/>
        </a:spcAft>
        <a:defRPr sz="1939" b="1">
          <a:solidFill>
            <a:schemeClr val="tx2"/>
          </a:solidFill>
          <a:latin typeface="Arial" charset="0"/>
        </a:defRPr>
      </a:lvl2pPr>
      <a:lvl3pPr algn="l" defTabSz="913526" rtl="0" eaLnBrk="1" fontAlgn="base" hangingPunct="1">
        <a:spcBef>
          <a:spcPct val="0"/>
        </a:spcBef>
        <a:spcAft>
          <a:spcPct val="0"/>
        </a:spcAft>
        <a:defRPr sz="1939" b="1">
          <a:solidFill>
            <a:schemeClr val="tx2"/>
          </a:solidFill>
          <a:latin typeface="Arial" charset="0"/>
        </a:defRPr>
      </a:lvl3pPr>
      <a:lvl4pPr algn="l" defTabSz="913526" rtl="0" eaLnBrk="1" fontAlgn="base" hangingPunct="1">
        <a:spcBef>
          <a:spcPct val="0"/>
        </a:spcBef>
        <a:spcAft>
          <a:spcPct val="0"/>
        </a:spcAft>
        <a:defRPr sz="1939" b="1">
          <a:solidFill>
            <a:schemeClr val="tx2"/>
          </a:solidFill>
          <a:latin typeface="Arial" charset="0"/>
        </a:defRPr>
      </a:lvl4pPr>
      <a:lvl5pPr algn="l" defTabSz="913526" rtl="0" eaLnBrk="1" fontAlgn="base" hangingPunct="1">
        <a:spcBef>
          <a:spcPct val="0"/>
        </a:spcBef>
        <a:spcAft>
          <a:spcPct val="0"/>
        </a:spcAft>
        <a:defRPr sz="1939" b="1">
          <a:solidFill>
            <a:schemeClr val="tx2"/>
          </a:solidFill>
          <a:latin typeface="Arial" charset="0"/>
        </a:defRPr>
      </a:lvl5pPr>
      <a:lvl6pPr marL="466481" algn="l" defTabSz="913526" rtl="0" eaLnBrk="1" fontAlgn="base" hangingPunct="1">
        <a:spcBef>
          <a:spcPct val="0"/>
        </a:spcBef>
        <a:spcAft>
          <a:spcPct val="0"/>
        </a:spcAft>
        <a:defRPr sz="1939" b="1">
          <a:solidFill>
            <a:schemeClr val="tx2"/>
          </a:solidFill>
          <a:latin typeface="Arial" charset="0"/>
        </a:defRPr>
      </a:lvl6pPr>
      <a:lvl7pPr marL="932962" algn="l" defTabSz="913526" rtl="0" eaLnBrk="1" fontAlgn="base" hangingPunct="1">
        <a:spcBef>
          <a:spcPct val="0"/>
        </a:spcBef>
        <a:spcAft>
          <a:spcPct val="0"/>
        </a:spcAft>
        <a:defRPr sz="1939" b="1">
          <a:solidFill>
            <a:schemeClr val="tx2"/>
          </a:solidFill>
          <a:latin typeface="Arial" charset="0"/>
        </a:defRPr>
      </a:lvl7pPr>
      <a:lvl8pPr marL="1399443" algn="l" defTabSz="913526" rtl="0" eaLnBrk="1" fontAlgn="base" hangingPunct="1">
        <a:spcBef>
          <a:spcPct val="0"/>
        </a:spcBef>
        <a:spcAft>
          <a:spcPct val="0"/>
        </a:spcAft>
        <a:defRPr sz="1939" b="1">
          <a:solidFill>
            <a:schemeClr val="tx2"/>
          </a:solidFill>
          <a:latin typeface="Arial" charset="0"/>
        </a:defRPr>
      </a:lvl8pPr>
      <a:lvl9pPr marL="1865925" algn="l" defTabSz="913526" rtl="0" eaLnBrk="1" fontAlgn="base" hangingPunct="1">
        <a:spcBef>
          <a:spcPct val="0"/>
        </a:spcBef>
        <a:spcAft>
          <a:spcPct val="0"/>
        </a:spcAft>
        <a:defRPr sz="1939" b="1">
          <a:solidFill>
            <a:schemeClr val="tx2"/>
          </a:solidFill>
          <a:latin typeface="Arial" charset="0"/>
        </a:defRPr>
      </a:lvl9pPr>
    </p:titleStyle>
    <p:bodyStyle>
      <a:lvl1pPr marL="0" indent="0" algn="l" defTabSz="913526" rtl="0" eaLnBrk="1" fontAlgn="base" hangingPunct="1">
        <a:spcBef>
          <a:spcPct val="0"/>
        </a:spcBef>
        <a:spcAft>
          <a:spcPct val="0"/>
        </a:spcAft>
        <a:buClr>
          <a:schemeClr val="tx2"/>
        </a:buClr>
        <a:buSzPct val="100000"/>
        <a:defRPr sz="1428"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vl2pPr marL="197607" indent="-195987" algn="l" defTabSz="913526" rtl="0" eaLnBrk="1" fontAlgn="base" hangingPunct="1">
        <a:spcBef>
          <a:spcPct val="0"/>
        </a:spcBef>
        <a:spcAft>
          <a:spcPct val="0"/>
        </a:spcAft>
        <a:buClr>
          <a:schemeClr val="tx1"/>
        </a:buClr>
        <a:buSzPct val="125000"/>
        <a:buFont typeface="Arial" charset="0"/>
        <a:buChar char="▪"/>
        <a:defRPr sz="1428" baseline="0">
          <a:solidFill>
            <a:schemeClr val="tx1"/>
          </a:solidFill>
          <a:latin typeface="Arial" panose="020B0604020202020204" pitchFamily="34" charset="0"/>
          <a:cs typeface="Arial" panose="020B0604020202020204" pitchFamily="34" charset="0"/>
          <a:sym typeface="Arial" panose="020B0604020202020204" pitchFamily="34" charset="0"/>
        </a:defRPr>
      </a:lvl2pPr>
      <a:lvl3pPr marL="466481" indent="-267255" algn="l" defTabSz="913526" rtl="0" eaLnBrk="1" fontAlgn="base" hangingPunct="1">
        <a:spcBef>
          <a:spcPct val="0"/>
        </a:spcBef>
        <a:spcAft>
          <a:spcPct val="0"/>
        </a:spcAft>
        <a:buClr>
          <a:schemeClr val="tx1"/>
        </a:buClr>
        <a:buSzPct val="120000"/>
        <a:buFont typeface="Arial" charset="0"/>
        <a:buChar char="–"/>
        <a:defRPr sz="1428" baseline="0">
          <a:solidFill>
            <a:schemeClr val="tx1"/>
          </a:solidFill>
          <a:latin typeface="Arial" panose="020B0604020202020204" pitchFamily="34" charset="0"/>
          <a:cs typeface="Arial" panose="020B0604020202020204" pitchFamily="34" charset="0"/>
          <a:sym typeface="Arial" panose="020B0604020202020204" pitchFamily="34" charset="0"/>
        </a:defRPr>
      </a:lvl3pPr>
      <a:lvl4pPr marL="626835" indent="-158733" algn="l" defTabSz="913526" rtl="0" eaLnBrk="1" fontAlgn="base" hangingPunct="1">
        <a:spcBef>
          <a:spcPct val="0"/>
        </a:spcBef>
        <a:spcAft>
          <a:spcPct val="0"/>
        </a:spcAft>
        <a:buClr>
          <a:schemeClr val="tx1"/>
        </a:buClr>
        <a:buSzPct val="120000"/>
        <a:buFont typeface="Arial" charset="0"/>
        <a:buChar char="▫"/>
        <a:defRPr sz="1428" baseline="0">
          <a:solidFill>
            <a:schemeClr val="tx1"/>
          </a:solidFill>
          <a:latin typeface="Arial" panose="020B0604020202020204" pitchFamily="34" charset="0"/>
          <a:cs typeface="Arial" panose="020B0604020202020204" pitchFamily="34" charset="0"/>
          <a:sym typeface="Arial" panose="020B0604020202020204" pitchFamily="34" charset="0"/>
        </a:defRPr>
      </a:lvl4pPr>
      <a:lvl5pPr marL="765029" indent="-132818" algn="l" defTabSz="913526" rtl="0" eaLnBrk="1" fontAlgn="base" hangingPunct="1">
        <a:spcBef>
          <a:spcPct val="0"/>
        </a:spcBef>
        <a:spcAft>
          <a:spcPct val="0"/>
        </a:spcAft>
        <a:buClr>
          <a:schemeClr val="tx1"/>
        </a:buClr>
        <a:buSzPct val="89000"/>
        <a:buFont typeface="Arial" charset="0"/>
        <a:buChar char="-"/>
        <a:defRPr sz="1428" baseline="0">
          <a:solidFill>
            <a:schemeClr val="tx1"/>
          </a:solidFill>
          <a:latin typeface="Arial" panose="020B0604020202020204" pitchFamily="34" charset="0"/>
          <a:cs typeface="Arial" panose="020B0604020202020204" pitchFamily="34" charset="0"/>
          <a:sym typeface="Arial" panose="020B0604020202020204" pitchFamily="34" charset="0"/>
        </a:defRPr>
      </a:lvl5pPr>
      <a:lvl6pPr marL="765029" indent="-132818" algn="l" defTabSz="913526" rtl="0" eaLnBrk="1" fontAlgn="base" hangingPunct="1">
        <a:spcBef>
          <a:spcPct val="0"/>
        </a:spcBef>
        <a:spcAft>
          <a:spcPct val="0"/>
        </a:spcAft>
        <a:buClr>
          <a:schemeClr val="tx2"/>
        </a:buClr>
        <a:buSzPct val="89000"/>
        <a:buFont typeface="Arial" charset="0"/>
        <a:buChar char="-"/>
        <a:defRPr sz="1632" baseline="0">
          <a:solidFill>
            <a:schemeClr val="tx1"/>
          </a:solidFill>
          <a:latin typeface="+mn-lt"/>
        </a:defRPr>
      </a:lvl6pPr>
      <a:lvl7pPr marL="765029" indent="-132818" algn="l" defTabSz="913526" rtl="0" eaLnBrk="1" fontAlgn="base" hangingPunct="1">
        <a:spcBef>
          <a:spcPct val="0"/>
        </a:spcBef>
        <a:spcAft>
          <a:spcPct val="0"/>
        </a:spcAft>
        <a:buClr>
          <a:schemeClr val="tx2"/>
        </a:buClr>
        <a:buSzPct val="89000"/>
        <a:buFont typeface="Arial" charset="0"/>
        <a:buChar char="-"/>
        <a:defRPr sz="1632" baseline="0">
          <a:solidFill>
            <a:schemeClr val="tx1"/>
          </a:solidFill>
          <a:latin typeface="+mn-lt"/>
        </a:defRPr>
      </a:lvl7pPr>
      <a:lvl8pPr marL="765029" indent="-132818" algn="l" defTabSz="913526" rtl="0" eaLnBrk="1" fontAlgn="base" hangingPunct="1">
        <a:spcBef>
          <a:spcPct val="0"/>
        </a:spcBef>
        <a:spcAft>
          <a:spcPct val="0"/>
        </a:spcAft>
        <a:buClr>
          <a:schemeClr val="tx2"/>
        </a:buClr>
        <a:buSzPct val="89000"/>
        <a:buFont typeface="Arial" charset="0"/>
        <a:buChar char="-"/>
        <a:defRPr sz="1632" baseline="0">
          <a:solidFill>
            <a:schemeClr val="tx1"/>
          </a:solidFill>
          <a:latin typeface="+mn-lt"/>
        </a:defRPr>
      </a:lvl8pPr>
      <a:lvl9pPr marL="765029" indent="-132818" algn="l" defTabSz="913526" rtl="0" eaLnBrk="1" fontAlgn="base" hangingPunct="1">
        <a:spcBef>
          <a:spcPct val="0"/>
        </a:spcBef>
        <a:spcAft>
          <a:spcPct val="0"/>
        </a:spcAft>
        <a:buClr>
          <a:schemeClr val="tx2"/>
        </a:buClr>
        <a:buSzPct val="89000"/>
        <a:buFont typeface="Arial" charset="0"/>
        <a:buChar char="-"/>
        <a:defRPr sz="1632" baseline="0">
          <a:solidFill>
            <a:schemeClr val="tx1"/>
          </a:solidFill>
          <a:latin typeface="+mn-lt"/>
        </a:defRPr>
      </a:lvl9pPr>
    </p:bodyStyle>
    <p:otherStyle>
      <a:defPPr>
        <a:defRPr lang="en-US"/>
      </a:defPPr>
      <a:lvl1pPr marL="0" algn="l" defTabSz="932962" rtl="0" eaLnBrk="1" latinLnBrk="0" hangingPunct="1">
        <a:defRPr sz="1837" kern="1200">
          <a:solidFill>
            <a:schemeClr val="tx1"/>
          </a:solidFill>
          <a:latin typeface="+mn-lt"/>
          <a:ea typeface="+mn-ea"/>
          <a:cs typeface="+mn-cs"/>
        </a:defRPr>
      </a:lvl1pPr>
      <a:lvl2pPr marL="466481" algn="l" defTabSz="932962" rtl="0" eaLnBrk="1" latinLnBrk="0" hangingPunct="1">
        <a:defRPr sz="1837" kern="1200">
          <a:solidFill>
            <a:schemeClr val="tx1"/>
          </a:solidFill>
          <a:latin typeface="+mn-lt"/>
          <a:ea typeface="+mn-ea"/>
          <a:cs typeface="+mn-cs"/>
        </a:defRPr>
      </a:lvl2pPr>
      <a:lvl3pPr marL="932962" algn="l" defTabSz="932962" rtl="0" eaLnBrk="1" latinLnBrk="0" hangingPunct="1">
        <a:defRPr sz="1837" kern="1200">
          <a:solidFill>
            <a:schemeClr val="tx1"/>
          </a:solidFill>
          <a:latin typeface="+mn-lt"/>
          <a:ea typeface="+mn-ea"/>
          <a:cs typeface="+mn-cs"/>
        </a:defRPr>
      </a:lvl3pPr>
      <a:lvl4pPr marL="1399443" algn="l" defTabSz="932962" rtl="0" eaLnBrk="1" latinLnBrk="0" hangingPunct="1">
        <a:defRPr sz="1837" kern="1200">
          <a:solidFill>
            <a:schemeClr val="tx1"/>
          </a:solidFill>
          <a:latin typeface="+mn-lt"/>
          <a:ea typeface="+mn-ea"/>
          <a:cs typeface="+mn-cs"/>
        </a:defRPr>
      </a:lvl4pPr>
      <a:lvl5pPr marL="1865925" algn="l" defTabSz="932962" rtl="0" eaLnBrk="1" latinLnBrk="0" hangingPunct="1">
        <a:defRPr sz="1837" kern="1200">
          <a:solidFill>
            <a:schemeClr val="tx1"/>
          </a:solidFill>
          <a:latin typeface="+mn-lt"/>
          <a:ea typeface="+mn-ea"/>
          <a:cs typeface="+mn-cs"/>
        </a:defRPr>
      </a:lvl5pPr>
      <a:lvl6pPr marL="2332406" algn="l" defTabSz="932962" rtl="0" eaLnBrk="1" latinLnBrk="0" hangingPunct="1">
        <a:defRPr sz="1837" kern="1200">
          <a:solidFill>
            <a:schemeClr val="tx1"/>
          </a:solidFill>
          <a:latin typeface="+mn-lt"/>
          <a:ea typeface="+mn-ea"/>
          <a:cs typeface="+mn-cs"/>
        </a:defRPr>
      </a:lvl6pPr>
      <a:lvl7pPr marL="2798887" algn="l" defTabSz="932962" rtl="0" eaLnBrk="1" latinLnBrk="0" hangingPunct="1">
        <a:defRPr sz="1837" kern="1200">
          <a:solidFill>
            <a:schemeClr val="tx1"/>
          </a:solidFill>
          <a:latin typeface="+mn-lt"/>
          <a:ea typeface="+mn-ea"/>
          <a:cs typeface="+mn-cs"/>
        </a:defRPr>
      </a:lvl7pPr>
      <a:lvl8pPr marL="3265368" algn="l" defTabSz="932962" rtl="0" eaLnBrk="1" latinLnBrk="0" hangingPunct="1">
        <a:defRPr sz="1837" kern="1200">
          <a:solidFill>
            <a:schemeClr val="tx1"/>
          </a:solidFill>
          <a:latin typeface="+mn-lt"/>
          <a:ea typeface="+mn-ea"/>
          <a:cs typeface="+mn-cs"/>
        </a:defRPr>
      </a:lvl8pPr>
      <a:lvl9pPr marL="3731849" algn="l" defTabSz="932962" rtl="0" eaLnBrk="1" latinLnBrk="0" hangingPunct="1">
        <a:defRPr sz="1837"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51" name="StrongCallout" hidden="1">
            <a:extLst>
              <a:ext uri="{FF2B5EF4-FFF2-40B4-BE49-F238E27FC236}">
                <a16:creationId xmlns:a16="http://schemas.microsoft.com/office/drawing/2014/main" id="{ED4978DF-3F69-4BEF-82C6-D4F515591658}"/>
              </a:ext>
            </a:extLst>
          </p:cNvPr>
          <p:cNvGrpSpPr/>
          <p:nvPr userDrawn="1">
            <p:custDataLst>
              <p:tags r:id="rId21"/>
            </p:custDataLst>
          </p:nvPr>
        </p:nvGrpSpPr>
        <p:grpSpPr>
          <a:xfrm>
            <a:off x="3964246" y="1918720"/>
            <a:ext cx="3026228" cy="1497846"/>
            <a:chOff x="1016000" y="1016000"/>
            <a:chExt cx="3026228" cy="1497846"/>
          </a:xfrm>
        </p:grpSpPr>
        <p:sp>
          <p:nvSpPr>
            <p:cNvPr id="152" name="TextBox 151">
              <a:extLst>
                <a:ext uri="{FF2B5EF4-FFF2-40B4-BE49-F238E27FC236}">
                  <a16:creationId xmlns:a16="http://schemas.microsoft.com/office/drawing/2014/main" id="{246D67ED-6420-4578-BA84-DBF3D1471BC5}"/>
                </a:ext>
              </a:extLst>
            </p:cNvPr>
            <p:cNvSpPr txBox="1"/>
            <p:nvPr/>
          </p:nvSpPr>
          <p:spPr>
            <a:xfrm>
              <a:off x="1016000" y="1016000"/>
              <a:ext cx="2645228" cy="1497846"/>
            </a:xfrm>
            <a:prstGeom prst="rect">
              <a:avLst/>
            </a:prstGeom>
            <a:solidFill>
              <a:schemeClr val="accent1"/>
            </a:solidFill>
            <a:ln w="6350">
              <a:solidFill>
                <a:schemeClr val="bg1"/>
              </a:solidFill>
            </a:ln>
          </p:spPr>
          <p:txBody>
            <a:bodyPr vert="horz" wrap="square" lIns="182880" tIns="182880" rIns="182880" bIns="182880" rtlCol="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spcBef>
                  <a:spcPts val="0"/>
                </a:spcBef>
                <a:spcAft>
                  <a:spcPts val="400"/>
                </a:spcAft>
                <a:buClr>
                  <a:schemeClr val="tx2"/>
                </a:buClr>
              </a:pPr>
              <a:r>
                <a:rPr lang="nl-NL" sz="1400" b="1" dirty="0" err="1">
                  <a:solidFill>
                    <a:schemeClr val="tx2"/>
                  </a:solidFill>
                </a:rPr>
                <a:t>Callout</a:t>
              </a:r>
              <a:r>
                <a:rPr lang="nl-NL" sz="1400" b="1" dirty="0">
                  <a:solidFill>
                    <a:schemeClr val="tx2"/>
                  </a:solidFill>
                </a:rPr>
                <a:t> </a:t>
              </a:r>
              <a:r>
                <a:rPr lang="nl-NL" sz="1400" b="1" dirty="0" err="1">
                  <a:solidFill>
                    <a:schemeClr val="tx2"/>
                  </a:solidFill>
                </a:rPr>
                <a:t>title</a:t>
              </a:r>
              <a:endParaRPr lang="nl-NL" sz="1400" b="1" dirty="0">
                <a:solidFill>
                  <a:schemeClr val="tx2"/>
                </a:solidFill>
              </a:endParaRPr>
            </a:p>
            <a:p>
              <a:pPr lvl="0" rtl="0">
                <a:spcBef>
                  <a:spcPts val="0"/>
                </a:spcBef>
                <a:spcAft>
                  <a:spcPts val="600"/>
                </a:spcAft>
                <a:buClr>
                  <a:schemeClr val="tx2"/>
                </a:buClr>
              </a:pPr>
              <a:r>
                <a:rPr lang="nl-NL" sz="1400" dirty="0" err="1">
                  <a:solidFill>
                    <a:schemeClr val="tx2"/>
                  </a:solidFill>
                </a:rPr>
                <a:t>Supporting</a:t>
              </a:r>
              <a:r>
                <a:rPr lang="nl-NL" sz="1400" dirty="0">
                  <a:solidFill>
                    <a:schemeClr val="tx2"/>
                  </a:solidFill>
                </a:rPr>
                <a:t> </a:t>
              </a:r>
              <a:r>
                <a:rPr lang="nl-NL" sz="1400" dirty="0" err="1">
                  <a:solidFill>
                    <a:schemeClr val="tx2"/>
                  </a:solidFill>
                </a:rPr>
                <a:t>text</a:t>
              </a:r>
              <a:r>
                <a:rPr lang="nl-NL" sz="1400" dirty="0">
                  <a:solidFill>
                    <a:schemeClr val="tx2"/>
                  </a:solidFill>
                </a:rPr>
                <a:t> </a:t>
              </a:r>
              <a:r>
                <a:rPr lang="nl-NL" sz="1400" dirty="0" err="1">
                  <a:solidFill>
                    <a:schemeClr val="tx2"/>
                  </a:solidFill>
                </a:rPr>
                <a:t>goes</a:t>
              </a:r>
              <a:r>
                <a:rPr lang="nl-NL" sz="1400" dirty="0">
                  <a:solidFill>
                    <a:schemeClr val="tx2"/>
                  </a:solidFill>
                </a:rPr>
                <a:t> here. Box </a:t>
              </a:r>
              <a:r>
                <a:rPr lang="nl-NL" sz="1400" dirty="0" err="1">
                  <a:solidFill>
                    <a:schemeClr val="tx2"/>
                  </a:solidFill>
                </a:rPr>
                <a:t>will</a:t>
              </a:r>
              <a:r>
                <a:rPr lang="nl-NL" sz="1400" dirty="0">
                  <a:solidFill>
                    <a:schemeClr val="tx2"/>
                  </a:solidFill>
                </a:rPr>
                <a:t> </a:t>
              </a:r>
              <a:r>
                <a:rPr lang="nl-NL" sz="1400" dirty="0" err="1">
                  <a:solidFill>
                    <a:schemeClr val="tx2"/>
                  </a:solidFill>
                </a:rPr>
                <a:t>automatically</a:t>
              </a:r>
              <a:r>
                <a:rPr lang="nl-NL" sz="1400" dirty="0">
                  <a:solidFill>
                    <a:schemeClr val="tx2"/>
                  </a:solidFill>
                </a:rPr>
                <a:t> </a:t>
              </a:r>
              <a:r>
                <a:rPr lang="nl-NL" sz="1400" dirty="0" err="1">
                  <a:solidFill>
                    <a:schemeClr val="tx2"/>
                  </a:solidFill>
                </a:rPr>
                <a:t>adjust</a:t>
              </a:r>
              <a:r>
                <a:rPr lang="nl-NL" sz="1400" dirty="0">
                  <a:solidFill>
                    <a:schemeClr val="tx2"/>
                  </a:solidFill>
                </a:rPr>
                <a:t> </a:t>
              </a:r>
              <a:r>
                <a:rPr lang="nl-NL" sz="1400" dirty="0" err="1">
                  <a:solidFill>
                    <a:schemeClr val="tx2"/>
                  </a:solidFill>
                </a:rPr>
                <a:t>to</a:t>
              </a:r>
              <a:r>
                <a:rPr lang="nl-NL" sz="1400" dirty="0">
                  <a:solidFill>
                    <a:schemeClr val="tx2"/>
                  </a:solidFill>
                </a:rPr>
                <a:t> content, </a:t>
              </a:r>
              <a:r>
                <a:rPr lang="nl-NL" sz="1400" dirty="0" err="1">
                  <a:solidFill>
                    <a:schemeClr val="tx2"/>
                  </a:solidFill>
                </a:rPr>
                <a:t>adjust</a:t>
              </a:r>
              <a:r>
                <a:rPr lang="nl-NL" sz="1400" dirty="0">
                  <a:solidFill>
                    <a:schemeClr val="tx2"/>
                  </a:solidFill>
                </a:rPr>
                <a:t> type </a:t>
              </a:r>
              <a:r>
                <a:rPr lang="nl-NL" sz="1400" dirty="0" err="1">
                  <a:solidFill>
                    <a:schemeClr val="tx2"/>
                  </a:solidFill>
                </a:rPr>
                <a:t>size</a:t>
              </a:r>
              <a:r>
                <a:rPr lang="nl-NL" sz="1400" dirty="0">
                  <a:solidFill>
                    <a:schemeClr val="tx2"/>
                  </a:solidFill>
                </a:rPr>
                <a:t> as </a:t>
              </a:r>
              <a:r>
                <a:rPr lang="nl-NL" sz="1400" dirty="0" err="1">
                  <a:solidFill>
                    <a:schemeClr val="tx2"/>
                  </a:solidFill>
                </a:rPr>
                <a:t>needed</a:t>
              </a:r>
              <a:r>
                <a:rPr lang="nl-NL" sz="1400" dirty="0">
                  <a:solidFill>
                    <a:schemeClr val="tx2"/>
                  </a:solidFill>
                </a:rPr>
                <a:t>.</a:t>
              </a:r>
            </a:p>
          </p:txBody>
        </p:sp>
        <p:cxnSp>
          <p:nvCxnSpPr>
            <p:cNvPr id="153" name="Straight Arrow Connector 152">
              <a:extLst>
                <a:ext uri="{FF2B5EF4-FFF2-40B4-BE49-F238E27FC236}">
                  <a16:creationId xmlns:a16="http://schemas.microsoft.com/office/drawing/2014/main" id="{037C5EFE-466A-492F-A364-B53BF80FF3D6}"/>
                </a:ext>
              </a:extLst>
            </p:cNvPr>
            <p:cNvCxnSpPr>
              <a:cxnSpLocks/>
              <a:stCxn id="152" idx="3"/>
            </p:cNvCxnSpPr>
            <p:nvPr/>
          </p:nvCxnSpPr>
          <p:spPr>
            <a:xfrm>
              <a:off x="3661228" y="1764923"/>
              <a:ext cx="381000"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6" name="FlowOF" hidden="1">
            <a:extLst>
              <a:ext uri="{FF2B5EF4-FFF2-40B4-BE49-F238E27FC236}">
                <a16:creationId xmlns:a16="http://schemas.microsoft.com/office/drawing/2014/main" id="{C470EB0C-6D75-41AF-927F-EE9DD68FE152}"/>
              </a:ext>
            </a:extLst>
          </p:cNvPr>
          <p:cNvGrpSpPr/>
          <p:nvPr userDrawn="1"/>
        </p:nvGrpSpPr>
        <p:grpSpPr>
          <a:xfrm>
            <a:off x="7572519" y="1920690"/>
            <a:ext cx="2971800" cy="3281817"/>
            <a:chOff x="7572519" y="1920690"/>
            <a:chExt cx="2971800" cy="3281817"/>
          </a:xfrm>
        </p:grpSpPr>
        <p:grpSp>
          <p:nvGrpSpPr>
            <p:cNvPr id="154" name="Group 153">
              <a:extLst>
                <a:ext uri="{FF2B5EF4-FFF2-40B4-BE49-F238E27FC236}">
                  <a16:creationId xmlns:a16="http://schemas.microsoft.com/office/drawing/2014/main" id="{F6976EDE-9E07-4095-83DB-FDC747D3618A}"/>
                </a:ext>
              </a:extLst>
            </p:cNvPr>
            <p:cNvGrpSpPr/>
            <p:nvPr userDrawn="1">
              <p:custDataLst>
                <p:tags r:id="rId49"/>
              </p:custDataLst>
            </p:nvPr>
          </p:nvGrpSpPr>
          <p:grpSpPr>
            <a:xfrm>
              <a:off x="7572519" y="1920690"/>
              <a:ext cx="2971800" cy="908050"/>
              <a:chOff x="1016000" y="1016000"/>
              <a:chExt cx="2971800" cy="908050"/>
            </a:xfrm>
          </p:grpSpPr>
          <p:sp>
            <p:nvSpPr>
              <p:cNvPr id="155" name="Freeform: Shape 154">
                <a:extLst>
                  <a:ext uri="{FF2B5EF4-FFF2-40B4-BE49-F238E27FC236}">
                    <a16:creationId xmlns:a16="http://schemas.microsoft.com/office/drawing/2014/main" id="{F85E69E9-10DF-4471-89FC-F0EAEB2DA696}"/>
                  </a:ext>
                </a:extLst>
              </p:cNvPr>
              <p:cNvSpPr/>
              <p:nvPr>
                <p:custDataLst>
                  <p:tags r:id="rId50"/>
                </p:custDataLst>
              </p:nvPr>
            </p:nvSpPr>
            <p:spPr>
              <a:xfrm>
                <a:off x="1016000" y="1016000"/>
                <a:ext cx="2971800" cy="908050"/>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0 w 1828800"/>
                  <a:gd name="connsiteY5" fmla="*/ 4572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728216" y="0"/>
                    </a:lnTo>
                    <a:lnTo>
                      <a:pt x="1828800" y="457200"/>
                    </a:lnTo>
                    <a:lnTo>
                      <a:pt x="1728216" y="914400"/>
                    </a:lnTo>
                    <a:lnTo>
                      <a:pt x="0" y="914400"/>
                    </a:lnTo>
                    <a:lnTo>
                      <a:pt x="0" y="457200"/>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nl-NL" sz="1600" dirty="0">
                  <a:solidFill>
                    <a:schemeClr val="bg1"/>
                  </a:solidFill>
                </a:endParaRPr>
              </a:p>
            </p:txBody>
          </p:sp>
          <p:sp>
            <p:nvSpPr>
              <p:cNvPr id="156" name="TextBox 155">
                <a:extLst>
                  <a:ext uri="{FF2B5EF4-FFF2-40B4-BE49-F238E27FC236}">
                    <a16:creationId xmlns:a16="http://schemas.microsoft.com/office/drawing/2014/main" id="{A02F12B4-D6D8-41A3-B94C-7E5160CBDF82}"/>
                  </a:ext>
                </a:extLst>
              </p:cNvPr>
              <p:cNvSpPr txBox="1"/>
              <p:nvPr>
                <p:custDataLst>
                  <p:tags r:id="rId51"/>
                </p:custDataLst>
              </p:nvPr>
            </p:nvSpPr>
            <p:spPr>
              <a:xfrm>
                <a:off x="1079500" y="1079059"/>
                <a:ext cx="2744851" cy="781932"/>
              </a:xfrm>
              <a:prstGeom prst="rect">
                <a:avLst/>
              </a:prstGeom>
            </p:spPr>
            <p:txBody>
              <a:bodyPr vert="horz" wrap="square" lIns="1524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buClr>
                    <a:schemeClr val="tx2"/>
                  </a:buClr>
                </a:pPr>
                <a:r>
                  <a:rPr lang="nl-NL" b="1" dirty="0">
                    <a:solidFill>
                      <a:schemeClr val="bg1"/>
                    </a:solidFill>
                  </a:rPr>
                  <a:t>Text</a:t>
                </a:r>
              </a:p>
            </p:txBody>
          </p:sp>
        </p:grpSp>
        <p:sp>
          <p:nvSpPr>
            <p:cNvPr id="157" name="TextBox 156">
              <a:extLst>
                <a:ext uri="{FF2B5EF4-FFF2-40B4-BE49-F238E27FC236}">
                  <a16:creationId xmlns:a16="http://schemas.microsoft.com/office/drawing/2014/main" id="{FA53E6B7-4EF8-4626-B72D-8F2BCB77D9D4}"/>
                </a:ext>
              </a:extLst>
            </p:cNvPr>
            <p:cNvSpPr txBox="1"/>
            <p:nvPr userDrawn="1"/>
          </p:nvSpPr>
          <p:spPr>
            <a:xfrm>
              <a:off x="7794770" y="2955739"/>
              <a:ext cx="2586101" cy="2246768"/>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Text level one</a:t>
              </a:r>
            </a:p>
            <a:p>
              <a:pPr lvl="1" rtl="0"/>
              <a:r>
                <a:rPr lang="nl-NL" dirty="0"/>
                <a:t>Text level two </a:t>
              </a:r>
            </a:p>
          </p:txBody>
        </p:sp>
      </p:grpSp>
      <p:grpSp>
        <p:nvGrpSpPr>
          <p:cNvPr id="182" name="SplitFlowOF" hidden="1">
            <a:extLst>
              <a:ext uri="{FF2B5EF4-FFF2-40B4-BE49-F238E27FC236}">
                <a16:creationId xmlns:a16="http://schemas.microsoft.com/office/drawing/2014/main" id="{04DA8A8D-C800-4631-9BD3-AB396BBF7383}"/>
              </a:ext>
            </a:extLst>
          </p:cNvPr>
          <p:cNvGrpSpPr/>
          <p:nvPr userDrawn="1">
            <p:custDataLst>
              <p:tags r:id="rId22"/>
            </p:custDataLst>
          </p:nvPr>
        </p:nvGrpSpPr>
        <p:grpSpPr>
          <a:xfrm>
            <a:off x="1016000" y="1016000"/>
            <a:ext cx="1828801" cy="914400"/>
            <a:chOff x="114299" y="1270000"/>
            <a:chExt cx="1828801" cy="914400"/>
          </a:xfrm>
        </p:grpSpPr>
        <p:sp>
          <p:nvSpPr>
            <p:cNvPr id="183" name="Freeform: Shape 182">
              <a:extLst>
                <a:ext uri="{FF2B5EF4-FFF2-40B4-BE49-F238E27FC236}">
                  <a16:creationId xmlns:a16="http://schemas.microsoft.com/office/drawing/2014/main" id="{269107E3-6439-492B-88A0-7F2088222AAD}"/>
                </a:ext>
              </a:extLst>
            </p:cNvPr>
            <p:cNvSpPr/>
            <p:nvPr>
              <p:custDataLst>
                <p:tags r:id="rId43"/>
              </p:custDataLst>
            </p:nvPr>
          </p:nvSpPr>
          <p:spPr>
            <a:xfrm>
              <a:off x="114300" y="1270000"/>
              <a:ext cx="1828800" cy="457200"/>
            </a:xfrm>
            <a:custGeom>
              <a:avLst/>
              <a:gdLst>
                <a:gd name="connsiteX0" fmla="*/ 1664208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1828800 w 1828800"/>
                <a:gd name="connsiteY0" fmla="*/ 45720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45720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97126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97126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97126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97126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1828800" h="457200">
                  <a:moveTo>
                    <a:pt x="0" y="0"/>
                  </a:moveTo>
                  <a:lnTo>
                    <a:pt x="1664208" y="0"/>
                  </a:lnTo>
                  <a:lnTo>
                    <a:pt x="1828800" y="457200"/>
                  </a:lnTo>
                  <a:lnTo>
                    <a:pt x="0" y="457200"/>
                  </a:lnTo>
                  <a:close/>
                </a:path>
              </a:pathLst>
            </a:custGeom>
            <a:solidFill>
              <a:schemeClr val="accent1"/>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nl-NL" sz="1600" dirty="0">
                <a:solidFill>
                  <a:schemeClr val="bg1"/>
                </a:solidFill>
              </a:endParaRPr>
            </a:p>
          </p:txBody>
        </p:sp>
        <p:sp>
          <p:nvSpPr>
            <p:cNvPr id="184" name="TextBox 183">
              <a:extLst>
                <a:ext uri="{FF2B5EF4-FFF2-40B4-BE49-F238E27FC236}">
                  <a16:creationId xmlns:a16="http://schemas.microsoft.com/office/drawing/2014/main" id="{9D545E8C-47D7-4530-BDC0-3B2C1AAB1EF5}"/>
                </a:ext>
              </a:extLst>
            </p:cNvPr>
            <p:cNvSpPr txBox="1"/>
            <p:nvPr>
              <p:custDataLst>
                <p:tags r:id="rId44"/>
              </p:custDataLst>
            </p:nvPr>
          </p:nvSpPr>
          <p:spPr>
            <a:xfrm>
              <a:off x="177800" y="1327150"/>
              <a:ext cx="1600708" cy="342900"/>
            </a:xfrm>
            <a:prstGeom prst="rect">
              <a:avLst/>
            </a:prstGeom>
            <a:noFill/>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buClr>
                  <a:schemeClr val="tx2"/>
                </a:buClr>
              </a:pPr>
              <a:r>
                <a:rPr lang="nl-NL" b="1" dirty="0">
                  <a:solidFill>
                    <a:schemeClr val="bg1"/>
                  </a:solidFill>
                </a:rPr>
                <a:t>Text</a:t>
              </a:r>
            </a:p>
          </p:txBody>
        </p:sp>
        <p:sp>
          <p:nvSpPr>
            <p:cNvPr id="185" name="Freeform: Shape 184">
              <a:extLst>
                <a:ext uri="{FF2B5EF4-FFF2-40B4-BE49-F238E27FC236}">
                  <a16:creationId xmlns:a16="http://schemas.microsoft.com/office/drawing/2014/main" id="{AF965678-AEBC-456A-83A7-4FB6034EC7E1}"/>
                </a:ext>
              </a:extLst>
            </p:cNvPr>
            <p:cNvSpPr/>
            <p:nvPr>
              <p:custDataLst>
                <p:tags r:id="rId45"/>
              </p:custDataLst>
            </p:nvPr>
          </p:nvSpPr>
          <p:spPr>
            <a:xfrm>
              <a:off x="114299" y="1727200"/>
              <a:ext cx="996697" cy="457200"/>
            </a:xfrm>
            <a:custGeom>
              <a:avLst/>
              <a:gdLst>
                <a:gd name="connsiteX0" fmla="*/ 1664208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1828800 w 1828800"/>
                <a:gd name="connsiteY0" fmla="*/ 45720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45720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1676400 w 1828800"/>
                <a:gd name="connsiteY0" fmla="*/ 304800 h 457200"/>
                <a:gd name="connsiteX1" fmla="*/ 1664208 w 1828800"/>
                <a:gd name="connsiteY1" fmla="*/ 0 h 457200"/>
                <a:gd name="connsiteX2" fmla="*/ 1828800 w 1828800"/>
                <a:gd name="connsiteY2" fmla="*/ 457200 h 457200"/>
                <a:gd name="connsiteX3" fmla="*/ 0 w 1828800"/>
                <a:gd name="connsiteY3" fmla="*/ 457200 h 457200"/>
                <a:gd name="connsiteX0" fmla="*/ 1676400 w 1828800"/>
                <a:gd name="connsiteY0" fmla="*/ 0 h 457200"/>
                <a:gd name="connsiteX1" fmla="*/ 1511808 w 1828800"/>
                <a:gd name="connsiteY1" fmla="*/ 457200 h 457200"/>
                <a:gd name="connsiteX2" fmla="*/ 1828800 w 1828800"/>
                <a:gd name="connsiteY2" fmla="*/ 152400 h 457200"/>
                <a:gd name="connsiteX3" fmla="*/ 0 w 1828800"/>
                <a:gd name="connsiteY3" fmla="*/ 152400 h 457200"/>
                <a:gd name="connsiteX0" fmla="*/ 1828800 w 1828800"/>
                <a:gd name="connsiteY0" fmla="*/ 0 h 457200"/>
                <a:gd name="connsiteX1" fmla="*/ 1664208 w 1828800"/>
                <a:gd name="connsiteY1" fmla="*/ 457200 h 457200"/>
                <a:gd name="connsiteX2" fmla="*/ 0 w 1828800"/>
                <a:gd name="connsiteY2" fmla="*/ 457200 h 457200"/>
                <a:gd name="connsiteX3" fmla="*/ 152400 w 1828800"/>
                <a:gd name="connsiteY3" fmla="*/ 152400 h 457200"/>
                <a:gd name="connsiteX0" fmla="*/ 1828800 w 1828800"/>
                <a:gd name="connsiteY0" fmla="*/ 0 h 457200"/>
                <a:gd name="connsiteX1" fmla="*/ 1664208 w 1828800"/>
                <a:gd name="connsiteY1" fmla="*/ 457200 h 457200"/>
                <a:gd name="connsiteX2" fmla="*/ 0 w 1828800"/>
                <a:gd name="connsiteY2" fmla="*/ 457200 h 457200"/>
                <a:gd name="connsiteX3" fmla="*/ 0 w 1828800"/>
                <a:gd name="connsiteY3" fmla="*/ 0 h 457200"/>
                <a:gd name="connsiteX0" fmla="*/ 980237 w 1664208"/>
                <a:gd name="connsiteY0" fmla="*/ 0 h 457200"/>
                <a:gd name="connsiteX1" fmla="*/ 1664208 w 1664208"/>
                <a:gd name="connsiteY1" fmla="*/ 457200 h 457200"/>
                <a:gd name="connsiteX2" fmla="*/ 0 w 1664208"/>
                <a:gd name="connsiteY2" fmla="*/ 457200 h 457200"/>
                <a:gd name="connsiteX3" fmla="*/ 0 w 1664208"/>
                <a:gd name="connsiteY3" fmla="*/ 0 h 457200"/>
                <a:gd name="connsiteX0" fmla="*/ 980237 w 980237"/>
                <a:gd name="connsiteY0" fmla="*/ 0 h 457200"/>
                <a:gd name="connsiteX1" fmla="*/ 848563 w 980237"/>
                <a:gd name="connsiteY1" fmla="*/ 457200 h 457200"/>
                <a:gd name="connsiteX2" fmla="*/ 0 w 980237"/>
                <a:gd name="connsiteY2" fmla="*/ 457200 h 457200"/>
                <a:gd name="connsiteX3" fmla="*/ 0 w 980237"/>
                <a:gd name="connsiteY3" fmla="*/ 0 h 457200"/>
                <a:gd name="connsiteX0" fmla="*/ 980237 w 980237"/>
                <a:gd name="connsiteY0" fmla="*/ 0 h 457200"/>
                <a:gd name="connsiteX1" fmla="*/ 848563 w 980237"/>
                <a:gd name="connsiteY1" fmla="*/ 457200 h 457200"/>
                <a:gd name="connsiteX2" fmla="*/ 0 w 980237"/>
                <a:gd name="connsiteY2" fmla="*/ 457200 h 457200"/>
                <a:gd name="connsiteX3" fmla="*/ 0 w 980237"/>
                <a:gd name="connsiteY3" fmla="*/ 0 h 457200"/>
                <a:gd name="connsiteX0" fmla="*/ 980237 w 980237"/>
                <a:gd name="connsiteY0" fmla="*/ 0 h 457200"/>
                <a:gd name="connsiteX1" fmla="*/ 848563 w 980237"/>
                <a:gd name="connsiteY1" fmla="*/ 457200 h 457200"/>
                <a:gd name="connsiteX2" fmla="*/ 0 w 980237"/>
                <a:gd name="connsiteY2" fmla="*/ 457200 h 457200"/>
                <a:gd name="connsiteX3" fmla="*/ 0 w 980237"/>
                <a:gd name="connsiteY3" fmla="*/ 0 h 457200"/>
                <a:gd name="connsiteX0" fmla="*/ 996696 w 996696"/>
                <a:gd name="connsiteY0" fmla="*/ 0 h 457200"/>
                <a:gd name="connsiteX1" fmla="*/ 848563 w 996696"/>
                <a:gd name="connsiteY1" fmla="*/ 457200 h 457200"/>
                <a:gd name="connsiteX2" fmla="*/ 0 w 996696"/>
                <a:gd name="connsiteY2" fmla="*/ 457200 h 457200"/>
                <a:gd name="connsiteX3" fmla="*/ 0 w 996696"/>
                <a:gd name="connsiteY3" fmla="*/ 0 h 457200"/>
                <a:gd name="connsiteX0" fmla="*/ 996696 w 996696"/>
                <a:gd name="connsiteY0" fmla="*/ 0 h 457200"/>
                <a:gd name="connsiteX1" fmla="*/ 832103 w 996696"/>
                <a:gd name="connsiteY1" fmla="*/ 457200 h 457200"/>
                <a:gd name="connsiteX2" fmla="*/ 0 w 996696"/>
                <a:gd name="connsiteY2" fmla="*/ 457200 h 457200"/>
                <a:gd name="connsiteX3" fmla="*/ 0 w 996696"/>
                <a:gd name="connsiteY3" fmla="*/ 0 h 457200"/>
                <a:gd name="connsiteX0" fmla="*/ 996697 w 996697"/>
                <a:gd name="connsiteY0" fmla="*/ 0 h 457200"/>
                <a:gd name="connsiteX1" fmla="*/ 832104 w 996697"/>
                <a:gd name="connsiteY1" fmla="*/ 457200 h 457200"/>
                <a:gd name="connsiteX2" fmla="*/ 0 w 996697"/>
                <a:gd name="connsiteY2" fmla="*/ 457200 h 457200"/>
                <a:gd name="connsiteX3" fmla="*/ 1 w 996697"/>
                <a:gd name="connsiteY3" fmla="*/ 0 h 457200"/>
                <a:gd name="connsiteX0" fmla="*/ 996697 w 996697"/>
                <a:gd name="connsiteY0" fmla="*/ 0 h 457200"/>
                <a:gd name="connsiteX1" fmla="*/ 832104 w 996697"/>
                <a:gd name="connsiteY1" fmla="*/ 457200 h 457200"/>
                <a:gd name="connsiteX2" fmla="*/ 0 w 996697"/>
                <a:gd name="connsiteY2" fmla="*/ 457200 h 457200"/>
                <a:gd name="connsiteX3" fmla="*/ 1 w 996697"/>
                <a:gd name="connsiteY3" fmla="*/ 0 h 457200"/>
              </a:gdLst>
              <a:ahLst/>
              <a:cxnLst>
                <a:cxn ang="0">
                  <a:pos x="connsiteX0" y="connsiteY0"/>
                </a:cxn>
                <a:cxn ang="0">
                  <a:pos x="connsiteX1" y="connsiteY1"/>
                </a:cxn>
                <a:cxn ang="0">
                  <a:pos x="connsiteX2" y="connsiteY2"/>
                </a:cxn>
                <a:cxn ang="0">
                  <a:pos x="connsiteX3" y="connsiteY3"/>
                </a:cxn>
              </a:cxnLst>
              <a:rect l="l" t="t" r="r" b="b"/>
              <a:pathLst>
                <a:path w="996697" h="457200">
                  <a:moveTo>
                    <a:pt x="996697" y="0"/>
                  </a:moveTo>
                  <a:lnTo>
                    <a:pt x="832104" y="457200"/>
                  </a:lnTo>
                  <a:lnTo>
                    <a:pt x="0" y="457200"/>
                  </a:lnTo>
                  <a:lnTo>
                    <a:pt x="1" y="0"/>
                  </a:lnTo>
                  <a:close/>
                </a:path>
              </a:pathLst>
            </a:custGeom>
            <a:solidFill>
              <a:schemeClr val="accent1"/>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nl-NL" sz="1600" dirty="0">
                <a:solidFill>
                  <a:schemeClr val="bg1"/>
                </a:solidFill>
              </a:endParaRPr>
            </a:p>
          </p:txBody>
        </p:sp>
        <p:sp>
          <p:nvSpPr>
            <p:cNvPr id="187" name="TextBox 186">
              <a:extLst>
                <a:ext uri="{FF2B5EF4-FFF2-40B4-BE49-F238E27FC236}">
                  <a16:creationId xmlns:a16="http://schemas.microsoft.com/office/drawing/2014/main" id="{9A4DB2CF-F78C-4C69-8CA8-B939E66D8A79}"/>
                </a:ext>
              </a:extLst>
            </p:cNvPr>
            <p:cNvSpPr txBox="1"/>
            <p:nvPr>
              <p:custDataLst>
                <p:tags r:id="rId46"/>
              </p:custDataLst>
            </p:nvPr>
          </p:nvSpPr>
          <p:spPr>
            <a:xfrm>
              <a:off x="177800" y="1784350"/>
              <a:ext cx="768604" cy="342900"/>
            </a:xfrm>
            <a:prstGeom prst="rect">
              <a:avLst/>
            </a:prstGeom>
            <a:noFill/>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buClr>
                  <a:schemeClr val="tx2"/>
                </a:buClr>
              </a:pPr>
              <a:r>
                <a:rPr lang="nl-NL" b="1" dirty="0">
                  <a:solidFill>
                    <a:schemeClr val="bg1"/>
                  </a:solidFill>
                </a:rPr>
                <a:t>Text</a:t>
              </a:r>
            </a:p>
          </p:txBody>
        </p:sp>
        <p:sp>
          <p:nvSpPr>
            <p:cNvPr id="188" name="Freeform: Shape 187">
              <a:extLst>
                <a:ext uri="{FF2B5EF4-FFF2-40B4-BE49-F238E27FC236}">
                  <a16:creationId xmlns:a16="http://schemas.microsoft.com/office/drawing/2014/main" id="{8EDA77D0-DA3A-4473-88A7-1DAB65B372C9}"/>
                </a:ext>
              </a:extLst>
            </p:cNvPr>
            <p:cNvSpPr/>
            <p:nvPr>
              <p:custDataLst>
                <p:tags r:id="rId47"/>
              </p:custDataLst>
            </p:nvPr>
          </p:nvSpPr>
          <p:spPr>
            <a:xfrm>
              <a:off x="946404" y="1727200"/>
              <a:ext cx="996696" cy="457200"/>
            </a:xfrm>
            <a:custGeom>
              <a:avLst/>
              <a:gdLst>
                <a:gd name="connsiteX0" fmla="*/ 1664208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1828800 w 1828800"/>
                <a:gd name="connsiteY0" fmla="*/ 45720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45720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1676400 w 1828800"/>
                <a:gd name="connsiteY0" fmla="*/ 304800 h 457200"/>
                <a:gd name="connsiteX1" fmla="*/ 1664208 w 1828800"/>
                <a:gd name="connsiteY1" fmla="*/ 0 h 457200"/>
                <a:gd name="connsiteX2" fmla="*/ 1828800 w 1828800"/>
                <a:gd name="connsiteY2" fmla="*/ 457200 h 457200"/>
                <a:gd name="connsiteX3" fmla="*/ 0 w 1828800"/>
                <a:gd name="connsiteY3" fmla="*/ 457200 h 457200"/>
                <a:gd name="connsiteX0" fmla="*/ 1676400 w 1828800"/>
                <a:gd name="connsiteY0" fmla="*/ 0 h 457200"/>
                <a:gd name="connsiteX1" fmla="*/ 1511808 w 1828800"/>
                <a:gd name="connsiteY1" fmla="*/ 457200 h 457200"/>
                <a:gd name="connsiteX2" fmla="*/ 1828800 w 1828800"/>
                <a:gd name="connsiteY2" fmla="*/ 152400 h 457200"/>
                <a:gd name="connsiteX3" fmla="*/ 0 w 1828800"/>
                <a:gd name="connsiteY3" fmla="*/ 152400 h 457200"/>
                <a:gd name="connsiteX0" fmla="*/ 1828800 w 1828800"/>
                <a:gd name="connsiteY0" fmla="*/ 0 h 457200"/>
                <a:gd name="connsiteX1" fmla="*/ 1664208 w 1828800"/>
                <a:gd name="connsiteY1" fmla="*/ 457200 h 457200"/>
                <a:gd name="connsiteX2" fmla="*/ 0 w 1828800"/>
                <a:gd name="connsiteY2" fmla="*/ 457200 h 457200"/>
                <a:gd name="connsiteX3" fmla="*/ 152400 w 1828800"/>
                <a:gd name="connsiteY3" fmla="*/ 152400 h 457200"/>
                <a:gd name="connsiteX0" fmla="*/ 1828800 w 1828800"/>
                <a:gd name="connsiteY0" fmla="*/ 0 h 457200"/>
                <a:gd name="connsiteX1" fmla="*/ 1664208 w 1828800"/>
                <a:gd name="connsiteY1" fmla="*/ 457200 h 457200"/>
                <a:gd name="connsiteX2" fmla="*/ 0 w 1828800"/>
                <a:gd name="connsiteY2" fmla="*/ 457200 h 457200"/>
                <a:gd name="connsiteX3" fmla="*/ 0 w 1828800"/>
                <a:gd name="connsiteY3" fmla="*/ 0 h 457200"/>
                <a:gd name="connsiteX0" fmla="*/ 1828800 w 1828800"/>
                <a:gd name="connsiteY0" fmla="*/ 0 h 457200"/>
                <a:gd name="connsiteX1" fmla="*/ 1664208 w 1828800"/>
                <a:gd name="connsiteY1" fmla="*/ 457200 h 457200"/>
                <a:gd name="connsiteX2" fmla="*/ 0 w 1828800"/>
                <a:gd name="connsiteY2" fmla="*/ 457200 h 457200"/>
                <a:gd name="connsiteX3" fmla="*/ 0 w 1828800"/>
                <a:gd name="connsiteY3" fmla="*/ 0 h 457200"/>
                <a:gd name="connsiteX0" fmla="*/ 1828800 w 1828800"/>
                <a:gd name="connsiteY0" fmla="*/ 0 h 457200"/>
                <a:gd name="connsiteX1" fmla="*/ 1697126 w 1828800"/>
                <a:gd name="connsiteY1" fmla="*/ 457200 h 457200"/>
                <a:gd name="connsiteX2" fmla="*/ 0 w 1828800"/>
                <a:gd name="connsiteY2" fmla="*/ 457200 h 457200"/>
                <a:gd name="connsiteX3" fmla="*/ 0 w 1828800"/>
                <a:gd name="connsiteY3" fmla="*/ 0 h 457200"/>
                <a:gd name="connsiteX0" fmla="*/ 1828800 w 1828800"/>
                <a:gd name="connsiteY0" fmla="*/ 0 h 457200"/>
                <a:gd name="connsiteX1" fmla="*/ 1697126 w 1828800"/>
                <a:gd name="connsiteY1" fmla="*/ 457200 h 457200"/>
                <a:gd name="connsiteX2" fmla="*/ 848563 w 1828800"/>
                <a:gd name="connsiteY2" fmla="*/ 457200 h 457200"/>
                <a:gd name="connsiteX3" fmla="*/ 0 w 1828800"/>
                <a:gd name="connsiteY3" fmla="*/ 0 h 457200"/>
                <a:gd name="connsiteX0" fmla="*/ 980237 w 980237"/>
                <a:gd name="connsiteY0" fmla="*/ 0 h 457200"/>
                <a:gd name="connsiteX1" fmla="*/ 848563 w 980237"/>
                <a:gd name="connsiteY1" fmla="*/ 457200 h 457200"/>
                <a:gd name="connsiteX2" fmla="*/ 0 w 980237"/>
                <a:gd name="connsiteY2" fmla="*/ 457200 h 457200"/>
                <a:gd name="connsiteX3" fmla="*/ 131674 w 980237"/>
                <a:gd name="connsiteY3" fmla="*/ 0 h 457200"/>
                <a:gd name="connsiteX0" fmla="*/ 980237 w 980237"/>
                <a:gd name="connsiteY0" fmla="*/ 0 h 457200"/>
                <a:gd name="connsiteX1" fmla="*/ 848563 w 980237"/>
                <a:gd name="connsiteY1" fmla="*/ 457200 h 457200"/>
                <a:gd name="connsiteX2" fmla="*/ 0 w 980237"/>
                <a:gd name="connsiteY2" fmla="*/ 457200 h 457200"/>
                <a:gd name="connsiteX3" fmla="*/ 131674 w 980237"/>
                <a:gd name="connsiteY3" fmla="*/ 0 h 457200"/>
                <a:gd name="connsiteX0" fmla="*/ 980237 w 980237"/>
                <a:gd name="connsiteY0" fmla="*/ 0 h 457200"/>
                <a:gd name="connsiteX1" fmla="*/ 815645 w 980237"/>
                <a:gd name="connsiteY1" fmla="*/ 457200 h 457200"/>
                <a:gd name="connsiteX2" fmla="*/ 0 w 980237"/>
                <a:gd name="connsiteY2" fmla="*/ 457200 h 457200"/>
                <a:gd name="connsiteX3" fmla="*/ 131674 w 980237"/>
                <a:gd name="connsiteY3" fmla="*/ 0 h 457200"/>
                <a:gd name="connsiteX0" fmla="*/ 996696 w 996696"/>
                <a:gd name="connsiteY0" fmla="*/ 0 h 457200"/>
                <a:gd name="connsiteX1" fmla="*/ 832104 w 996696"/>
                <a:gd name="connsiteY1" fmla="*/ 457200 h 457200"/>
                <a:gd name="connsiteX2" fmla="*/ 0 w 996696"/>
                <a:gd name="connsiteY2" fmla="*/ 457200 h 457200"/>
                <a:gd name="connsiteX3" fmla="*/ 148133 w 996696"/>
                <a:gd name="connsiteY3" fmla="*/ 0 h 457200"/>
                <a:gd name="connsiteX0" fmla="*/ 996696 w 996696"/>
                <a:gd name="connsiteY0" fmla="*/ 0 h 457200"/>
                <a:gd name="connsiteX1" fmla="*/ 832104 w 996696"/>
                <a:gd name="connsiteY1" fmla="*/ 457200 h 457200"/>
                <a:gd name="connsiteX2" fmla="*/ 0 w 996696"/>
                <a:gd name="connsiteY2" fmla="*/ 457200 h 457200"/>
                <a:gd name="connsiteX3" fmla="*/ 164592 w 996696"/>
                <a:gd name="connsiteY3" fmla="*/ 0 h 457200"/>
              </a:gdLst>
              <a:ahLst/>
              <a:cxnLst>
                <a:cxn ang="0">
                  <a:pos x="connsiteX0" y="connsiteY0"/>
                </a:cxn>
                <a:cxn ang="0">
                  <a:pos x="connsiteX1" y="connsiteY1"/>
                </a:cxn>
                <a:cxn ang="0">
                  <a:pos x="connsiteX2" y="connsiteY2"/>
                </a:cxn>
                <a:cxn ang="0">
                  <a:pos x="connsiteX3" y="connsiteY3"/>
                </a:cxn>
              </a:cxnLst>
              <a:rect l="l" t="t" r="r" b="b"/>
              <a:pathLst>
                <a:path w="996696" h="457200">
                  <a:moveTo>
                    <a:pt x="996696" y="0"/>
                  </a:moveTo>
                  <a:lnTo>
                    <a:pt x="832104" y="457200"/>
                  </a:lnTo>
                  <a:lnTo>
                    <a:pt x="0" y="457200"/>
                  </a:lnTo>
                  <a:lnTo>
                    <a:pt x="164592" y="0"/>
                  </a:lnTo>
                  <a:close/>
                </a:path>
              </a:pathLst>
            </a:custGeom>
            <a:solidFill>
              <a:schemeClr val="accent1"/>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nl-NL" sz="1600" dirty="0">
                <a:solidFill>
                  <a:schemeClr val="bg1"/>
                </a:solidFill>
              </a:endParaRPr>
            </a:p>
          </p:txBody>
        </p:sp>
        <p:sp>
          <p:nvSpPr>
            <p:cNvPr id="189" name="TextBox 188">
              <a:extLst>
                <a:ext uri="{FF2B5EF4-FFF2-40B4-BE49-F238E27FC236}">
                  <a16:creationId xmlns:a16="http://schemas.microsoft.com/office/drawing/2014/main" id="{B71FCB3F-F4AD-445B-87E9-3B79C4FC39C1}"/>
                </a:ext>
              </a:extLst>
            </p:cNvPr>
            <p:cNvSpPr txBox="1"/>
            <p:nvPr>
              <p:custDataLst>
                <p:tags r:id="rId48"/>
              </p:custDataLst>
            </p:nvPr>
          </p:nvSpPr>
          <p:spPr>
            <a:xfrm>
              <a:off x="1149096" y="1784350"/>
              <a:ext cx="629412" cy="342900"/>
            </a:xfrm>
            <a:prstGeom prst="rect">
              <a:avLst/>
            </a:prstGeom>
            <a:noFill/>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buClr>
                  <a:schemeClr val="tx2"/>
                </a:buClr>
              </a:pPr>
              <a:r>
                <a:rPr lang="nl-NL" b="1" dirty="0">
                  <a:solidFill>
                    <a:schemeClr val="bg1"/>
                  </a:solidFill>
                </a:rPr>
                <a:t>Text</a:t>
              </a:r>
            </a:p>
          </p:txBody>
        </p:sp>
      </p:grpSp>
      <p:graphicFrame>
        <p:nvGraphicFramePr>
          <p:cNvPr id="3" name="Object 6"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23"/>
            </p:custDataLst>
            <p:extLst>
              <p:ext uri="{D42A27DB-BD31-4B8C-83A1-F6EECF244321}">
                <p14:modId xmlns:p14="http://schemas.microsoft.com/office/powerpoint/2010/main" val="9043950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2" imgW="413" imgH="416" progId="TCLayout.ActiveDocument.1">
                  <p:embed/>
                </p:oleObj>
              </mc:Choice>
              <mc:Fallback>
                <p:oleObj name="think-cell Slide" r:id="rId52" imgW="413" imgH="416" progId="TCLayout.ActiveDocument.1">
                  <p:embed/>
                  <p:pic>
                    <p:nvPicPr>
                      <p:cNvPr id="3" name="Object 6" hidden="1">
                        <a:extLst>
                          <a:ext uri="{FF2B5EF4-FFF2-40B4-BE49-F238E27FC236}">
                            <a16:creationId xmlns:a16="http://schemas.microsoft.com/office/drawing/2014/main" id="{4BC40847-AF8B-4097-9A07-2349A751A051}"/>
                          </a:ext>
                        </a:extLst>
                      </p:cNvPr>
                      <p:cNvPicPr/>
                      <p:nvPr/>
                    </p:nvPicPr>
                    <p:blipFill>
                      <a:blip r:embed="rId53"/>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5B28737-798E-48D4-BBDB-8EB35CB9FFFB}"/>
              </a:ext>
            </a:extLst>
          </p:cNvPr>
          <p:cNvSpPr/>
          <p:nvPr userDrawn="1">
            <p:custDataLst>
              <p:tags r:id="rId24"/>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0"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16" name="4. Footnote" hidden="1">
            <a:extLst>
              <a:ext uri="{FF2B5EF4-FFF2-40B4-BE49-F238E27FC236}">
                <a16:creationId xmlns:a16="http://schemas.microsoft.com/office/drawing/2014/main" id="{772E4927-517C-4D61-9929-9FFDE5F31A03}"/>
              </a:ext>
            </a:extLst>
          </p:cNvPr>
          <p:cNvSpPr txBox="1"/>
          <p:nvPr userDrawn="1">
            <p:custDataLst>
              <p:tags r:id="rId25"/>
            </p:custDataLst>
          </p:nvPr>
        </p:nvSpPr>
        <p:spPr>
          <a:xfrm>
            <a:off x="553972" y="6278400"/>
            <a:ext cx="7278624" cy="123111"/>
          </a:xfrm>
          <a:prstGeom prst="rect">
            <a:avLst/>
          </a:prstGeom>
          <a:noFill/>
        </p:spPr>
        <p:txBody>
          <a:bodyPr wrap="square" lIns="0" tIns="0" rIns="0" bIns="0" rtlCol="0" anchor="b">
            <a:no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nl-NL" dirty="0"/>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26"/>
            </p:custDataLst>
          </p:nvPr>
        </p:nvSpPr>
        <p:spPr>
          <a:xfrm>
            <a:off x="554736" y="172212"/>
            <a:ext cx="11082528" cy="731520"/>
          </a:xfrm>
          <a:prstGeom prst="rect">
            <a:avLst/>
          </a:prstGeom>
        </p:spPr>
        <p:txBody>
          <a:bodyPr vert="horz" wrap="square" lIns="0" tIns="0" rIns="0" bIns="0" rtlCol="0" anchor="b" anchorCtr="0">
            <a:noAutofit/>
          </a:bodyPr>
          <a:lstStyle/>
          <a:p>
            <a:pPr lvl="0"/>
            <a:r>
              <a:rPr lang="nl-NL" dirty="0"/>
              <a:t>Click to edit Master title style</a:t>
            </a:r>
          </a:p>
        </p:txBody>
      </p:sp>
      <p:grpSp>
        <p:nvGrpSpPr>
          <p:cNvPr id="59" name="Grid" hidden="1">
            <a:extLst>
              <a:ext uri="{FF2B5EF4-FFF2-40B4-BE49-F238E27FC236}">
                <a16:creationId xmlns:a16="http://schemas.microsoft.com/office/drawing/2014/main" id="{D35250B8-D61E-4F1A-9ACD-6E1BB958B78E}"/>
              </a:ext>
            </a:extLst>
          </p:cNvPr>
          <p:cNvGrpSpPr/>
          <p:nvPr userDrawn="1"/>
        </p:nvGrpSpPr>
        <p:grpSpPr>
          <a:xfrm>
            <a:off x="0" y="0"/>
            <a:ext cx="12190476" cy="6858000"/>
            <a:chOff x="0" y="0"/>
            <a:chExt cx="12190476" cy="6858000"/>
          </a:xfrm>
        </p:grpSpPr>
        <p:sp>
          <p:nvSpPr>
            <p:cNvPr id="60" name="slide margin">
              <a:extLst>
                <a:ext uri="{FF2B5EF4-FFF2-40B4-BE49-F238E27FC236}">
                  <a16:creationId xmlns:a16="http://schemas.microsoft.com/office/drawing/2014/main" id="{B96EBE04-E01D-4922-8601-F1AD43DC4DA0}"/>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nl-NL" dirty="0">
                <a:solidFill>
                  <a:schemeClr val="tx1"/>
                </a:solidFill>
                <a:latin typeface="+mn-lt"/>
              </a:endParaRPr>
            </a:p>
          </p:txBody>
        </p:sp>
        <p:cxnSp>
          <p:nvCxnSpPr>
            <p:cNvPr id="61" name="Straight Connector 60">
              <a:extLst>
                <a:ext uri="{FF2B5EF4-FFF2-40B4-BE49-F238E27FC236}">
                  <a16:creationId xmlns:a16="http://schemas.microsoft.com/office/drawing/2014/main" id="{5CA037B0-2A91-4357-A969-80F65F949266}"/>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1BD7C67-EF90-4AA0-BA50-51299E7EEE4C}"/>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19564A-5227-44A7-ABC0-4C6BBC1E2D6F}"/>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FD85D0C-74E8-4603-86B8-FCC481122CE8}"/>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F8BF8BD-68B4-4717-8162-382FFCC9BC9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9DB0B65-FCD8-4DD7-833A-DEED6A420E2A}"/>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18151F3-D51F-4302-95BF-AE8E806F628D}"/>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5A6B330-5ACC-486B-8131-B7F5407825B2}"/>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A5DE7AD-CCFE-4A85-9421-C7CEA9F80DEC}"/>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E2A9A81-75D1-41A9-9821-54FC36E753C1}"/>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6FE52AA-2DD1-4D00-A984-41CDC38B2D7F}"/>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5C9FC50-7177-43E6-9E56-DC9A2E6B7E6E}"/>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73" name="Freeform: Shape 72">
              <a:extLst>
                <a:ext uri="{FF2B5EF4-FFF2-40B4-BE49-F238E27FC236}">
                  <a16:creationId xmlns:a16="http://schemas.microsoft.com/office/drawing/2014/main" id="{BC97F85A-62E2-4591-B8D0-4F068B177B5D}"/>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74" name="Freeform: Shape 73">
              <a:extLst>
                <a:ext uri="{FF2B5EF4-FFF2-40B4-BE49-F238E27FC236}">
                  <a16:creationId xmlns:a16="http://schemas.microsoft.com/office/drawing/2014/main" id="{7F4B967A-CF91-473D-8A35-2BE771F9F59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75" name="Freeform: Shape 74">
              <a:extLst>
                <a:ext uri="{FF2B5EF4-FFF2-40B4-BE49-F238E27FC236}">
                  <a16:creationId xmlns:a16="http://schemas.microsoft.com/office/drawing/2014/main" id="{5AC41621-77EA-4492-8E68-0BE34108294A}"/>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76" name="Freeform: Shape 75">
              <a:extLst>
                <a:ext uri="{FF2B5EF4-FFF2-40B4-BE49-F238E27FC236}">
                  <a16:creationId xmlns:a16="http://schemas.microsoft.com/office/drawing/2014/main" id="{31A06AD2-A9EA-45D9-B15C-089884A54107}"/>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77" name="Freeform: Shape 76">
              <a:extLst>
                <a:ext uri="{FF2B5EF4-FFF2-40B4-BE49-F238E27FC236}">
                  <a16:creationId xmlns:a16="http://schemas.microsoft.com/office/drawing/2014/main" id="{3A7B39CC-379F-4224-9E59-81B1690088A0}"/>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78" name="Freeform: Shape 77">
              <a:extLst>
                <a:ext uri="{FF2B5EF4-FFF2-40B4-BE49-F238E27FC236}">
                  <a16:creationId xmlns:a16="http://schemas.microsoft.com/office/drawing/2014/main" id="{F8002ACB-1459-4214-B28A-B38E8A1FF8A6}"/>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79" name="Freeform: Shape 78">
              <a:extLst>
                <a:ext uri="{FF2B5EF4-FFF2-40B4-BE49-F238E27FC236}">
                  <a16:creationId xmlns:a16="http://schemas.microsoft.com/office/drawing/2014/main" id="{71D59E94-AA3C-4DE0-8345-20C71667A205}"/>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0" name="Freeform: Shape 79">
              <a:extLst>
                <a:ext uri="{FF2B5EF4-FFF2-40B4-BE49-F238E27FC236}">
                  <a16:creationId xmlns:a16="http://schemas.microsoft.com/office/drawing/2014/main" id="{5805F09B-786C-43E4-8288-B1AAF94C8ADE}"/>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1" name="Freeform: Shape 80">
              <a:extLst>
                <a:ext uri="{FF2B5EF4-FFF2-40B4-BE49-F238E27FC236}">
                  <a16:creationId xmlns:a16="http://schemas.microsoft.com/office/drawing/2014/main" id="{5FB23B6E-567C-4896-8B32-DA4C452B4AE7}"/>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2" name="Freeform: Shape 81">
              <a:extLst>
                <a:ext uri="{FF2B5EF4-FFF2-40B4-BE49-F238E27FC236}">
                  <a16:creationId xmlns:a16="http://schemas.microsoft.com/office/drawing/2014/main" id="{9B792231-972E-4476-BAF2-761E10463BA8}"/>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3" name="Freeform: Shape 82">
              <a:extLst>
                <a:ext uri="{FF2B5EF4-FFF2-40B4-BE49-F238E27FC236}">
                  <a16:creationId xmlns:a16="http://schemas.microsoft.com/office/drawing/2014/main" id="{908370B7-3D11-4F78-B977-D8F0DE2694ED}"/>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4" name="Freeform: Shape 83">
              <a:extLst>
                <a:ext uri="{FF2B5EF4-FFF2-40B4-BE49-F238E27FC236}">
                  <a16:creationId xmlns:a16="http://schemas.microsoft.com/office/drawing/2014/main" id="{C11EA99D-D15D-43C2-BF4E-36554B346AB6}"/>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5" name="Freeform: Shape 84">
              <a:extLst>
                <a:ext uri="{FF2B5EF4-FFF2-40B4-BE49-F238E27FC236}">
                  <a16:creationId xmlns:a16="http://schemas.microsoft.com/office/drawing/2014/main" id="{3A72B2F6-0AFF-4E6E-AFFF-60767DB3FA63}"/>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6" name="Freeform: Shape 85">
              <a:extLst>
                <a:ext uri="{FF2B5EF4-FFF2-40B4-BE49-F238E27FC236}">
                  <a16:creationId xmlns:a16="http://schemas.microsoft.com/office/drawing/2014/main" id="{A68F8E74-3AE4-4AF9-9F36-63344C9076D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7" name="Freeform: Shape 86">
              <a:extLst>
                <a:ext uri="{FF2B5EF4-FFF2-40B4-BE49-F238E27FC236}">
                  <a16:creationId xmlns:a16="http://schemas.microsoft.com/office/drawing/2014/main" id="{31D5F169-E1D4-48A3-AE5B-F5F1BEF2E7CF}"/>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8" name="Freeform: Shape 87">
              <a:extLst>
                <a:ext uri="{FF2B5EF4-FFF2-40B4-BE49-F238E27FC236}">
                  <a16:creationId xmlns:a16="http://schemas.microsoft.com/office/drawing/2014/main" id="{4230F928-F9B2-4955-9800-74DE09DCE6F2}"/>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9" name="Freeform: Shape 88">
              <a:extLst>
                <a:ext uri="{FF2B5EF4-FFF2-40B4-BE49-F238E27FC236}">
                  <a16:creationId xmlns:a16="http://schemas.microsoft.com/office/drawing/2014/main" id="{37C829A9-6808-4531-8C12-A84988E6DEE1}"/>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90" name="Freeform: Shape 89">
              <a:extLst>
                <a:ext uri="{FF2B5EF4-FFF2-40B4-BE49-F238E27FC236}">
                  <a16:creationId xmlns:a16="http://schemas.microsoft.com/office/drawing/2014/main" id="{7FA5964C-E9C5-4C2F-BD6E-47BAFB5B6D17}"/>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91" name="Freeform: Shape 90">
              <a:extLst>
                <a:ext uri="{FF2B5EF4-FFF2-40B4-BE49-F238E27FC236}">
                  <a16:creationId xmlns:a16="http://schemas.microsoft.com/office/drawing/2014/main" id="{3C168D8D-76CE-4BE5-BE95-79B96300EA3F}"/>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92" name="Freeform: Shape 91">
              <a:extLst>
                <a:ext uri="{FF2B5EF4-FFF2-40B4-BE49-F238E27FC236}">
                  <a16:creationId xmlns:a16="http://schemas.microsoft.com/office/drawing/2014/main" id="{6749465C-813A-45F9-8C3E-5D06C8584929}"/>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93" name="Freeform: Shape 92">
              <a:extLst>
                <a:ext uri="{FF2B5EF4-FFF2-40B4-BE49-F238E27FC236}">
                  <a16:creationId xmlns:a16="http://schemas.microsoft.com/office/drawing/2014/main" id="{53894C26-2473-4C24-B082-48DD1E92241C}"/>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94" name="Freeform: Shape 93">
              <a:extLst>
                <a:ext uri="{FF2B5EF4-FFF2-40B4-BE49-F238E27FC236}">
                  <a16:creationId xmlns:a16="http://schemas.microsoft.com/office/drawing/2014/main" id="{BFDA0320-8435-46CA-B1B3-5203F54A419F}"/>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95" name="Freeform: Shape 94">
              <a:extLst>
                <a:ext uri="{FF2B5EF4-FFF2-40B4-BE49-F238E27FC236}">
                  <a16:creationId xmlns:a16="http://schemas.microsoft.com/office/drawing/2014/main" id="{A42721E4-5D12-459C-AC2E-7CE148AF9062}"/>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96" name="Freeform: Shape 95">
              <a:extLst>
                <a:ext uri="{FF2B5EF4-FFF2-40B4-BE49-F238E27FC236}">
                  <a16:creationId xmlns:a16="http://schemas.microsoft.com/office/drawing/2014/main" id="{8BF7D46B-3779-49D0-BCB4-F2DCE091958D}"/>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97" name="Freeform: Shape 96">
              <a:extLst>
                <a:ext uri="{FF2B5EF4-FFF2-40B4-BE49-F238E27FC236}">
                  <a16:creationId xmlns:a16="http://schemas.microsoft.com/office/drawing/2014/main" id="{634464F0-BD7F-4488-85F0-EC20C24BECAA}"/>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cxnSp>
          <p:nvCxnSpPr>
            <p:cNvPr id="98" name="Straight Connector 97">
              <a:extLst>
                <a:ext uri="{FF2B5EF4-FFF2-40B4-BE49-F238E27FC236}">
                  <a16:creationId xmlns:a16="http://schemas.microsoft.com/office/drawing/2014/main" id="{82B54541-0CDD-4724-8101-AABFF1207033}"/>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5070398-8D55-4EE2-8CA4-47428E2AF03F}"/>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2166891-56D0-4EBC-B681-501401DEF9D4}"/>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13A87E3-D106-41FF-A8CD-C27DABF0103D}"/>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164477D-838D-4C70-ADD7-37AD79A844AA}"/>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72B193C0-8980-4BB2-8E91-7A1C9ABE0B6C}"/>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1A94AAA-1D98-4233-842E-2A2F52812358}"/>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21F2B43-A2DC-42F4-8EA4-A8A4DA6D6FA7}"/>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60F0923-6896-405D-AD16-F097448F3E3D}"/>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C70D5B1-47D7-451F-B83A-973A26731A22}"/>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3FD9A464-81FE-4829-A1C5-5CCEE42448B3}"/>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F55CAB0-53A2-417F-9F66-C0437933E98B}"/>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547EE77-7495-47CB-BEC9-D5C742DF2B2C}"/>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A942184-696A-4A78-BB9D-3D619B990987}"/>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B5F4EE6-4D4C-4488-80DE-36C83D540765}"/>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D3A42E3-1ED2-4BBE-8B0B-CEA491522F0A}"/>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4162AD8-9037-4220-B19F-7B3A0F44E941}"/>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C20FB70-03E4-4D7E-BA41-546EAAB33089}"/>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84D3C92-FDAE-47DB-9457-A9B216922E98}"/>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5DF0860-265F-4ABC-9F65-0C1D385DAA19}"/>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878D1D5-E6E5-4FA6-AF6E-95E8AF796777}"/>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11FF29A-4B39-4335-9BD5-ED902309BF79}"/>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A82A803-5E70-4523-9F20-67F308765C7E}"/>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4208CB2-5882-4416-87C9-284BDAF3367A}"/>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D4116CD-6422-4E26-9703-D3F7C10FCD56}"/>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31AB3A35-E2FF-4178-896B-F08E77092825}"/>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79C539-DD6F-48AA-8F80-27BC682014AF}"/>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784004E-3271-4D1C-B1EA-CA1E334E0D03}"/>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657725E-FBF6-491D-9BA1-E6A9727F4F2D}"/>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31244567-76A7-47AF-9353-403D05D533F0}"/>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EEC47A2A-ED3B-4AD0-ACD5-F8ED92644229}"/>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F3E01E5-F569-4020-BCB0-083537701AB0}"/>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71121A42-5912-44C8-B9A3-FDEC8EA70284}"/>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59B1DE7-25C8-4743-8284-FA656D339F55}"/>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26249F1-59FB-44FC-8AF9-D7F90AFBEE2C}"/>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6D42779-D977-4405-A149-D8DE5B52134A}"/>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7EE8A2F-6AD9-4AE7-B04B-7892891F84AC}"/>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8F4A59A-16C3-4C3A-AB79-FE22721EA641}"/>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CA3A6CC-1A49-42F6-A318-99D9224BDC91}"/>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DC3484E-5EF8-49C4-B1F6-75C854D50C80}"/>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33461A54-E77E-414D-B7E0-7364070D9566}"/>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9C48517-171B-43FD-A41C-58C9B531BDB5}"/>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429932A-1238-48FC-B171-20A3AA531D40}"/>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7BED7651-AF04-41D4-9476-5A43476D85BB}"/>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5" name="main body box">
              <a:extLst>
                <a:ext uri="{FF2B5EF4-FFF2-40B4-BE49-F238E27FC236}">
                  <a16:creationId xmlns:a16="http://schemas.microsoft.com/office/drawing/2014/main" id="{100DE417-9DB9-4840-8370-B716FFA27760}"/>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pPr rtl="0"/>
              <a:endParaRPr lang="nl-NL" sz="1323" dirty="0">
                <a:solidFill>
                  <a:schemeClr val="tx1"/>
                </a:solidFill>
                <a:latin typeface="+mn-lt"/>
              </a:endParaRPr>
            </a:p>
          </p:txBody>
        </p:sp>
        <p:cxnSp>
          <p:nvCxnSpPr>
            <p:cNvPr id="146" name="Straight Connector 145">
              <a:extLst>
                <a:ext uri="{FF2B5EF4-FFF2-40B4-BE49-F238E27FC236}">
                  <a16:creationId xmlns:a16="http://schemas.microsoft.com/office/drawing/2014/main" id="{B93A1E2B-8C80-482F-83BE-384344D09839}"/>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147" name="Straight Connector 146">
              <a:extLst>
                <a:ext uri="{FF2B5EF4-FFF2-40B4-BE49-F238E27FC236}">
                  <a16:creationId xmlns:a16="http://schemas.microsoft.com/office/drawing/2014/main" id="{BEAB22C5-0A46-4041-9158-6DC76EA2F350}"/>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sp>
        <p:nvSpPr>
          <p:cNvPr id="4" name="Sticker" hidden="1">
            <a:extLst>
              <a:ext uri="{FF2B5EF4-FFF2-40B4-BE49-F238E27FC236}">
                <a16:creationId xmlns:a16="http://schemas.microsoft.com/office/drawing/2014/main" id="{F9BB011A-568C-4B05-AE57-EB000B2FD8BB}"/>
              </a:ext>
            </a:extLst>
          </p:cNvPr>
          <p:cNvSpPr txBox="1"/>
          <p:nvPr userDrawn="1"/>
        </p:nvSpPr>
        <p:spPr>
          <a:xfrm>
            <a:off x="554736" y="1289273"/>
            <a:ext cx="344646" cy="123111"/>
          </a:xfrm>
          <a:prstGeom prst="rect">
            <a:avLst/>
          </a:prstGeom>
          <a:noFill/>
          <a:ln w="6350">
            <a:noFill/>
            <a:miter lim="800000"/>
          </a:ln>
        </p:spPr>
        <p:txBody>
          <a:bodyPr vert="horz" wrap="none" lIns="0" tIns="0" rIns="0" bIns="0" rtlCol="0">
            <a:spAutoFit/>
          </a:bodyPr>
          <a:lstStyle>
            <a:defPPr>
              <a:defRPr lang="en-US"/>
            </a:defPPr>
            <a:lvl1pPr>
              <a:spcBef>
                <a:spcPts val="300"/>
              </a:spcBef>
              <a:spcAft>
                <a:spcPts val="300"/>
              </a:spcAft>
              <a:buNone/>
              <a:defRPr sz="800" b="1" cap="all" baseline="0"/>
            </a:lvl1pPr>
          </a:lstStyle>
          <a:p>
            <a:pPr lvl="0" rtl="0"/>
            <a:r>
              <a:rPr lang="nl-NL" dirty="0"/>
              <a:t>STICKER</a:t>
            </a:r>
          </a:p>
        </p:txBody>
      </p:sp>
      <p:sp>
        <p:nvSpPr>
          <p:cNvPr id="5" name="Text Placeholder 4">
            <a:extLst>
              <a:ext uri="{FF2B5EF4-FFF2-40B4-BE49-F238E27FC236}">
                <a16:creationId xmlns:a16="http://schemas.microsoft.com/office/drawing/2014/main" id="{4C1F3293-4EFE-461D-940D-7EE66BAE31C5}"/>
              </a:ext>
            </a:extLst>
          </p:cNvPr>
          <p:cNvSpPr>
            <a:spLocks noGrp="1"/>
          </p:cNvSpPr>
          <p:nvPr>
            <p:ph type="body" idx="1"/>
          </p:nvPr>
        </p:nvSpPr>
        <p:spPr>
          <a:xfrm>
            <a:off x="554736" y="2170800"/>
            <a:ext cx="2794954" cy="1384995"/>
          </a:xfrm>
          <a:prstGeom prst="rect">
            <a:avLst/>
          </a:prstGeom>
        </p:spPr>
        <p:txBody>
          <a:bodyPr vert="horz" wrap="square" lIns="0" tIns="0" rIns="0" bIns="0" rtlCol="0">
            <a:spAutoFit/>
          </a:bodyPr>
          <a:lstStyle/>
          <a:p>
            <a:pPr lvl="0"/>
            <a:r>
              <a:rPr lang="nl-NL" dirty="0"/>
              <a:t>Click to edit Master text styles</a:t>
            </a:r>
          </a:p>
          <a:p>
            <a:pPr lvl="1"/>
            <a:r>
              <a:rPr lang="nl-NL" dirty="0"/>
              <a:t>Second level</a:t>
            </a:r>
          </a:p>
          <a:p>
            <a:pPr lvl="2"/>
            <a:r>
              <a:rPr lang="nl-NL" dirty="0"/>
              <a:t>Third level</a:t>
            </a:r>
          </a:p>
          <a:p>
            <a:pPr lvl="3"/>
            <a:r>
              <a:rPr lang="nl-NL" dirty="0"/>
              <a:t>Fourth level</a:t>
            </a:r>
          </a:p>
          <a:p>
            <a:pPr lvl="4"/>
            <a:r>
              <a:rPr lang="nl-NL" dirty="0"/>
              <a:t>Fifth level</a:t>
            </a:r>
          </a:p>
        </p:txBody>
      </p:sp>
      <p:grpSp>
        <p:nvGrpSpPr>
          <p:cNvPr id="170" name="LegendLines" hidden="1">
            <a:extLst>
              <a:ext uri="{FF2B5EF4-FFF2-40B4-BE49-F238E27FC236}">
                <a16:creationId xmlns:a16="http://schemas.microsoft.com/office/drawing/2014/main" id="{75CA43B4-51EF-482A-A676-AA183600C086}"/>
              </a:ext>
            </a:extLst>
          </p:cNvPr>
          <p:cNvGrpSpPr/>
          <p:nvPr userDrawn="1"/>
        </p:nvGrpSpPr>
        <p:grpSpPr>
          <a:xfrm>
            <a:off x="10217918" y="3150223"/>
            <a:ext cx="1337722" cy="958286"/>
            <a:chOff x="10162879" y="3243772"/>
            <a:chExt cx="1337722" cy="958286"/>
          </a:xfrm>
        </p:grpSpPr>
        <p:sp>
          <p:nvSpPr>
            <p:cNvPr id="171" name="Legend1">
              <a:extLst>
                <a:ext uri="{FF2B5EF4-FFF2-40B4-BE49-F238E27FC236}">
                  <a16:creationId xmlns:a16="http://schemas.microsoft.com/office/drawing/2014/main" id="{85E2365A-9186-430D-83A3-4DE7E22809E4}"/>
                </a:ext>
              </a:extLst>
            </p:cNvPr>
            <p:cNvSpPr txBox="1"/>
            <p:nvPr/>
          </p:nvSpPr>
          <p:spPr>
            <a:xfrm>
              <a:off x="10886522" y="3243772"/>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172" name="Legend2">
              <a:extLst>
                <a:ext uri="{FF2B5EF4-FFF2-40B4-BE49-F238E27FC236}">
                  <a16:creationId xmlns:a16="http://schemas.microsoft.com/office/drawing/2014/main" id="{3BC35E15-2BA1-4B9E-B911-87714C5D13ED}"/>
                </a:ext>
              </a:extLst>
            </p:cNvPr>
            <p:cNvSpPr txBox="1"/>
            <p:nvPr/>
          </p:nvSpPr>
          <p:spPr>
            <a:xfrm>
              <a:off x="10886522" y="3615193"/>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173" name="Legend3">
              <a:extLst>
                <a:ext uri="{FF2B5EF4-FFF2-40B4-BE49-F238E27FC236}">
                  <a16:creationId xmlns:a16="http://schemas.microsoft.com/office/drawing/2014/main" id="{CCE5B796-4D25-44FE-9EA2-4FB4A527E7CE}"/>
                </a:ext>
              </a:extLst>
            </p:cNvPr>
            <p:cNvSpPr txBox="1"/>
            <p:nvPr/>
          </p:nvSpPr>
          <p:spPr>
            <a:xfrm>
              <a:off x="10886522" y="3986614"/>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174" name="LineLegend3">
              <a:extLst>
                <a:ext uri="{FF2B5EF4-FFF2-40B4-BE49-F238E27FC236}">
                  <a16:creationId xmlns:a16="http://schemas.microsoft.com/office/drawing/2014/main" id="{D2F62643-90DF-4EF5-9730-A99D60760BD8}"/>
                </a:ext>
              </a:extLst>
            </p:cNvPr>
            <p:cNvSpPr>
              <a:spLocks noChangeShapeType="1"/>
            </p:cNvSpPr>
            <p:nvPr/>
          </p:nvSpPr>
          <p:spPr bwMode="gray">
            <a:xfrm>
              <a:off x="10162879" y="4092784"/>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rtl="0"/>
              <a:endParaRPr lang="nl-NL" sz="1400" baseline="0" dirty="0">
                <a:ea typeface="+mn-ea"/>
              </a:endParaRPr>
            </a:p>
          </p:txBody>
        </p:sp>
        <p:sp>
          <p:nvSpPr>
            <p:cNvPr id="175" name="LineLegend2">
              <a:extLst>
                <a:ext uri="{FF2B5EF4-FFF2-40B4-BE49-F238E27FC236}">
                  <a16:creationId xmlns:a16="http://schemas.microsoft.com/office/drawing/2014/main" id="{EA009A24-DD0F-4E7E-97DB-2EBBD0B90253}"/>
                </a:ext>
              </a:extLst>
            </p:cNvPr>
            <p:cNvSpPr>
              <a:spLocks noChangeShapeType="1"/>
            </p:cNvSpPr>
            <p:nvPr/>
          </p:nvSpPr>
          <p:spPr bwMode="gray">
            <a:xfrm>
              <a:off x="10162879" y="3719425"/>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rtl="0"/>
              <a:endParaRPr lang="nl-NL" sz="1400" baseline="0" dirty="0">
                <a:ea typeface="+mn-ea"/>
              </a:endParaRPr>
            </a:p>
          </p:txBody>
        </p:sp>
        <p:sp>
          <p:nvSpPr>
            <p:cNvPr id="176" name="LineLegend1">
              <a:extLst>
                <a:ext uri="{FF2B5EF4-FFF2-40B4-BE49-F238E27FC236}">
                  <a16:creationId xmlns:a16="http://schemas.microsoft.com/office/drawing/2014/main" id="{8FE6CDCC-A4DF-48AF-AC1C-8C8ED06143D7}"/>
                </a:ext>
              </a:extLst>
            </p:cNvPr>
            <p:cNvSpPr>
              <a:spLocks noChangeShapeType="1"/>
            </p:cNvSpPr>
            <p:nvPr/>
          </p:nvSpPr>
          <p:spPr bwMode="gray">
            <a:xfrm>
              <a:off x="10162879" y="3351494"/>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rtl="0"/>
              <a:endParaRPr lang="nl-NL" sz="1400" baseline="0" dirty="0">
                <a:ea typeface="+mn-ea"/>
              </a:endParaRPr>
            </a:p>
          </p:txBody>
        </p:sp>
      </p:grpSp>
      <p:grpSp>
        <p:nvGrpSpPr>
          <p:cNvPr id="177" name="LegendMoons" hidden="1">
            <a:extLst>
              <a:ext uri="{FF2B5EF4-FFF2-40B4-BE49-F238E27FC236}">
                <a16:creationId xmlns:a16="http://schemas.microsoft.com/office/drawing/2014/main" id="{BBFA8D2F-6C5F-4C7E-8683-DB05F0507552}"/>
              </a:ext>
            </a:extLst>
          </p:cNvPr>
          <p:cNvGrpSpPr/>
          <p:nvPr userDrawn="1"/>
        </p:nvGrpSpPr>
        <p:grpSpPr>
          <a:xfrm>
            <a:off x="10588929" y="1145373"/>
            <a:ext cx="966711" cy="1731859"/>
            <a:chOff x="7723680" y="1702457"/>
            <a:chExt cx="966711" cy="1731859"/>
          </a:xfrm>
        </p:grpSpPr>
        <p:sp>
          <p:nvSpPr>
            <p:cNvPr id="178" name="Legend1">
              <a:extLst>
                <a:ext uri="{FF2B5EF4-FFF2-40B4-BE49-F238E27FC236}">
                  <a16:creationId xmlns:a16="http://schemas.microsoft.com/office/drawing/2014/main" id="{AD7B67E5-E814-4596-8283-DE22EB875BE1}"/>
                </a:ext>
              </a:extLst>
            </p:cNvPr>
            <p:cNvSpPr txBox="1"/>
            <p:nvPr/>
          </p:nvSpPr>
          <p:spPr>
            <a:xfrm>
              <a:off x="8076312" y="1709816"/>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186" name="Legend2">
              <a:extLst>
                <a:ext uri="{FF2B5EF4-FFF2-40B4-BE49-F238E27FC236}">
                  <a16:creationId xmlns:a16="http://schemas.microsoft.com/office/drawing/2014/main" id="{16BEEAEF-CC71-4D3B-88CA-859CC81187D8}"/>
                </a:ext>
              </a:extLst>
            </p:cNvPr>
            <p:cNvSpPr txBox="1"/>
            <p:nvPr/>
          </p:nvSpPr>
          <p:spPr>
            <a:xfrm>
              <a:off x="8076312" y="2085275"/>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198" name="Legend3">
              <a:extLst>
                <a:ext uri="{FF2B5EF4-FFF2-40B4-BE49-F238E27FC236}">
                  <a16:creationId xmlns:a16="http://schemas.microsoft.com/office/drawing/2014/main" id="{30CDD89F-E985-4D8B-9E25-2C77048B4397}"/>
                </a:ext>
              </a:extLst>
            </p:cNvPr>
            <p:cNvSpPr txBox="1"/>
            <p:nvPr/>
          </p:nvSpPr>
          <p:spPr>
            <a:xfrm>
              <a:off x="8076312" y="2460734"/>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199" name="Legend4">
              <a:extLst>
                <a:ext uri="{FF2B5EF4-FFF2-40B4-BE49-F238E27FC236}">
                  <a16:creationId xmlns:a16="http://schemas.microsoft.com/office/drawing/2014/main" id="{F4563742-DF90-400F-91AF-02D7E566533B}"/>
                </a:ext>
              </a:extLst>
            </p:cNvPr>
            <p:cNvSpPr txBox="1"/>
            <p:nvPr/>
          </p:nvSpPr>
          <p:spPr>
            <a:xfrm>
              <a:off x="8076312" y="2836193"/>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200" name="Legend5">
              <a:extLst>
                <a:ext uri="{FF2B5EF4-FFF2-40B4-BE49-F238E27FC236}">
                  <a16:creationId xmlns:a16="http://schemas.microsoft.com/office/drawing/2014/main" id="{3409D634-C597-4A2F-95A1-E6B01FC19595}"/>
                </a:ext>
              </a:extLst>
            </p:cNvPr>
            <p:cNvSpPr txBox="1"/>
            <p:nvPr/>
          </p:nvSpPr>
          <p:spPr>
            <a:xfrm>
              <a:off x="8076312" y="3211654"/>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grpSp>
          <p:nvGrpSpPr>
            <p:cNvPr id="201" name="MoonLegend1">
              <a:extLst>
                <a:ext uri="{FF2B5EF4-FFF2-40B4-BE49-F238E27FC236}">
                  <a16:creationId xmlns:a16="http://schemas.microsoft.com/office/drawing/2014/main" id="{117437C4-B634-4F2A-A407-DC44A1153061}"/>
                </a:ext>
              </a:extLst>
            </p:cNvPr>
            <p:cNvGrpSpPr>
              <a:grpSpLocks noChangeAspect="1"/>
            </p:cNvGrpSpPr>
            <p:nvPr>
              <p:custDataLst>
                <p:tags r:id="rId28"/>
              </p:custDataLst>
            </p:nvPr>
          </p:nvGrpSpPr>
          <p:grpSpPr>
            <a:xfrm>
              <a:off x="7723680" y="1702457"/>
              <a:ext cx="228600" cy="228600"/>
              <a:chOff x="762000" y="1270000"/>
              <a:chExt cx="254000" cy="254000"/>
            </a:xfrm>
          </p:grpSpPr>
          <p:sp>
            <p:nvSpPr>
              <p:cNvPr id="214" name="Oval 213">
                <a:extLst>
                  <a:ext uri="{FF2B5EF4-FFF2-40B4-BE49-F238E27FC236}">
                    <a16:creationId xmlns:a16="http://schemas.microsoft.com/office/drawing/2014/main" id="{EB90AEA0-33EA-4E58-A9FD-EE9DF48324D8}"/>
                  </a:ext>
                </a:extLst>
              </p:cNvPr>
              <p:cNvSpPr/>
              <p:nvPr>
                <p:custDataLst>
                  <p:tags r:id="rId41"/>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sz="1400" dirty="0">
                  <a:solidFill>
                    <a:schemeClr val="tx1"/>
                  </a:solidFill>
                </a:endParaRPr>
              </a:p>
            </p:txBody>
          </p:sp>
          <p:sp>
            <p:nvSpPr>
              <p:cNvPr id="215" name="Arc 214">
                <a:extLst>
                  <a:ext uri="{FF2B5EF4-FFF2-40B4-BE49-F238E27FC236}">
                    <a16:creationId xmlns:a16="http://schemas.microsoft.com/office/drawing/2014/main" id="{A1344A23-7160-495E-A98C-F85015CCC0A1}"/>
                  </a:ext>
                </a:extLst>
              </p:cNvPr>
              <p:cNvSpPr/>
              <p:nvPr>
                <p:custDataLst>
                  <p:tags r:id="rId42"/>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nl-NL" sz="1400" dirty="0"/>
              </a:p>
            </p:txBody>
          </p:sp>
        </p:grpSp>
        <p:grpSp>
          <p:nvGrpSpPr>
            <p:cNvPr id="202" name="MoonLegend2">
              <a:extLst>
                <a:ext uri="{FF2B5EF4-FFF2-40B4-BE49-F238E27FC236}">
                  <a16:creationId xmlns:a16="http://schemas.microsoft.com/office/drawing/2014/main" id="{EB8E8C20-3196-4E74-A430-8A058F00B5CC}"/>
                </a:ext>
              </a:extLst>
            </p:cNvPr>
            <p:cNvGrpSpPr>
              <a:grpSpLocks noChangeAspect="1"/>
            </p:cNvGrpSpPr>
            <p:nvPr>
              <p:custDataLst>
                <p:tags r:id="rId29"/>
              </p:custDataLst>
            </p:nvPr>
          </p:nvGrpSpPr>
          <p:grpSpPr>
            <a:xfrm>
              <a:off x="7723680" y="2078270"/>
              <a:ext cx="228600" cy="228600"/>
              <a:chOff x="762000" y="1270000"/>
              <a:chExt cx="254000" cy="254000"/>
            </a:xfrm>
          </p:grpSpPr>
          <p:sp>
            <p:nvSpPr>
              <p:cNvPr id="212" name="Oval 211">
                <a:extLst>
                  <a:ext uri="{FF2B5EF4-FFF2-40B4-BE49-F238E27FC236}">
                    <a16:creationId xmlns:a16="http://schemas.microsoft.com/office/drawing/2014/main" id="{27A382C3-DD08-4CCF-B849-2CC72EA9F9AB}"/>
                  </a:ext>
                </a:extLst>
              </p:cNvPr>
              <p:cNvSpPr/>
              <p:nvPr>
                <p:custDataLst>
                  <p:tags r:id="rId39"/>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sz="1400" dirty="0">
                  <a:solidFill>
                    <a:schemeClr val="tx1"/>
                  </a:solidFill>
                </a:endParaRPr>
              </a:p>
            </p:txBody>
          </p:sp>
          <p:sp>
            <p:nvSpPr>
              <p:cNvPr id="213" name="Arc 212">
                <a:extLst>
                  <a:ext uri="{FF2B5EF4-FFF2-40B4-BE49-F238E27FC236}">
                    <a16:creationId xmlns:a16="http://schemas.microsoft.com/office/drawing/2014/main" id="{4043BF3C-F0E7-4D23-A181-0362DD473A6B}"/>
                  </a:ext>
                </a:extLst>
              </p:cNvPr>
              <p:cNvSpPr/>
              <p:nvPr>
                <p:custDataLst>
                  <p:tags r:id="rId40"/>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nl-NL" sz="1400" dirty="0"/>
              </a:p>
            </p:txBody>
          </p:sp>
        </p:grpSp>
        <p:grpSp>
          <p:nvGrpSpPr>
            <p:cNvPr id="203" name="MoonLegend3">
              <a:extLst>
                <a:ext uri="{FF2B5EF4-FFF2-40B4-BE49-F238E27FC236}">
                  <a16:creationId xmlns:a16="http://schemas.microsoft.com/office/drawing/2014/main" id="{7EA4C5CC-F609-42C7-8679-2CFF0EFE1ADD}"/>
                </a:ext>
              </a:extLst>
            </p:cNvPr>
            <p:cNvGrpSpPr>
              <a:grpSpLocks noChangeAspect="1"/>
            </p:cNvGrpSpPr>
            <p:nvPr>
              <p:custDataLst>
                <p:tags r:id="rId30"/>
              </p:custDataLst>
            </p:nvPr>
          </p:nvGrpSpPr>
          <p:grpSpPr>
            <a:xfrm>
              <a:off x="7723680" y="2454085"/>
              <a:ext cx="228600" cy="228600"/>
              <a:chOff x="762000" y="1270000"/>
              <a:chExt cx="254000" cy="254000"/>
            </a:xfrm>
          </p:grpSpPr>
          <p:sp>
            <p:nvSpPr>
              <p:cNvPr id="210" name="Oval 209">
                <a:extLst>
                  <a:ext uri="{FF2B5EF4-FFF2-40B4-BE49-F238E27FC236}">
                    <a16:creationId xmlns:a16="http://schemas.microsoft.com/office/drawing/2014/main" id="{715BDDAF-1AF3-46AE-A337-FC24A78185F2}"/>
                  </a:ext>
                </a:extLst>
              </p:cNvPr>
              <p:cNvSpPr/>
              <p:nvPr>
                <p:custDataLst>
                  <p:tags r:id="rId37"/>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sz="1400" dirty="0">
                  <a:solidFill>
                    <a:schemeClr val="tx1"/>
                  </a:solidFill>
                </a:endParaRPr>
              </a:p>
            </p:txBody>
          </p:sp>
          <p:sp>
            <p:nvSpPr>
              <p:cNvPr id="211" name="Arc 210">
                <a:extLst>
                  <a:ext uri="{FF2B5EF4-FFF2-40B4-BE49-F238E27FC236}">
                    <a16:creationId xmlns:a16="http://schemas.microsoft.com/office/drawing/2014/main" id="{E811134B-550C-43DC-8343-36668FE4C5B0}"/>
                  </a:ext>
                </a:extLst>
              </p:cNvPr>
              <p:cNvSpPr/>
              <p:nvPr>
                <p:custDataLst>
                  <p:tags r:id="rId38"/>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nl-NL" sz="1400" dirty="0"/>
              </a:p>
            </p:txBody>
          </p:sp>
        </p:grpSp>
        <p:grpSp>
          <p:nvGrpSpPr>
            <p:cNvPr id="204" name="MoonLegend4">
              <a:extLst>
                <a:ext uri="{FF2B5EF4-FFF2-40B4-BE49-F238E27FC236}">
                  <a16:creationId xmlns:a16="http://schemas.microsoft.com/office/drawing/2014/main" id="{3E4EE390-F563-41D5-A1FF-66332D5F20F8}"/>
                </a:ext>
              </a:extLst>
            </p:cNvPr>
            <p:cNvGrpSpPr>
              <a:grpSpLocks noChangeAspect="1"/>
            </p:cNvGrpSpPr>
            <p:nvPr>
              <p:custDataLst>
                <p:tags r:id="rId31"/>
              </p:custDataLst>
            </p:nvPr>
          </p:nvGrpSpPr>
          <p:grpSpPr>
            <a:xfrm>
              <a:off x="7723680" y="2829900"/>
              <a:ext cx="228600" cy="228600"/>
              <a:chOff x="762000" y="1270000"/>
              <a:chExt cx="254000" cy="254000"/>
            </a:xfrm>
          </p:grpSpPr>
          <p:sp>
            <p:nvSpPr>
              <p:cNvPr id="208" name="Oval 207">
                <a:extLst>
                  <a:ext uri="{FF2B5EF4-FFF2-40B4-BE49-F238E27FC236}">
                    <a16:creationId xmlns:a16="http://schemas.microsoft.com/office/drawing/2014/main" id="{93D49596-11A1-45D6-9E60-6E4F341955C9}"/>
                  </a:ext>
                </a:extLst>
              </p:cNvPr>
              <p:cNvSpPr/>
              <p:nvPr>
                <p:custDataLst>
                  <p:tags r:id="rId35"/>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sz="1400" dirty="0">
                  <a:solidFill>
                    <a:schemeClr val="tx1"/>
                  </a:solidFill>
                </a:endParaRPr>
              </a:p>
            </p:txBody>
          </p:sp>
          <p:sp>
            <p:nvSpPr>
              <p:cNvPr id="209" name="Arc 208">
                <a:extLst>
                  <a:ext uri="{FF2B5EF4-FFF2-40B4-BE49-F238E27FC236}">
                    <a16:creationId xmlns:a16="http://schemas.microsoft.com/office/drawing/2014/main" id="{AD9C732B-59D4-4402-98BD-C703B7D37799}"/>
                  </a:ext>
                </a:extLst>
              </p:cNvPr>
              <p:cNvSpPr/>
              <p:nvPr>
                <p:custDataLst>
                  <p:tags r:id="rId36"/>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nl-NL" sz="1400" dirty="0"/>
              </a:p>
            </p:txBody>
          </p:sp>
        </p:grpSp>
        <p:grpSp>
          <p:nvGrpSpPr>
            <p:cNvPr id="205" name="MoonLegend5">
              <a:extLst>
                <a:ext uri="{FF2B5EF4-FFF2-40B4-BE49-F238E27FC236}">
                  <a16:creationId xmlns:a16="http://schemas.microsoft.com/office/drawing/2014/main" id="{5835C8BF-3671-4AB9-89A1-8C41B9C0A3D7}"/>
                </a:ext>
              </a:extLst>
            </p:cNvPr>
            <p:cNvGrpSpPr>
              <a:grpSpLocks noChangeAspect="1"/>
            </p:cNvGrpSpPr>
            <p:nvPr>
              <p:custDataLst>
                <p:tags r:id="rId32"/>
              </p:custDataLst>
            </p:nvPr>
          </p:nvGrpSpPr>
          <p:grpSpPr>
            <a:xfrm>
              <a:off x="7723680" y="3205716"/>
              <a:ext cx="228600" cy="228600"/>
              <a:chOff x="762000" y="1270000"/>
              <a:chExt cx="254000" cy="254000"/>
            </a:xfrm>
          </p:grpSpPr>
          <p:sp>
            <p:nvSpPr>
              <p:cNvPr id="206" name="Oval 205">
                <a:extLst>
                  <a:ext uri="{FF2B5EF4-FFF2-40B4-BE49-F238E27FC236}">
                    <a16:creationId xmlns:a16="http://schemas.microsoft.com/office/drawing/2014/main" id="{2BF9623A-651C-4C98-9F51-0E9B600BA42B}"/>
                  </a:ext>
                </a:extLst>
              </p:cNvPr>
              <p:cNvSpPr/>
              <p:nvPr>
                <p:custDataLst>
                  <p:tags r:id="rId33"/>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sz="1400" dirty="0">
                  <a:solidFill>
                    <a:schemeClr val="tx1"/>
                  </a:solidFill>
                </a:endParaRPr>
              </a:p>
            </p:txBody>
          </p:sp>
          <p:sp>
            <p:nvSpPr>
              <p:cNvPr id="207" name="Arc 206">
                <a:extLst>
                  <a:ext uri="{FF2B5EF4-FFF2-40B4-BE49-F238E27FC236}">
                    <a16:creationId xmlns:a16="http://schemas.microsoft.com/office/drawing/2014/main" id="{F5536572-C9A8-4CB2-BF56-D54F40E44F25}"/>
                  </a:ext>
                </a:extLst>
              </p:cNvPr>
              <p:cNvSpPr/>
              <p:nvPr>
                <p:custDataLst>
                  <p:tags r:id="rId34"/>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nl-NL" sz="1400" dirty="0"/>
              </a:p>
            </p:txBody>
          </p:sp>
        </p:grpSp>
      </p:grpSp>
      <p:grpSp>
        <p:nvGrpSpPr>
          <p:cNvPr id="216" name="LegendBoxes" hidden="1">
            <a:extLst>
              <a:ext uri="{FF2B5EF4-FFF2-40B4-BE49-F238E27FC236}">
                <a16:creationId xmlns:a16="http://schemas.microsoft.com/office/drawing/2014/main" id="{E9D72DE0-F28F-4DEF-8027-9C8D5A71CBB8}"/>
              </a:ext>
            </a:extLst>
          </p:cNvPr>
          <p:cNvGrpSpPr/>
          <p:nvPr userDrawn="1"/>
        </p:nvGrpSpPr>
        <p:grpSpPr>
          <a:xfrm>
            <a:off x="10615415" y="4381500"/>
            <a:ext cx="940225" cy="1717282"/>
            <a:chOff x="10652400" y="4322824"/>
            <a:chExt cx="940225" cy="1717282"/>
          </a:xfrm>
        </p:grpSpPr>
        <p:sp>
          <p:nvSpPr>
            <p:cNvPr id="217" name="RectangleLegend1">
              <a:extLst>
                <a:ext uri="{FF2B5EF4-FFF2-40B4-BE49-F238E27FC236}">
                  <a16:creationId xmlns:a16="http://schemas.microsoft.com/office/drawing/2014/main" id="{EA79C6A4-A5CE-4D50-AF56-0089B9D25A7A}"/>
                </a:ext>
              </a:extLst>
            </p:cNvPr>
            <p:cNvSpPr/>
            <p:nvPr/>
          </p:nvSpPr>
          <p:spPr>
            <a:xfrm>
              <a:off x="10652400" y="4344182"/>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nl-NL" sz="1400" dirty="0">
                <a:solidFill>
                  <a:schemeClr val="tx1"/>
                </a:solidFill>
              </a:endParaRPr>
            </a:p>
          </p:txBody>
        </p:sp>
        <p:sp>
          <p:nvSpPr>
            <p:cNvPr id="218" name="RectangleLegend2">
              <a:extLst>
                <a:ext uri="{FF2B5EF4-FFF2-40B4-BE49-F238E27FC236}">
                  <a16:creationId xmlns:a16="http://schemas.microsoft.com/office/drawing/2014/main" id="{57EFAC09-2BEF-425A-B3A0-E265C6948F70}"/>
                </a:ext>
              </a:extLst>
            </p:cNvPr>
            <p:cNvSpPr/>
            <p:nvPr/>
          </p:nvSpPr>
          <p:spPr>
            <a:xfrm>
              <a:off x="10652400" y="4723680"/>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nl-NL" sz="1400" dirty="0">
                <a:solidFill>
                  <a:schemeClr val="tx1"/>
                </a:solidFill>
              </a:endParaRPr>
            </a:p>
          </p:txBody>
        </p:sp>
        <p:sp>
          <p:nvSpPr>
            <p:cNvPr id="219" name="RectangleLegend3">
              <a:extLst>
                <a:ext uri="{FF2B5EF4-FFF2-40B4-BE49-F238E27FC236}">
                  <a16:creationId xmlns:a16="http://schemas.microsoft.com/office/drawing/2014/main" id="{06A0F010-53BA-4B4C-A05F-C7E741338F86}"/>
                </a:ext>
              </a:extLst>
            </p:cNvPr>
            <p:cNvSpPr/>
            <p:nvPr/>
          </p:nvSpPr>
          <p:spPr>
            <a:xfrm>
              <a:off x="10652400" y="5097276"/>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nl-NL" sz="1400" dirty="0">
                <a:solidFill>
                  <a:schemeClr val="tx1"/>
                </a:solidFill>
              </a:endParaRPr>
            </a:p>
          </p:txBody>
        </p:sp>
        <p:sp>
          <p:nvSpPr>
            <p:cNvPr id="220" name="RectangleLegend4">
              <a:extLst>
                <a:ext uri="{FF2B5EF4-FFF2-40B4-BE49-F238E27FC236}">
                  <a16:creationId xmlns:a16="http://schemas.microsoft.com/office/drawing/2014/main" id="{E497A7E4-F312-4193-9B66-C31AB15828FC}"/>
                </a:ext>
              </a:extLst>
            </p:cNvPr>
            <p:cNvSpPr/>
            <p:nvPr/>
          </p:nvSpPr>
          <p:spPr>
            <a:xfrm>
              <a:off x="10652400" y="5470872"/>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nl-NL" sz="1400" dirty="0">
                <a:solidFill>
                  <a:schemeClr val="tx1"/>
                </a:solidFill>
              </a:endParaRPr>
            </a:p>
          </p:txBody>
        </p:sp>
        <p:sp>
          <p:nvSpPr>
            <p:cNvPr id="221" name="RectangleLegend5">
              <a:extLst>
                <a:ext uri="{FF2B5EF4-FFF2-40B4-BE49-F238E27FC236}">
                  <a16:creationId xmlns:a16="http://schemas.microsoft.com/office/drawing/2014/main" id="{110A981F-82FB-4E04-97AA-67D7FCD183D8}"/>
                </a:ext>
              </a:extLst>
            </p:cNvPr>
            <p:cNvSpPr/>
            <p:nvPr/>
          </p:nvSpPr>
          <p:spPr>
            <a:xfrm>
              <a:off x="10652400" y="5844468"/>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nl-NL" sz="1400" dirty="0">
                <a:solidFill>
                  <a:schemeClr val="tx1"/>
                </a:solidFill>
              </a:endParaRPr>
            </a:p>
          </p:txBody>
        </p:sp>
        <p:sp>
          <p:nvSpPr>
            <p:cNvPr id="222" name="Legend1">
              <a:extLst>
                <a:ext uri="{FF2B5EF4-FFF2-40B4-BE49-F238E27FC236}">
                  <a16:creationId xmlns:a16="http://schemas.microsoft.com/office/drawing/2014/main" id="{1A62AE12-10B3-4A95-BA20-4BFB80C2CF2F}"/>
                </a:ext>
              </a:extLst>
            </p:cNvPr>
            <p:cNvSpPr txBox="1"/>
            <p:nvPr/>
          </p:nvSpPr>
          <p:spPr>
            <a:xfrm>
              <a:off x="10978546" y="4322824"/>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223" name="Legend2">
              <a:extLst>
                <a:ext uri="{FF2B5EF4-FFF2-40B4-BE49-F238E27FC236}">
                  <a16:creationId xmlns:a16="http://schemas.microsoft.com/office/drawing/2014/main" id="{4FA147CC-2C69-4545-B22D-8CC1FAC50DD5}"/>
                </a:ext>
              </a:extLst>
            </p:cNvPr>
            <p:cNvSpPr txBox="1"/>
            <p:nvPr/>
          </p:nvSpPr>
          <p:spPr>
            <a:xfrm>
              <a:off x="10978546" y="4702322"/>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224" name="Legend3">
              <a:extLst>
                <a:ext uri="{FF2B5EF4-FFF2-40B4-BE49-F238E27FC236}">
                  <a16:creationId xmlns:a16="http://schemas.microsoft.com/office/drawing/2014/main" id="{7053A72F-5183-49E6-A8C2-728EFCD7BC0C}"/>
                </a:ext>
              </a:extLst>
            </p:cNvPr>
            <p:cNvSpPr txBox="1"/>
            <p:nvPr/>
          </p:nvSpPr>
          <p:spPr>
            <a:xfrm>
              <a:off x="10978546" y="5081820"/>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225" name="Legend4">
              <a:extLst>
                <a:ext uri="{FF2B5EF4-FFF2-40B4-BE49-F238E27FC236}">
                  <a16:creationId xmlns:a16="http://schemas.microsoft.com/office/drawing/2014/main" id="{88BF3A18-CBD6-4DCD-BCC7-565D64254379}"/>
                </a:ext>
              </a:extLst>
            </p:cNvPr>
            <p:cNvSpPr txBox="1"/>
            <p:nvPr/>
          </p:nvSpPr>
          <p:spPr>
            <a:xfrm>
              <a:off x="10978546" y="5453241"/>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226" name="Legend5">
              <a:extLst>
                <a:ext uri="{FF2B5EF4-FFF2-40B4-BE49-F238E27FC236}">
                  <a16:creationId xmlns:a16="http://schemas.microsoft.com/office/drawing/2014/main" id="{9A896C86-EA3E-4AB5-B9DB-16ADAF968EA3}"/>
                </a:ext>
              </a:extLst>
            </p:cNvPr>
            <p:cNvSpPr txBox="1"/>
            <p:nvPr/>
          </p:nvSpPr>
          <p:spPr>
            <a:xfrm>
              <a:off x="10978545" y="5824662"/>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grpSp>
      <p:sp>
        <p:nvSpPr>
          <p:cNvPr id="169" name="ACET" hidden="1">
            <a:extLst>
              <a:ext uri="{FF2B5EF4-FFF2-40B4-BE49-F238E27FC236}">
                <a16:creationId xmlns:a16="http://schemas.microsoft.com/office/drawing/2014/main" id="{62CF7362-20CB-4908-AFFE-D4E2B9A5DF3B}"/>
              </a:ext>
            </a:extLst>
          </p:cNvPr>
          <p:cNvSpPr txBox="1"/>
          <p:nvPr userDrawn="1">
            <p:custDataLst>
              <p:tags r:id="rId27"/>
            </p:custDataLst>
          </p:nvPr>
        </p:nvSpPr>
        <p:spPr>
          <a:xfrm>
            <a:off x="554736" y="2171700"/>
            <a:ext cx="3049253" cy="461665"/>
          </a:xfrm>
          <a:prstGeom prst="rect">
            <a:avLst/>
          </a:prstGeom>
        </p:spPr>
        <p:txBody>
          <a:bodyPr vert="horz" wrap="square" lIns="0" tIns="0" rIns="0" bIns="0" rtlCol="0">
            <a:spAutoFit/>
          </a:bodyPr>
          <a:lstStyle>
            <a:defPPr>
              <a:defRPr lang="en-US"/>
            </a:defPPr>
            <a:lvl1pPr lvl="0" indent="0">
              <a:lnSpc>
                <a:spcPct val="100000"/>
              </a:lnSpc>
              <a:spcBef>
                <a:spcPts val="0"/>
              </a:spcBef>
              <a:spcAft>
                <a:spcPts val="600"/>
              </a:spcAft>
              <a:buFont typeface="Segoe UI" panose="020B0502040204020203" pitchFamily="34" charset="0"/>
              <a:buChar char="​"/>
              <a:defRPr sz="1600" b="1">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sz="1600"/>
            </a:lvl2pPr>
            <a:lvl3pPr marL="442913" lvl="2" indent="-214313">
              <a:lnSpc>
                <a:spcPct val="100000"/>
              </a:lnSpc>
              <a:spcBef>
                <a:spcPts val="0"/>
              </a:spcBef>
              <a:spcAft>
                <a:spcPts val="300"/>
              </a:spcAft>
              <a:buSzPct val="110000"/>
              <a:buFont typeface="Arial" panose="020B0604020202020204" pitchFamily="34" charset="0"/>
              <a:buChar char="‒"/>
              <a:defRPr sz="1600"/>
            </a:lvl3pPr>
            <a:lvl4pPr marL="598488" lvl="3" indent="-152400">
              <a:lnSpc>
                <a:spcPct val="100000"/>
              </a:lnSpc>
              <a:spcBef>
                <a:spcPts val="0"/>
              </a:spcBef>
              <a:spcAft>
                <a:spcPts val="300"/>
              </a:spcAft>
              <a:buFont typeface="Arial" panose="020B0604020202020204" pitchFamily="34" charset="0"/>
              <a:buChar char="•"/>
              <a:defRPr sz="1600"/>
            </a:lvl4pPr>
            <a:lvl5pPr marL="817563" lvl="4" indent="-147638">
              <a:lnSpc>
                <a:spcPct val="100000"/>
              </a:lnSpc>
              <a:spcBef>
                <a:spcPts val="0"/>
              </a:spcBef>
              <a:spcAft>
                <a:spcPts val="300"/>
              </a:spcAft>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Titel</a:t>
            </a:r>
            <a:br>
              <a:rPr lang="nl-NL" dirty="0"/>
            </a:br>
            <a:r>
              <a:rPr lang="nl-NL" sz="1400" b="0" dirty="0"/>
              <a:t>Meeteenheid</a:t>
            </a:r>
          </a:p>
        </p:txBody>
      </p:sp>
      <p:sp>
        <p:nvSpPr>
          <p:cNvPr id="148" name="LOGO">
            <a:extLst>
              <a:ext uri="{FF2B5EF4-FFF2-40B4-BE49-F238E27FC236}">
                <a16:creationId xmlns:a16="http://schemas.microsoft.com/office/drawing/2014/main" id="{8988293B-F06A-4347-A49E-6E7AB94420D2}"/>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149" name="Rechthoek 6">
            <a:extLst>
              <a:ext uri="{FF2B5EF4-FFF2-40B4-BE49-F238E27FC236}">
                <a16:creationId xmlns:a16="http://schemas.microsoft.com/office/drawing/2014/main" id="{982E6598-443D-4277-9A4C-7EB35073974B}"/>
              </a:ext>
            </a:extLst>
          </p:cNvPr>
          <p:cNvSpPr/>
          <p:nvPr userDrawn="1"/>
        </p:nvSpPr>
        <p:spPr>
          <a:xfrm>
            <a:off x="0" y="6146743"/>
            <a:ext cx="12192000" cy="36000"/>
          </a:xfrm>
          <a:prstGeom prst="rect">
            <a:avLst/>
          </a:prstGeom>
          <a:solidFill>
            <a:srgbClr val="D29FA5"/>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rtl="0"/>
            <a:endParaRPr lang="nl-NL" sz="1600" noProof="0" dirty="0"/>
          </a:p>
        </p:txBody>
      </p:sp>
      <p:sp>
        <p:nvSpPr>
          <p:cNvPr id="150" name="Tijdelijke aanduiding voor tekst 43">
            <a:extLst>
              <a:ext uri="{FF2B5EF4-FFF2-40B4-BE49-F238E27FC236}">
                <a16:creationId xmlns:a16="http://schemas.microsoft.com/office/drawing/2014/main" id="{F2BA257B-ACA0-4D11-8B3B-5631105ACC1D}"/>
              </a:ext>
            </a:extLst>
          </p:cNvPr>
          <p:cNvSpPr txBox="1">
            <a:spLocks/>
          </p:cNvSpPr>
          <p:nvPr userDrawn="1"/>
        </p:nvSpPr>
        <p:spPr>
          <a:xfrm>
            <a:off x="554736" y="0"/>
            <a:ext cx="1080000" cy="45719"/>
          </a:xfrm>
          <a:prstGeom prst="rect">
            <a:avLst/>
          </a:prstGeom>
          <a:solidFill>
            <a:schemeClr val="accent2"/>
          </a:solidFill>
        </p:spPr>
        <p:txBody>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Tree>
    <p:extLst>
      <p:ext uri="{BB962C8B-B14F-4D97-AF65-F5344CB8AC3E}">
        <p14:creationId xmlns:p14="http://schemas.microsoft.com/office/powerpoint/2010/main" val="3572200199"/>
      </p:ext>
    </p:extLst>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3" r:id="rId15"/>
    <p:sldLayoutId id="2147483794" r:id="rId16"/>
    <p:sldLayoutId id="2147483795" r:id="rId17"/>
    <p:sldLayoutId id="2147483796" r:id="rId18"/>
    <p:sldLayoutId id="2147483797" r:id="rId19"/>
  </p:sldLayoutIdLst>
  <p:hf hdr="0" dt="0"/>
  <p:txStyles>
    <p:titleStyle>
      <a:lvl1pPr algn="l" defTabSz="914400" rtl="0" eaLnBrk="1" latinLnBrk="0" hangingPunct="1">
        <a:lnSpc>
          <a:spcPct val="100000"/>
        </a:lnSpc>
        <a:spcBef>
          <a:spcPct val="0"/>
        </a:spcBef>
        <a:buNone/>
        <a:defRPr lang="en-US" sz="2500" b="0" kern="1200" spc="0" baseline="0" dirty="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51" name="StrongCallout" hidden="1">
            <a:extLst>
              <a:ext uri="{FF2B5EF4-FFF2-40B4-BE49-F238E27FC236}">
                <a16:creationId xmlns:a16="http://schemas.microsoft.com/office/drawing/2014/main" id="{ED4978DF-3F69-4BEF-82C6-D4F515591658}"/>
              </a:ext>
            </a:extLst>
          </p:cNvPr>
          <p:cNvGrpSpPr/>
          <p:nvPr userDrawn="1">
            <p:custDataLst>
              <p:tags r:id="rId16"/>
            </p:custDataLst>
          </p:nvPr>
        </p:nvGrpSpPr>
        <p:grpSpPr>
          <a:xfrm>
            <a:off x="3964246" y="1918720"/>
            <a:ext cx="3026228" cy="1497846"/>
            <a:chOff x="1016000" y="1016000"/>
            <a:chExt cx="3026228" cy="1497846"/>
          </a:xfrm>
        </p:grpSpPr>
        <p:sp>
          <p:nvSpPr>
            <p:cNvPr id="152" name="TextBox 151">
              <a:extLst>
                <a:ext uri="{FF2B5EF4-FFF2-40B4-BE49-F238E27FC236}">
                  <a16:creationId xmlns:a16="http://schemas.microsoft.com/office/drawing/2014/main" id="{246D67ED-6420-4578-BA84-DBF3D1471BC5}"/>
                </a:ext>
              </a:extLst>
            </p:cNvPr>
            <p:cNvSpPr txBox="1"/>
            <p:nvPr/>
          </p:nvSpPr>
          <p:spPr>
            <a:xfrm>
              <a:off x="1016000" y="1016000"/>
              <a:ext cx="2645228" cy="1497846"/>
            </a:xfrm>
            <a:prstGeom prst="rect">
              <a:avLst/>
            </a:prstGeom>
            <a:solidFill>
              <a:schemeClr val="accent1"/>
            </a:solidFill>
            <a:ln w="6350">
              <a:solidFill>
                <a:schemeClr val="bg1"/>
              </a:solidFill>
            </a:ln>
          </p:spPr>
          <p:txBody>
            <a:bodyPr vert="horz" wrap="square" lIns="182880" tIns="182880" rIns="182880" bIns="182880" rtlCol="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spcBef>
                  <a:spcPts val="0"/>
                </a:spcBef>
                <a:spcAft>
                  <a:spcPts val="400"/>
                </a:spcAft>
                <a:buClr>
                  <a:schemeClr val="tx2"/>
                </a:buClr>
              </a:pPr>
              <a:r>
                <a:rPr lang="nl-NL" sz="1400" b="1" dirty="0" err="1">
                  <a:solidFill>
                    <a:schemeClr val="tx2"/>
                  </a:solidFill>
                </a:rPr>
                <a:t>Callout</a:t>
              </a:r>
              <a:r>
                <a:rPr lang="nl-NL" sz="1400" b="1" dirty="0">
                  <a:solidFill>
                    <a:schemeClr val="tx2"/>
                  </a:solidFill>
                </a:rPr>
                <a:t> </a:t>
              </a:r>
              <a:r>
                <a:rPr lang="nl-NL" sz="1400" b="1" dirty="0" err="1">
                  <a:solidFill>
                    <a:schemeClr val="tx2"/>
                  </a:solidFill>
                </a:rPr>
                <a:t>title</a:t>
              </a:r>
              <a:endParaRPr lang="nl-NL" sz="1400" b="1" dirty="0">
                <a:solidFill>
                  <a:schemeClr val="tx2"/>
                </a:solidFill>
              </a:endParaRPr>
            </a:p>
            <a:p>
              <a:pPr lvl="0" rtl="0">
                <a:spcBef>
                  <a:spcPts val="0"/>
                </a:spcBef>
                <a:spcAft>
                  <a:spcPts val="600"/>
                </a:spcAft>
                <a:buClr>
                  <a:schemeClr val="tx2"/>
                </a:buClr>
              </a:pPr>
              <a:r>
                <a:rPr lang="nl-NL" sz="1400" dirty="0" err="1">
                  <a:solidFill>
                    <a:schemeClr val="tx2"/>
                  </a:solidFill>
                </a:rPr>
                <a:t>Supporting</a:t>
              </a:r>
              <a:r>
                <a:rPr lang="nl-NL" sz="1400" dirty="0">
                  <a:solidFill>
                    <a:schemeClr val="tx2"/>
                  </a:solidFill>
                </a:rPr>
                <a:t> </a:t>
              </a:r>
              <a:r>
                <a:rPr lang="nl-NL" sz="1400" dirty="0" err="1">
                  <a:solidFill>
                    <a:schemeClr val="tx2"/>
                  </a:solidFill>
                </a:rPr>
                <a:t>text</a:t>
              </a:r>
              <a:r>
                <a:rPr lang="nl-NL" sz="1400" dirty="0">
                  <a:solidFill>
                    <a:schemeClr val="tx2"/>
                  </a:solidFill>
                </a:rPr>
                <a:t> </a:t>
              </a:r>
              <a:r>
                <a:rPr lang="nl-NL" sz="1400" dirty="0" err="1">
                  <a:solidFill>
                    <a:schemeClr val="tx2"/>
                  </a:solidFill>
                </a:rPr>
                <a:t>goes</a:t>
              </a:r>
              <a:r>
                <a:rPr lang="nl-NL" sz="1400" dirty="0">
                  <a:solidFill>
                    <a:schemeClr val="tx2"/>
                  </a:solidFill>
                </a:rPr>
                <a:t> here. Box </a:t>
              </a:r>
              <a:r>
                <a:rPr lang="nl-NL" sz="1400" dirty="0" err="1">
                  <a:solidFill>
                    <a:schemeClr val="tx2"/>
                  </a:solidFill>
                </a:rPr>
                <a:t>will</a:t>
              </a:r>
              <a:r>
                <a:rPr lang="nl-NL" sz="1400" dirty="0">
                  <a:solidFill>
                    <a:schemeClr val="tx2"/>
                  </a:solidFill>
                </a:rPr>
                <a:t> </a:t>
              </a:r>
              <a:r>
                <a:rPr lang="nl-NL" sz="1400" dirty="0" err="1">
                  <a:solidFill>
                    <a:schemeClr val="tx2"/>
                  </a:solidFill>
                </a:rPr>
                <a:t>automatically</a:t>
              </a:r>
              <a:r>
                <a:rPr lang="nl-NL" sz="1400" dirty="0">
                  <a:solidFill>
                    <a:schemeClr val="tx2"/>
                  </a:solidFill>
                </a:rPr>
                <a:t> </a:t>
              </a:r>
              <a:r>
                <a:rPr lang="nl-NL" sz="1400" dirty="0" err="1">
                  <a:solidFill>
                    <a:schemeClr val="tx2"/>
                  </a:solidFill>
                </a:rPr>
                <a:t>adjust</a:t>
              </a:r>
              <a:r>
                <a:rPr lang="nl-NL" sz="1400" dirty="0">
                  <a:solidFill>
                    <a:schemeClr val="tx2"/>
                  </a:solidFill>
                </a:rPr>
                <a:t> </a:t>
              </a:r>
              <a:r>
                <a:rPr lang="nl-NL" sz="1400" dirty="0" err="1">
                  <a:solidFill>
                    <a:schemeClr val="tx2"/>
                  </a:solidFill>
                </a:rPr>
                <a:t>to</a:t>
              </a:r>
              <a:r>
                <a:rPr lang="nl-NL" sz="1400" dirty="0">
                  <a:solidFill>
                    <a:schemeClr val="tx2"/>
                  </a:solidFill>
                </a:rPr>
                <a:t> content, </a:t>
              </a:r>
              <a:r>
                <a:rPr lang="nl-NL" sz="1400" dirty="0" err="1">
                  <a:solidFill>
                    <a:schemeClr val="tx2"/>
                  </a:solidFill>
                </a:rPr>
                <a:t>adjust</a:t>
              </a:r>
              <a:r>
                <a:rPr lang="nl-NL" sz="1400" dirty="0">
                  <a:solidFill>
                    <a:schemeClr val="tx2"/>
                  </a:solidFill>
                </a:rPr>
                <a:t> type </a:t>
              </a:r>
              <a:r>
                <a:rPr lang="nl-NL" sz="1400" dirty="0" err="1">
                  <a:solidFill>
                    <a:schemeClr val="tx2"/>
                  </a:solidFill>
                </a:rPr>
                <a:t>size</a:t>
              </a:r>
              <a:r>
                <a:rPr lang="nl-NL" sz="1400" dirty="0">
                  <a:solidFill>
                    <a:schemeClr val="tx2"/>
                  </a:solidFill>
                </a:rPr>
                <a:t> as </a:t>
              </a:r>
              <a:r>
                <a:rPr lang="nl-NL" sz="1400" dirty="0" err="1">
                  <a:solidFill>
                    <a:schemeClr val="tx2"/>
                  </a:solidFill>
                </a:rPr>
                <a:t>needed</a:t>
              </a:r>
              <a:r>
                <a:rPr lang="nl-NL" sz="1400" dirty="0">
                  <a:solidFill>
                    <a:schemeClr val="tx2"/>
                  </a:solidFill>
                </a:rPr>
                <a:t>.</a:t>
              </a:r>
            </a:p>
          </p:txBody>
        </p:sp>
        <p:cxnSp>
          <p:nvCxnSpPr>
            <p:cNvPr id="153" name="Straight Arrow Connector 152">
              <a:extLst>
                <a:ext uri="{FF2B5EF4-FFF2-40B4-BE49-F238E27FC236}">
                  <a16:creationId xmlns:a16="http://schemas.microsoft.com/office/drawing/2014/main" id="{037C5EFE-466A-492F-A364-B53BF80FF3D6}"/>
                </a:ext>
              </a:extLst>
            </p:cNvPr>
            <p:cNvCxnSpPr>
              <a:cxnSpLocks/>
              <a:stCxn id="152" idx="3"/>
            </p:cNvCxnSpPr>
            <p:nvPr/>
          </p:nvCxnSpPr>
          <p:spPr>
            <a:xfrm>
              <a:off x="3661228" y="1764923"/>
              <a:ext cx="381000"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6" name="FlowOF" hidden="1">
            <a:extLst>
              <a:ext uri="{FF2B5EF4-FFF2-40B4-BE49-F238E27FC236}">
                <a16:creationId xmlns:a16="http://schemas.microsoft.com/office/drawing/2014/main" id="{C470EB0C-6D75-41AF-927F-EE9DD68FE152}"/>
              </a:ext>
            </a:extLst>
          </p:cNvPr>
          <p:cNvGrpSpPr/>
          <p:nvPr userDrawn="1"/>
        </p:nvGrpSpPr>
        <p:grpSpPr>
          <a:xfrm>
            <a:off x="7572519" y="1920690"/>
            <a:ext cx="2971800" cy="3281817"/>
            <a:chOff x="7572519" y="1920690"/>
            <a:chExt cx="2971800" cy="3281817"/>
          </a:xfrm>
        </p:grpSpPr>
        <p:grpSp>
          <p:nvGrpSpPr>
            <p:cNvPr id="154" name="Group 153">
              <a:extLst>
                <a:ext uri="{FF2B5EF4-FFF2-40B4-BE49-F238E27FC236}">
                  <a16:creationId xmlns:a16="http://schemas.microsoft.com/office/drawing/2014/main" id="{F6976EDE-9E07-4095-83DB-FDC747D3618A}"/>
                </a:ext>
              </a:extLst>
            </p:cNvPr>
            <p:cNvGrpSpPr/>
            <p:nvPr userDrawn="1">
              <p:custDataLst>
                <p:tags r:id="rId44"/>
              </p:custDataLst>
            </p:nvPr>
          </p:nvGrpSpPr>
          <p:grpSpPr>
            <a:xfrm>
              <a:off x="7572519" y="1920690"/>
              <a:ext cx="2971800" cy="908050"/>
              <a:chOff x="1016000" y="1016000"/>
              <a:chExt cx="2971800" cy="908050"/>
            </a:xfrm>
          </p:grpSpPr>
          <p:sp>
            <p:nvSpPr>
              <p:cNvPr id="155" name="Freeform: Shape 154">
                <a:extLst>
                  <a:ext uri="{FF2B5EF4-FFF2-40B4-BE49-F238E27FC236}">
                    <a16:creationId xmlns:a16="http://schemas.microsoft.com/office/drawing/2014/main" id="{F85E69E9-10DF-4471-89FC-F0EAEB2DA696}"/>
                  </a:ext>
                </a:extLst>
              </p:cNvPr>
              <p:cNvSpPr/>
              <p:nvPr>
                <p:custDataLst>
                  <p:tags r:id="rId45"/>
                </p:custDataLst>
              </p:nvPr>
            </p:nvSpPr>
            <p:spPr>
              <a:xfrm>
                <a:off x="1016000" y="1016000"/>
                <a:ext cx="2971800" cy="908050"/>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0 w 1828800"/>
                  <a:gd name="connsiteY5" fmla="*/ 4572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728216" y="0"/>
                    </a:lnTo>
                    <a:lnTo>
                      <a:pt x="1828800" y="457200"/>
                    </a:lnTo>
                    <a:lnTo>
                      <a:pt x="1728216" y="914400"/>
                    </a:lnTo>
                    <a:lnTo>
                      <a:pt x="0" y="914400"/>
                    </a:lnTo>
                    <a:lnTo>
                      <a:pt x="0" y="457200"/>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nl-NL" sz="1600" dirty="0">
                  <a:solidFill>
                    <a:schemeClr val="bg1"/>
                  </a:solidFill>
                </a:endParaRPr>
              </a:p>
            </p:txBody>
          </p:sp>
          <p:sp>
            <p:nvSpPr>
              <p:cNvPr id="156" name="TextBox 155">
                <a:extLst>
                  <a:ext uri="{FF2B5EF4-FFF2-40B4-BE49-F238E27FC236}">
                    <a16:creationId xmlns:a16="http://schemas.microsoft.com/office/drawing/2014/main" id="{A02F12B4-D6D8-41A3-B94C-7E5160CBDF82}"/>
                  </a:ext>
                </a:extLst>
              </p:cNvPr>
              <p:cNvSpPr txBox="1"/>
              <p:nvPr>
                <p:custDataLst>
                  <p:tags r:id="rId46"/>
                </p:custDataLst>
              </p:nvPr>
            </p:nvSpPr>
            <p:spPr>
              <a:xfrm>
                <a:off x="1079500" y="1079059"/>
                <a:ext cx="2744851" cy="781932"/>
              </a:xfrm>
              <a:prstGeom prst="rect">
                <a:avLst/>
              </a:prstGeom>
            </p:spPr>
            <p:txBody>
              <a:bodyPr vert="horz" wrap="square" lIns="1524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buClr>
                    <a:schemeClr val="tx2"/>
                  </a:buClr>
                </a:pPr>
                <a:r>
                  <a:rPr lang="nl-NL" b="1">
                    <a:solidFill>
                      <a:schemeClr val="bg1"/>
                    </a:solidFill>
                  </a:rPr>
                  <a:t>Text</a:t>
                </a:r>
                <a:endParaRPr lang="nl-NL" b="1" dirty="0">
                  <a:solidFill>
                    <a:schemeClr val="bg1"/>
                  </a:solidFill>
                </a:endParaRPr>
              </a:p>
            </p:txBody>
          </p:sp>
        </p:grpSp>
        <p:sp>
          <p:nvSpPr>
            <p:cNvPr id="157" name="TextBox 156">
              <a:extLst>
                <a:ext uri="{FF2B5EF4-FFF2-40B4-BE49-F238E27FC236}">
                  <a16:creationId xmlns:a16="http://schemas.microsoft.com/office/drawing/2014/main" id="{FA53E6B7-4EF8-4626-B72D-8F2BCB77D9D4}"/>
                </a:ext>
              </a:extLst>
            </p:cNvPr>
            <p:cNvSpPr txBox="1"/>
            <p:nvPr userDrawn="1"/>
          </p:nvSpPr>
          <p:spPr>
            <a:xfrm>
              <a:off x="7794770" y="2955739"/>
              <a:ext cx="2586101" cy="2246768"/>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a:t>Text level one</a:t>
              </a:r>
            </a:p>
            <a:p>
              <a:pPr lvl="1" rtl="0"/>
              <a:r>
                <a:rPr lang="nl-NL"/>
                <a:t>Text level two </a:t>
              </a:r>
              <a:endParaRPr lang="nl-NL" dirty="0"/>
            </a:p>
          </p:txBody>
        </p:sp>
      </p:grpSp>
      <p:grpSp>
        <p:nvGrpSpPr>
          <p:cNvPr id="182" name="SplitFlowOF" hidden="1">
            <a:extLst>
              <a:ext uri="{FF2B5EF4-FFF2-40B4-BE49-F238E27FC236}">
                <a16:creationId xmlns:a16="http://schemas.microsoft.com/office/drawing/2014/main" id="{04DA8A8D-C800-4631-9BD3-AB396BBF7383}"/>
              </a:ext>
            </a:extLst>
          </p:cNvPr>
          <p:cNvGrpSpPr/>
          <p:nvPr userDrawn="1">
            <p:custDataLst>
              <p:tags r:id="rId17"/>
            </p:custDataLst>
          </p:nvPr>
        </p:nvGrpSpPr>
        <p:grpSpPr>
          <a:xfrm>
            <a:off x="1016000" y="1016000"/>
            <a:ext cx="1828801" cy="914400"/>
            <a:chOff x="114299" y="1270000"/>
            <a:chExt cx="1828801" cy="914400"/>
          </a:xfrm>
        </p:grpSpPr>
        <p:sp>
          <p:nvSpPr>
            <p:cNvPr id="183" name="Freeform: Shape 182">
              <a:extLst>
                <a:ext uri="{FF2B5EF4-FFF2-40B4-BE49-F238E27FC236}">
                  <a16:creationId xmlns:a16="http://schemas.microsoft.com/office/drawing/2014/main" id="{269107E3-6439-492B-88A0-7F2088222AAD}"/>
                </a:ext>
              </a:extLst>
            </p:cNvPr>
            <p:cNvSpPr/>
            <p:nvPr>
              <p:custDataLst>
                <p:tags r:id="rId38"/>
              </p:custDataLst>
            </p:nvPr>
          </p:nvSpPr>
          <p:spPr>
            <a:xfrm>
              <a:off x="114300" y="1270000"/>
              <a:ext cx="1828800" cy="457200"/>
            </a:xfrm>
            <a:custGeom>
              <a:avLst/>
              <a:gdLst>
                <a:gd name="connsiteX0" fmla="*/ 1664208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1828800 w 1828800"/>
                <a:gd name="connsiteY0" fmla="*/ 45720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45720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97126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97126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97126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97126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1828800" h="457200">
                  <a:moveTo>
                    <a:pt x="0" y="0"/>
                  </a:moveTo>
                  <a:lnTo>
                    <a:pt x="1664208" y="0"/>
                  </a:lnTo>
                  <a:lnTo>
                    <a:pt x="1828800" y="457200"/>
                  </a:lnTo>
                  <a:lnTo>
                    <a:pt x="0" y="457200"/>
                  </a:lnTo>
                  <a:close/>
                </a:path>
              </a:pathLst>
            </a:custGeom>
            <a:solidFill>
              <a:schemeClr val="accent1"/>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nl-NL" sz="1600" dirty="0">
                <a:solidFill>
                  <a:schemeClr val="bg1"/>
                </a:solidFill>
              </a:endParaRPr>
            </a:p>
          </p:txBody>
        </p:sp>
        <p:sp>
          <p:nvSpPr>
            <p:cNvPr id="184" name="TextBox 183">
              <a:extLst>
                <a:ext uri="{FF2B5EF4-FFF2-40B4-BE49-F238E27FC236}">
                  <a16:creationId xmlns:a16="http://schemas.microsoft.com/office/drawing/2014/main" id="{9D545E8C-47D7-4530-BDC0-3B2C1AAB1EF5}"/>
                </a:ext>
              </a:extLst>
            </p:cNvPr>
            <p:cNvSpPr txBox="1"/>
            <p:nvPr>
              <p:custDataLst>
                <p:tags r:id="rId39"/>
              </p:custDataLst>
            </p:nvPr>
          </p:nvSpPr>
          <p:spPr>
            <a:xfrm>
              <a:off x="177800" y="1327150"/>
              <a:ext cx="1600708" cy="342900"/>
            </a:xfrm>
            <a:prstGeom prst="rect">
              <a:avLst/>
            </a:prstGeom>
            <a:noFill/>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buClr>
                  <a:schemeClr val="tx2"/>
                </a:buClr>
              </a:pPr>
              <a:r>
                <a:rPr lang="nl-NL" b="1">
                  <a:solidFill>
                    <a:schemeClr val="bg1"/>
                  </a:solidFill>
                </a:rPr>
                <a:t>Text</a:t>
              </a:r>
              <a:endParaRPr lang="nl-NL" b="1" dirty="0">
                <a:solidFill>
                  <a:schemeClr val="bg1"/>
                </a:solidFill>
              </a:endParaRPr>
            </a:p>
          </p:txBody>
        </p:sp>
        <p:sp>
          <p:nvSpPr>
            <p:cNvPr id="185" name="Freeform: Shape 184">
              <a:extLst>
                <a:ext uri="{FF2B5EF4-FFF2-40B4-BE49-F238E27FC236}">
                  <a16:creationId xmlns:a16="http://schemas.microsoft.com/office/drawing/2014/main" id="{AF965678-AEBC-456A-83A7-4FB6034EC7E1}"/>
                </a:ext>
              </a:extLst>
            </p:cNvPr>
            <p:cNvSpPr/>
            <p:nvPr>
              <p:custDataLst>
                <p:tags r:id="rId40"/>
              </p:custDataLst>
            </p:nvPr>
          </p:nvSpPr>
          <p:spPr>
            <a:xfrm>
              <a:off x="114299" y="1727200"/>
              <a:ext cx="996697" cy="457200"/>
            </a:xfrm>
            <a:custGeom>
              <a:avLst/>
              <a:gdLst>
                <a:gd name="connsiteX0" fmla="*/ 1664208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1828800 w 1828800"/>
                <a:gd name="connsiteY0" fmla="*/ 45720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45720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1676400 w 1828800"/>
                <a:gd name="connsiteY0" fmla="*/ 304800 h 457200"/>
                <a:gd name="connsiteX1" fmla="*/ 1664208 w 1828800"/>
                <a:gd name="connsiteY1" fmla="*/ 0 h 457200"/>
                <a:gd name="connsiteX2" fmla="*/ 1828800 w 1828800"/>
                <a:gd name="connsiteY2" fmla="*/ 457200 h 457200"/>
                <a:gd name="connsiteX3" fmla="*/ 0 w 1828800"/>
                <a:gd name="connsiteY3" fmla="*/ 457200 h 457200"/>
                <a:gd name="connsiteX0" fmla="*/ 1676400 w 1828800"/>
                <a:gd name="connsiteY0" fmla="*/ 0 h 457200"/>
                <a:gd name="connsiteX1" fmla="*/ 1511808 w 1828800"/>
                <a:gd name="connsiteY1" fmla="*/ 457200 h 457200"/>
                <a:gd name="connsiteX2" fmla="*/ 1828800 w 1828800"/>
                <a:gd name="connsiteY2" fmla="*/ 152400 h 457200"/>
                <a:gd name="connsiteX3" fmla="*/ 0 w 1828800"/>
                <a:gd name="connsiteY3" fmla="*/ 152400 h 457200"/>
                <a:gd name="connsiteX0" fmla="*/ 1828800 w 1828800"/>
                <a:gd name="connsiteY0" fmla="*/ 0 h 457200"/>
                <a:gd name="connsiteX1" fmla="*/ 1664208 w 1828800"/>
                <a:gd name="connsiteY1" fmla="*/ 457200 h 457200"/>
                <a:gd name="connsiteX2" fmla="*/ 0 w 1828800"/>
                <a:gd name="connsiteY2" fmla="*/ 457200 h 457200"/>
                <a:gd name="connsiteX3" fmla="*/ 152400 w 1828800"/>
                <a:gd name="connsiteY3" fmla="*/ 152400 h 457200"/>
                <a:gd name="connsiteX0" fmla="*/ 1828800 w 1828800"/>
                <a:gd name="connsiteY0" fmla="*/ 0 h 457200"/>
                <a:gd name="connsiteX1" fmla="*/ 1664208 w 1828800"/>
                <a:gd name="connsiteY1" fmla="*/ 457200 h 457200"/>
                <a:gd name="connsiteX2" fmla="*/ 0 w 1828800"/>
                <a:gd name="connsiteY2" fmla="*/ 457200 h 457200"/>
                <a:gd name="connsiteX3" fmla="*/ 0 w 1828800"/>
                <a:gd name="connsiteY3" fmla="*/ 0 h 457200"/>
                <a:gd name="connsiteX0" fmla="*/ 980237 w 1664208"/>
                <a:gd name="connsiteY0" fmla="*/ 0 h 457200"/>
                <a:gd name="connsiteX1" fmla="*/ 1664208 w 1664208"/>
                <a:gd name="connsiteY1" fmla="*/ 457200 h 457200"/>
                <a:gd name="connsiteX2" fmla="*/ 0 w 1664208"/>
                <a:gd name="connsiteY2" fmla="*/ 457200 h 457200"/>
                <a:gd name="connsiteX3" fmla="*/ 0 w 1664208"/>
                <a:gd name="connsiteY3" fmla="*/ 0 h 457200"/>
                <a:gd name="connsiteX0" fmla="*/ 980237 w 980237"/>
                <a:gd name="connsiteY0" fmla="*/ 0 h 457200"/>
                <a:gd name="connsiteX1" fmla="*/ 848563 w 980237"/>
                <a:gd name="connsiteY1" fmla="*/ 457200 h 457200"/>
                <a:gd name="connsiteX2" fmla="*/ 0 w 980237"/>
                <a:gd name="connsiteY2" fmla="*/ 457200 h 457200"/>
                <a:gd name="connsiteX3" fmla="*/ 0 w 980237"/>
                <a:gd name="connsiteY3" fmla="*/ 0 h 457200"/>
                <a:gd name="connsiteX0" fmla="*/ 980237 w 980237"/>
                <a:gd name="connsiteY0" fmla="*/ 0 h 457200"/>
                <a:gd name="connsiteX1" fmla="*/ 848563 w 980237"/>
                <a:gd name="connsiteY1" fmla="*/ 457200 h 457200"/>
                <a:gd name="connsiteX2" fmla="*/ 0 w 980237"/>
                <a:gd name="connsiteY2" fmla="*/ 457200 h 457200"/>
                <a:gd name="connsiteX3" fmla="*/ 0 w 980237"/>
                <a:gd name="connsiteY3" fmla="*/ 0 h 457200"/>
                <a:gd name="connsiteX0" fmla="*/ 980237 w 980237"/>
                <a:gd name="connsiteY0" fmla="*/ 0 h 457200"/>
                <a:gd name="connsiteX1" fmla="*/ 848563 w 980237"/>
                <a:gd name="connsiteY1" fmla="*/ 457200 h 457200"/>
                <a:gd name="connsiteX2" fmla="*/ 0 w 980237"/>
                <a:gd name="connsiteY2" fmla="*/ 457200 h 457200"/>
                <a:gd name="connsiteX3" fmla="*/ 0 w 980237"/>
                <a:gd name="connsiteY3" fmla="*/ 0 h 457200"/>
                <a:gd name="connsiteX0" fmla="*/ 996696 w 996696"/>
                <a:gd name="connsiteY0" fmla="*/ 0 h 457200"/>
                <a:gd name="connsiteX1" fmla="*/ 848563 w 996696"/>
                <a:gd name="connsiteY1" fmla="*/ 457200 h 457200"/>
                <a:gd name="connsiteX2" fmla="*/ 0 w 996696"/>
                <a:gd name="connsiteY2" fmla="*/ 457200 h 457200"/>
                <a:gd name="connsiteX3" fmla="*/ 0 w 996696"/>
                <a:gd name="connsiteY3" fmla="*/ 0 h 457200"/>
                <a:gd name="connsiteX0" fmla="*/ 996696 w 996696"/>
                <a:gd name="connsiteY0" fmla="*/ 0 h 457200"/>
                <a:gd name="connsiteX1" fmla="*/ 832103 w 996696"/>
                <a:gd name="connsiteY1" fmla="*/ 457200 h 457200"/>
                <a:gd name="connsiteX2" fmla="*/ 0 w 996696"/>
                <a:gd name="connsiteY2" fmla="*/ 457200 h 457200"/>
                <a:gd name="connsiteX3" fmla="*/ 0 w 996696"/>
                <a:gd name="connsiteY3" fmla="*/ 0 h 457200"/>
                <a:gd name="connsiteX0" fmla="*/ 996697 w 996697"/>
                <a:gd name="connsiteY0" fmla="*/ 0 h 457200"/>
                <a:gd name="connsiteX1" fmla="*/ 832104 w 996697"/>
                <a:gd name="connsiteY1" fmla="*/ 457200 h 457200"/>
                <a:gd name="connsiteX2" fmla="*/ 0 w 996697"/>
                <a:gd name="connsiteY2" fmla="*/ 457200 h 457200"/>
                <a:gd name="connsiteX3" fmla="*/ 1 w 996697"/>
                <a:gd name="connsiteY3" fmla="*/ 0 h 457200"/>
                <a:gd name="connsiteX0" fmla="*/ 996697 w 996697"/>
                <a:gd name="connsiteY0" fmla="*/ 0 h 457200"/>
                <a:gd name="connsiteX1" fmla="*/ 832104 w 996697"/>
                <a:gd name="connsiteY1" fmla="*/ 457200 h 457200"/>
                <a:gd name="connsiteX2" fmla="*/ 0 w 996697"/>
                <a:gd name="connsiteY2" fmla="*/ 457200 h 457200"/>
                <a:gd name="connsiteX3" fmla="*/ 1 w 996697"/>
                <a:gd name="connsiteY3" fmla="*/ 0 h 457200"/>
              </a:gdLst>
              <a:ahLst/>
              <a:cxnLst>
                <a:cxn ang="0">
                  <a:pos x="connsiteX0" y="connsiteY0"/>
                </a:cxn>
                <a:cxn ang="0">
                  <a:pos x="connsiteX1" y="connsiteY1"/>
                </a:cxn>
                <a:cxn ang="0">
                  <a:pos x="connsiteX2" y="connsiteY2"/>
                </a:cxn>
                <a:cxn ang="0">
                  <a:pos x="connsiteX3" y="connsiteY3"/>
                </a:cxn>
              </a:cxnLst>
              <a:rect l="l" t="t" r="r" b="b"/>
              <a:pathLst>
                <a:path w="996697" h="457200">
                  <a:moveTo>
                    <a:pt x="996697" y="0"/>
                  </a:moveTo>
                  <a:lnTo>
                    <a:pt x="832104" y="457200"/>
                  </a:lnTo>
                  <a:lnTo>
                    <a:pt x="0" y="457200"/>
                  </a:lnTo>
                  <a:lnTo>
                    <a:pt x="1" y="0"/>
                  </a:lnTo>
                  <a:close/>
                </a:path>
              </a:pathLst>
            </a:custGeom>
            <a:solidFill>
              <a:schemeClr val="accent1"/>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nl-NL" sz="1600" dirty="0">
                <a:solidFill>
                  <a:schemeClr val="bg1"/>
                </a:solidFill>
              </a:endParaRPr>
            </a:p>
          </p:txBody>
        </p:sp>
        <p:sp>
          <p:nvSpPr>
            <p:cNvPr id="187" name="TextBox 186">
              <a:extLst>
                <a:ext uri="{FF2B5EF4-FFF2-40B4-BE49-F238E27FC236}">
                  <a16:creationId xmlns:a16="http://schemas.microsoft.com/office/drawing/2014/main" id="{9A4DB2CF-F78C-4C69-8CA8-B939E66D8A79}"/>
                </a:ext>
              </a:extLst>
            </p:cNvPr>
            <p:cNvSpPr txBox="1"/>
            <p:nvPr>
              <p:custDataLst>
                <p:tags r:id="rId41"/>
              </p:custDataLst>
            </p:nvPr>
          </p:nvSpPr>
          <p:spPr>
            <a:xfrm>
              <a:off x="177800" y="1784350"/>
              <a:ext cx="768604" cy="342900"/>
            </a:xfrm>
            <a:prstGeom prst="rect">
              <a:avLst/>
            </a:prstGeom>
            <a:noFill/>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buClr>
                  <a:schemeClr val="tx2"/>
                </a:buClr>
              </a:pPr>
              <a:r>
                <a:rPr lang="nl-NL" b="1">
                  <a:solidFill>
                    <a:schemeClr val="bg1"/>
                  </a:solidFill>
                </a:rPr>
                <a:t>Text</a:t>
              </a:r>
              <a:endParaRPr lang="nl-NL" b="1" dirty="0">
                <a:solidFill>
                  <a:schemeClr val="bg1"/>
                </a:solidFill>
              </a:endParaRPr>
            </a:p>
          </p:txBody>
        </p:sp>
        <p:sp>
          <p:nvSpPr>
            <p:cNvPr id="188" name="Freeform: Shape 187">
              <a:extLst>
                <a:ext uri="{FF2B5EF4-FFF2-40B4-BE49-F238E27FC236}">
                  <a16:creationId xmlns:a16="http://schemas.microsoft.com/office/drawing/2014/main" id="{8EDA77D0-DA3A-4473-88A7-1DAB65B372C9}"/>
                </a:ext>
              </a:extLst>
            </p:cNvPr>
            <p:cNvSpPr/>
            <p:nvPr>
              <p:custDataLst>
                <p:tags r:id="rId42"/>
              </p:custDataLst>
            </p:nvPr>
          </p:nvSpPr>
          <p:spPr>
            <a:xfrm>
              <a:off x="946404" y="1727200"/>
              <a:ext cx="996696" cy="457200"/>
            </a:xfrm>
            <a:custGeom>
              <a:avLst/>
              <a:gdLst>
                <a:gd name="connsiteX0" fmla="*/ 1664208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1828800 w 1828800"/>
                <a:gd name="connsiteY0" fmla="*/ 45720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45720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1676400 w 1828800"/>
                <a:gd name="connsiteY0" fmla="*/ 304800 h 457200"/>
                <a:gd name="connsiteX1" fmla="*/ 1664208 w 1828800"/>
                <a:gd name="connsiteY1" fmla="*/ 0 h 457200"/>
                <a:gd name="connsiteX2" fmla="*/ 1828800 w 1828800"/>
                <a:gd name="connsiteY2" fmla="*/ 457200 h 457200"/>
                <a:gd name="connsiteX3" fmla="*/ 0 w 1828800"/>
                <a:gd name="connsiteY3" fmla="*/ 457200 h 457200"/>
                <a:gd name="connsiteX0" fmla="*/ 1676400 w 1828800"/>
                <a:gd name="connsiteY0" fmla="*/ 0 h 457200"/>
                <a:gd name="connsiteX1" fmla="*/ 1511808 w 1828800"/>
                <a:gd name="connsiteY1" fmla="*/ 457200 h 457200"/>
                <a:gd name="connsiteX2" fmla="*/ 1828800 w 1828800"/>
                <a:gd name="connsiteY2" fmla="*/ 152400 h 457200"/>
                <a:gd name="connsiteX3" fmla="*/ 0 w 1828800"/>
                <a:gd name="connsiteY3" fmla="*/ 152400 h 457200"/>
                <a:gd name="connsiteX0" fmla="*/ 1828800 w 1828800"/>
                <a:gd name="connsiteY0" fmla="*/ 0 h 457200"/>
                <a:gd name="connsiteX1" fmla="*/ 1664208 w 1828800"/>
                <a:gd name="connsiteY1" fmla="*/ 457200 h 457200"/>
                <a:gd name="connsiteX2" fmla="*/ 0 w 1828800"/>
                <a:gd name="connsiteY2" fmla="*/ 457200 h 457200"/>
                <a:gd name="connsiteX3" fmla="*/ 152400 w 1828800"/>
                <a:gd name="connsiteY3" fmla="*/ 152400 h 457200"/>
                <a:gd name="connsiteX0" fmla="*/ 1828800 w 1828800"/>
                <a:gd name="connsiteY0" fmla="*/ 0 h 457200"/>
                <a:gd name="connsiteX1" fmla="*/ 1664208 w 1828800"/>
                <a:gd name="connsiteY1" fmla="*/ 457200 h 457200"/>
                <a:gd name="connsiteX2" fmla="*/ 0 w 1828800"/>
                <a:gd name="connsiteY2" fmla="*/ 457200 h 457200"/>
                <a:gd name="connsiteX3" fmla="*/ 0 w 1828800"/>
                <a:gd name="connsiteY3" fmla="*/ 0 h 457200"/>
                <a:gd name="connsiteX0" fmla="*/ 1828800 w 1828800"/>
                <a:gd name="connsiteY0" fmla="*/ 0 h 457200"/>
                <a:gd name="connsiteX1" fmla="*/ 1664208 w 1828800"/>
                <a:gd name="connsiteY1" fmla="*/ 457200 h 457200"/>
                <a:gd name="connsiteX2" fmla="*/ 0 w 1828800"/>
                <a:gd name="connsiteY2" fmla="*/ 457200 h 457200"/>
                <a:gd name="connsiteX3" fmla="*/ 0 w 1828800"/>
                <a:gd name="connsiteY3" fmla="*/ 0 h 457200"/>
                <a:gd name="connsiteX0" fmla="*/ 1828800 w 1828800"/>
                <a:gd name="connsiteY0" fmla="*/ 0 h 457200"/>
                <a:gd name="connsiteX1" fmla="*/ 1697126 w 1828800"/>
                <a:gd name="connsiteY1" fmla="*/ 457200 h 457200"/>
                <a:gd name="connsiteX2" fmla="*/ 0 w 1828800"/>
                <a:gd name="connsiteY2" fmla="*/ 457200 h 457200"/>
                <a:gd name="connsiteX3" fmla="*/ 0 w 1828800"/>
                <a:gd name="connsiteY3" fmla="*/ 0 h 457200"/>
                <a:gd name="connsiteX0" fmla="*/ 1828800 w 1828800"/>
                <a:gd name="connsiteY0" fmla="*/ 0 h 457200"/>
                <a:gd name="connsiteX1" fmla="*/ 1697126 w 1828800"/>
                <a:gd name="connsiteY1" fmla="*/ 457200 h 457200"/>
                <a:gd name="connsiteX2" fmla="*/ 848563 w 1828800"/>
                <a:gd name="connsiteY2" fmla="*/ 457200 h 457200"/>
                <a:gd name="connsiteX3" fmla="*/ 0 w 1828800"/>
                <a:gd name="connsiteY3" fmla="*/ 0 h 457200"/>
                <a:gd name="connsiteX0" fmla="*/ 980237 w 980237"/>
                <a:gd name="connsiteY0" fmla="*/ 0 h 457200"/>
                <a:gd name="connsiteX1" fmla="*/ 848563 w 980237"/>
                <a:gd name="connsiteY1" fmla="*/ 457200 h 457200"/>
                <a:gd name="connsiteX2" fmla="*/ 0 w 980237"/>
                <a:gd name="connsiteY2" fmla="*/ 457200 h 457200"/>
                <a:gd name="connsiteX3" fmla="*/ 131674 w 980237"/>
                <a:gd name="connsiteY3" fmla="*/ 0 h 457200"/>
                <a:gd name="connsiteX0" fmla="*/ 980237 w 980237"/>
                <a:gd name="connsiteY0" fmla="*/ 0 h 457200"/>
                <a:gd name="connsiteX1" fmla="*/ 848563 w 980237"/>
                <a:gd name="connsiteY1" fmla="*/ 457200 h 457200"/>
                <a:gd name="connsiteX2" fmla="*/ 0 w 980237"/>
                <a:gd name="connsiteY2" fmla="*/ 457200 h 457200"/>
                <a:gd name="connsiteX3" fmla="*/ 131674 w 980237"/>
                <a:gd name="connsiteY3" fmla="*/ 0 h 457200"/>
                <a:gd name="connsiteX0" fmla="*/ 980237 w 980237"/>
                <a:gd name="connsiteY0" fmla="*/ 0 h 457200"/>
                <a:gd name="connsiteX1" fmla="*/ 815645 w 980237"/>
                <a:gd name="connsiteY1" fmla="*/ 457200 h 457200"/>
                <a:gd name="connsiteX2" fmla="*/ 0 w 980237"/>
                <a:gd name="connsiteY2" fmla="*/ 457200 h 457200"/>
                <a:gd name="connsiteX3" fmla="*/ 131674 w 980237"/>
                <a:gd name="connsiteY3" fmla="*/ 0 h 457200"/>
                <a:gd name="connsiteX0" fmla="*/ 996696 w 996696"/>
                <a:gd name="connsiteY0" fmla="*/ 0 h 457200"/>
                <a:gd name="connsiteX1" fmla="*/ 832104 w 996696"/>
                <a:gd name="connsiteY1" fmla="*/ 457200 h 457200"/>
                <a:gd name="connsiteX2" fmla="*/ 0 w 996696"/>
                <a:gd name="connsiteY2" fmla="*/ 457200 h 457200"/>
                <a:gd name="connsiteX3" fmla="*/ 148133 w 996696"/>
                <a:gd name="connsiteY3" fmla="*/ 0 h 457200"/>
                <a:gd name="connsiteX0" fmla="*/ 996696 w 996696"/>
                <a:gd name="connsiteY0" fmla="*/ 0 h 457200"/>
                <a:gd name="connsiteX1" fmla="*/ 832104 w 996696"/>
                <a:gd name="connsiteY1" fmla="*/ 457200 h 457200"/>
                <a:gd name="connsiteX2" fmla="*/ 0 w 996696"/>
                <a:gd name="connsiteY2" fmla="*/ 457200 h 457200"/>
                <a:gd name="connsiteX3" fmla="*/ 164592 w 996696"/>
                <a:gd name="connsiteY3" fmla="*/ 0 h 457200"/>
              </a:gdLst>
              <a:ahLst/>
              <a:cxnLst>
                <a:cxn ang="0">
                  <a:pos x="connsiteX0" y="connsiteY0"/>
                </a:cxn>
                <a:cxn ang="0">
                  <a:pos x="connsiteX1" y="connsiteY1"/>
                </a:cxn>
                <a:cxn ang="0">
                  <a:pos x="connsiteX2" y="connsiteY2"/>
                </a:cxn>
                <a:cxn ang="0">
                  <a:pos x="connsiteX3" y="connsiteY3"/>
                </a:cxn>
              </a:cxnLst>
              <a:rect l="l" t="t" r="r" b="b"/>
              <a:pathLst>
                <a:path w="996696" h="457200">
                  <a:moveTo>
                    <a:pt x="996696" y="0"/>
                  </a:moveTo>
                  <a:lnTo>
                    <a:pt x="832104" y="457200"/>
                  </a:lnTo>
                  <a:lnTo>
                    <a:pt x="0" y="457200"/>
                  </a:lnTo>
                  <a:lnTo>
                    <a:pt x="164592" y="0"/>
                  </a:lnTo>
                  <a:close/>
                </a:path>
              </a:pathLst>
            </a:custGeom>
            <a:solidFill>
              <a:schemeClr val="accent1"/>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nl-NL" sz="1600" dirty="0">
                <a:solidFill>
                  <a:schemeClr val="bg1"/>
                </a:solidFill>
              </a:endParaRPr>
            </a:p>
          </p:txBody>
        </p:sp>
        <p:sp>
          <p:nvSpPr>
            <p:cNvPr id="189" name="TextBox 188">
              <a:extLst>
                <a:ext uri="{FF2B5EF4-FFF2-40B4-BE49-F238E27FC236}">
                  <a16:creationId xmlns:a16="http://schemas.microsoft.com/office/drawing/2014/main" id="{B71FCB3F-F4AD-445B-87E9-3B79C4FC39C1}"/>
                </a:ext>
              </a:extLst>
            </p:cNvPr>
            <p:cNvSpPr txBox="1"/>
            <p:nvPr>
              <p:custDataLst>
                <p:tags r:id="rId43"/>
              </p:custDataLst>
            </p:nvPr>
          </p:nvSpPr>
          <p:spPr>
            <a:xfrm>
              <a:off x="1149096" y="1784350"/>
              <a:ext cx="629412" cy="342900"/>
            </a:xfrm>
            <a:prstGeom prst="rect">
              <a:avLst/>
            </a:prstGeom>
            <a:noFill/>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buClr>
                  <a:schemeClr val="tx2"/>
                </a:buClr>
              </a:pPr>
              <a:r>
                <a:rPr lang="nl-NL" b="1">
                  <a:solidFill>
                    <a:schemeClr val="bg1"/>
                  </a:solidFill>
                </a:rPr>
                <a:t>Text</a:t>
              </a:r>
              <a:endParaRPr lang="nl-NL" b="1" dirty="0">
                <a:solidFill>
                  <a:schemeClr val="bg1"/>
                </a:solidFill>
              </a:endParaRPr>
            </a:p>
          </p:txBody>
        </p:sp>
      </p:grpSp>
      <p:graphicFrame>
        <p:nvGraphicFramePr>
          <p:cNvPr id="3" name="Object 6"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18"/>
            </p:custDataLst>
            <p:extLst>
              <p:ext uri="{D42A27DB-BD31-4B8C-83A1-F6EECF244321}">
                <p14:modId xmlns:p14="http://schemas.microsoft.com/office/powerpoint/2010/main" val="25252129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7" imgW="413" imgH="416" progId="TCLayout.ActiveDocument.1">
                  <p:embed/>
                </p:oleObj>
              </mc:Choice>
              <mc:Fallback>
                <p:oleObj name="think-cell Slide" r:id="rId47" imgW="413" imgH="416" progId="TCLayout.ActiveDocument.1">
                  <p:embed/>
                  <p:pic>
                    <p:nvPicPr>
                      <p:cNvPr id="3" name="Object 6" hidden="1">
                        <a:extLst>
                          <a:ext uri="{FF2B5EF4-FFF2-40B4-BE49-F238E27FC236}">
                            <a16:creationId xmlns:a16="http://schemas.microsoft.com/office/drawing/2014/main" id="{4BC40847-AF8B-4097-9A07-2349A751A051}"/>
                          </a:ext>
                        </a:extLst>
                      </p:cNvPr>
                      <p:cNvPicPr/>
                      <p:nvPr/>
                    </p:nvPicPr>
                    <p:blipFill>
                      <a:blip r:embed="rId4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5B28737-798E-48D4-BBDB-8EB35CB9FFFB}"/>
              </a:ext>
            </a:extLst>
          </p:cNvPr>
          <p:cNvSpPr/>
          <p:nvPr userDrawn="1">
            <p:custDataLst>
              <p:tags r:id="rId19"/>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nl-NL" sz="2500" b="0" i="0" baseline="0" dirty="0">
              <a:solidFill>
                <a:schemeClr val="bg1"/>
              </a:solidFill>
              <a:latin typeface="Calibri" panose="020F0502020204030204" pitchFamily="34" charset="0"/>
              <a:ea typeface="+mj-ea"/>
              <a:cs typeface="+mj-cs"/>
              <a:sym typeface="Calibri" panose="020F0502020204030204" pitchFamily="34" charset="0"/>
            </a:endParaRPr>
          </a:p>
        </p:txBody>
      </p:sp>
      <p:sp>
        <p:nvSpPr>
          <p:cNvPr id="16" name="4. Footnote" hidden="1">
            <a:extLst>
              <a:ext uri="{FF2B5EF4-FFF2-40B4-BE49-F238E27FC236}">
                <a16:creationId xmlns:a16="http://schemas.microsoft.com/office/drawing/2014/main" id="{772E4927-517C-4D61-9929-9FFDE5F31A03}"/>
              </a:ext>
            </a:extLst>
          </p:cNvPr>
          <p:cNvSpPr txBox="1"/>
          <p:nvPr userDrawn="1">
            <p:custDataLst>
              <p:tags r:id="rId20"/>
            </p:custDataLst>
          </p:nvPr>
        </p:nvSpPr>
        <p:spPr>
          <a:xfrm>
            <a:off x="553972" y="6278400"/>
            <a:ext cx="7278624" cy="123111"/>
          </a:xfrm>
          <a:prstGeom prst="rect">
            <a:avLst/>
          </a:prstGeom>
          <a:noFill/>
        </p:spPr>
        <p:txBody>
          <a:bodyPr wrap="square" lIns="0" tIns="0" rIns="0" bIns="0" rtlCol="0" anchor="b">
            <a:no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nl-NL" dirty="0"/>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21"/>
            </p:custDataLst>
          </p:nvPr>
        </p:nvSpPr>
        <p:spPr>
          <a:xfrm>
            <a:off x="554736" y="172212"/>
            <a:ext cx="11082528" cy="731520"/>
          </a:xfrm>
          <a:prstGeom prst="rect">
            <a:avLst/>
          </a:prstGeom>
        </p:spPr>
        <p:txBody>
          <a:bodyPr vert="horz" wrap="square" lIns="0" tIns="0" rIns="0" bIns="0" rtlCol="0" anchor="b" anchorCtr="0">
            <a:noAutofit/>
          </a:bodyPr>
          <a:lstStyle/>
          <a:p>
            <a:pPr lvl="0"/>
            <a:r>
              <a:rPr lang="nl-NL"/>
              <a:t>Click to edit Master title style</a:t>
            </a:r>
            <a:endParaRPr lang="nl-NL" dirty="0"/>
          </a:p>
        </p:txBody>
      </p:sp>
      <p:grpSp>
        <p:nvGrpSpPr>
          <p:cNvPr id="59" name="Grid" hidden="1">
            <a:extLst>
              <a:ext uri="{FF2B5EF4-FFF2-40B4-BE49-F238E27FC236}">
                <a16:creationId xmlns:a16="http://schemas.microsoft.com/office/drawing/2014/main" id="{D35250B8-D61E-4F1A-9ACD-6E1BB958B78E}"/>
              </a:ext>
            </a:extLst>
          </p:cNvPr>
          <p:cNvGrpSpPr/>
          <p:nvPr userDrawn="1"/>
        </p:nvGrpSpPr>
        <p:grpSpPr>
          <a:xfrm>
            <a:off x="0" y="0"/>
            <a:ext cx="12190476" cy="6858000"/>
            <a:chOff x="0" y="0"/>
            <a:chExt cx="12190476" cy="6858000"/>
          </a:xfrm>
        </p:grpSpPr>
        <p:sp>
          <p:nvSpPr>
            <p:cNvPr id="60" name="slide margin">
              <a:extLst>
                <a:ext uri="{FF2B5EF4-FFF2-40B4-BE49-F238E27FC236}">
                  <a16:creationId xmlns:a16="http://schemas.microsoft.com/office/drawing/2014/main" id="{B96EBE04-E01D-4922-8601-F1AD43DC4DA0}"/>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nl-NL" dirty="0">
                <a:solidFill>
                  <a:schemeClr val="tx1"/>
                </a:solidFill>
                <a:latin typeface="+mn-lt"/>
              </a:endParaRPr>
            </a:p>
          </p:txBody>
        </p:sp>
        <p:cxnSp>
          <p:nvCxnSpPr>
            <p:cNvPr id="61" name="Straight Connector 60">
              <a:extLst>
                <a:ext uri="{FF2B5EF4-FFF2-40B4-BE49-F238E27FC236}">
                  <a16:creationId xmlns:a16="http://schemas.microsoft.com/office/drawing/2014/main" id="{5CA037B0-2A91-4357-A969-80F65F949266}"/>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1BD7C67-EF90-4AA0-BA50-51299E7EEE4C}"/>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19564A-5227-44A7-ABC0-4C6BBC1E2D6F}"/>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FD85D0C-74E8-4603-86B8-FCC481122CE8}"/>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F8BF8BD-68B4-4717-8162-382FFCC9BC9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9DB0B65-FCD8-4DD7-833A-DEED6A420E2A}"/>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18151F3-D51F-4302-95BF-AE8E806F628D}"/>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5A6B330-5ACC-486B-8131-B7F5407825B2}"/>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A5DE7AD-CCFE-4A85-9421-C7CEA9F80DEC}"/>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E2A9A81-75D1-41A9-9821-54FC36E753C1}"/>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6FE52AA-2DD1-4D00-A984-41CDC38B2D7F}"/>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5C9FC50-7177-43E6-9E56-DC9A2E6B7E6E}"/>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73" name="Freeform: Shape 72">
              <a:extLst>
                <a:ext uri="{FF2B5EF4-FFF2-40B4-BE49-F238E27FC236}">
                  <a16:creationId xmlns:a16="http://schemas.microsoft.com/office/drawing/2014/main" id="{BC97F85A-62E2-4591-B8D0-4F068B177B5D}"/>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74" name="Freeform: Shape 73">
              <a:extLst>
                <a:ext uri="{FF2B5EF4-FFF2-40B4-BE49-F238E27FC236}">
                  <a16:creationId xmlns:a16="http://schemas.microsoft.com/office/drawing/2014/main" id="{7F4B967A-CF91-473D-8A35-2BE771F9F59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75" name="Freeform: Shape 74">
              <a:extLst>
                <a:ext uri="{FF2B5EF4-FFF2-40B4-BE49-F238E27FC236}">
                  <a16:creationId xmlns:a16="http://schemas.microsoft.com/office/drawing/2014/main" id="{5AC41621-77EA-4492-8E68-0BE34108294A}"/>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76" name="Freeform: Shape 75">
              <a:extLst>
                <a:ext uri="{FF2B5EF4-FFF2-40B4-BE49-F238E27FC236}">
                  <a16:creationId xmlns:a16="http://schemas.microsoft.com/office/drawing/2014/main" id="{31A06AD2-A9EA-45D9-B15C-089884A54107}"/>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77" name="Freeform: Shape 76">
              <a:extLst>
                <a:ext uri="{FF2B5EF4-FFF2-40B4-BE49-F238E27FC236}">
                  <a16:creationId xmlns:a16="http://schemas.microsoft.com/office/drawing/2014/main" id="{3A7B39CC-379F-4224-9E59-81B1690088A0}"/>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78" name="Freeform: Shape 77">
              <a:extLst>
                <a:ext uri="{FF2B5EF4-FFF2-40B4-BE49-F238E27FC236}">
                  <a16:creationId xmlns:a16="http://schemas.microsoft.com/office/drawing/2014/main" id="{F8002ACB-1459-4214-B28A-B38E8A1FF8A6}"/>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79" name="Freeform: Shape 78">
              <a:extLst>
                <a:ext uri="{FF2B5EF4-FFF2-40B4-BE49-F238E27FC236}">
                  <a16:creationId xmlns:a16="http://schemas.microsoft.com/office/drawing/2014/main" id="{71D59E94-AA3C-4DE0-8345-20C71667A205}"/>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0" name="Freeform: Shape 79">
              <a:extLst>
                <a:ext uri="{FF2B5EF4-FFF2-40B4-BE49-F238E27FC236}">
                  <a16:creationId xmlns:a16="http://schemas.microsoft.com/office/drawing/2014/main" id="{5805F09B-786C-43E4-8288-B1AAF94C8ADE}"/>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1" name="Freeform: Shape 80">
              <a:extLst>
                <a:ext uri="{FF2B5EF4-FFF2-40B4-BE49-F238E27FC236}">
                  <a16:creationId xmlns:a16="http://schemas.microsoft.com/office/drawing/2014/main" id="{5FB23B6E-567C-4896-8B32-DA4C452B4AE7}"/>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2" name="Freeform: Shape 81">
              <a:extLst>
                <a:ext uri="{FF2B5EF4-FFF2-40B4-BE49-F238E27FC236}">
                  <a16:creationId xmlns:a16="http://schemas.microsoft.com/office/drawing/2014/main" id="{9B792231-972E-4476-BAF2-761E10463BA8}"/>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3" name="Freeform: Shape 82">
              <a:extLst>
                <a:ext uri="{FF2B5EF4-FFF2-40B4-BE49-F238E27FC236}">
                  <a16:creationId xmlns:a16="http://schemas.microsoft.com/office/drawing/2014/main" id="{908370B7-3D11-4F78-B977-D8F0DE2694ED}"/>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4" name="Freeform: Shape 83">
              <a:extLst>
                <a:ext uri="{FF2B5EF4-FFF2-40B4-BE49-F238E27FC236}">
                  <a16:creationId xmlns:a16="http://schemas.microsoft.com/office/drawing/2014/main" id="{C11EA99D-D15D-43C2-BF4E-36554B346AB6}"/>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5" name="Freeform: Shape 84">
              <a:extLst>
                <a:ext uri="{FF2B5EF4-FFF2-40B4-BE49-F238E27FC236}">
                  <a16:creationId xmlns:a16="http://schemas.microsoft.com/office/drawing/2014/main" id="{3A72B2F6-0AFF-4E6E-AFFF-60767DB3FA63}"/>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6" name="Freeform: Shape 85">
              <a:extLst>
                <a:ext uri="{FF2B5EF4-FFF2-40B4-BE49-F238E27FC236}">
                  <a16:creationId xmlns:a16="http://schemas.microsoft.com/office/drawing/2014/main" id="{A68F8E74-3AE4-4AF9-9F36-63344C9076D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7" name="Freeform: Shape 86">
              <a:extLst>
                <a:ext uri="{FF2B5EF4-FFF2-40B4-BE49-F238E27FC236}">
                  <a16:creationId xmlns:a16="http://schemas.microsoft.com/office/drawing/2014/main" id="{31D5F169-E1D4-48A3-AE5B-F5F1BEF2E7CF}"/>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8" name="Freeform: Shape 87">
              <a:extLst>
                <a:ext uri="{FF2B5EF4-FFF2-40B4-BE49-F238E27FC236}">
                  <a16:creationId xmlns:a16="http://schemas.microsoft.com/office/drawing/2014/main" id="{4230F928-F9B2-4955-9800-74DE09DCE6F2}"/>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89" name="Freeform: Shape 88">
              <a:extLst>
                <a:ext uri="{FF2B5EF4-FFF2-40B4-BE49-F238E27FC236}">
                  <a16:creationId xmlns:a16="http://schemas.microsoft.com/office/drawing/2014/main" id="{37C829A9-6808-4531-8C12-A84988E6DEE1}"/>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90" name="Freeform: Shape 89">
              <a:extLst>
                <a:ext uri="{FF2B5EF4-FFF2-40B4-BE49-F238E27FC236}">
                  <a16:creationId xmlns:a16="http://schemas.microsoft.com/office/drawing/2014/main" id="{7FA5964C-E9C5-4C2F-BD6E-47BAFB5B6D17}"/>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91" name="Freeform: Shape 90">
              <a:extLst>
                <a:ext uri="{FF2B5EF4-FFF2-40B4-BE49-F238E27FC236}">
                  <a16:creationId xmlns:a16="http://schemas.microsoft.com/office/drawing/2014/main" id="{3C168D8D-76CE-4BE5-BE95-79B96300EA3F}"/>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92" name="Freeform: Shape 91">
              <a:extLst>
                <a:ext uri="{FF2B5EF4-FFF2-40B4-BE49-F238E27FC236}">
                  <a16:creationId xmlns:a16="http://schemas.microsoft.com/office/drawing/2014/main" id="{6749465C-813A-45F9-8C3E-5D06C8584929}"/>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93" name="Freeform: Shape 92">
              <a:extLst>
                <a:ext uri="{FF2B5EF4-FFF2-40B4-BE49-F238E27FC236}">
                  <a16:creationId xmlns:a16="http://schemas.microsoft.com/office/drawing/2014/main" id="{53894C26-2473-4C24-B082-48DD1E92241C}"/>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94" name="Freeform: Shape 93">
              <a:extLst>
                <a:ext uri="{FF2B5EF4-FFF2-40B4-BE49-F238E27FC236}">
                  <a16:creationId xmlns:a16="http://schemas.microsoft.com/office/drawing/2014/main" id="{BFDA0320-8435-46CA-B1B3-5203F54A419F}"/>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95" name="Freeform: Shape 94">
              <a:extLst>
                <a:ext uri="{FF2B5EF4-FFF2-40B4-BE49-F238E27FC236}">
                  <a16:creationId xmlns:a16="http://schemas.microsoft.com/office/drawing/2014/main" id="{A42721E4-5D12-459C-AC2E-7CE148AF9062}"/>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96" name="Freeform: Shape 95">
              <a:extLst>
                <a:ext uri="{FF2B5EF4-FFF2-40B4-BE49-F238E27FC236}">
                  <a16:creationId xmlns:a16="http://schemas.microsoft.com/office/drawing/2014/main" id="{8BF7D46B-3779-49D0-BCB4-F2DCE091958D}"/>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sp>
          <p:nvSpPr>
            <p:cNvPr id="97" name="Freeform: Shape 96">
              <a:extLst>
                <a:ext uri="{FF2B5EF4-FFF2-40B4-BE49-F238E27FC236}">
                  <a16:creationId xmlns:a16="http://schemas.microsoft.com/office/drawing/2014/main" id="{634464F0-BD7F-4488-85F0-EC20C24BECAA}"/>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nl-NL" sz="1323" dirty="0">
                <a:solidFill>
                  <a:schemeClr val="tx1"/>
                </a:solidFill>
                <a:latin typeface="+mn-lt"/>
              </a:endParaRPr>
            </a:p>
          </p:txBody>
        </p:sp>
        <p:cxnSp>
          <p:nvCxnSpPr>
            <p:cNvPr id="98" name="Straight Connector 97">
              <a:extLst>
                <a:ext uri="{FF2B5EF4-FFF2-40B4-BE49-F238E27FC236}">
                  <a16:creationId xmlns:a16="http://schemas.microsoft.com/office/drawing/2014/main" id="{82B54541-0CDD-4724-8101-AABFF1207033}"/>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5070398-8D55-4EE2-8CA4-47428E2AF03F}"/>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2166891-56D0-4EBC-B681-501401DEF9D4}"/>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13A87E3-D106-41FF-A8CD-C27DABF0103D}"/>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164477D-838D-4C70-ADD7-37AD79A844AA}"/>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72B193C0-8980-4BB2-8E91-7A1C9ABE0B6C}"/>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1A94AAA-1D98-4233-842E-2A2F52812358}"/>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21F2B43-A2DC-42F4-8EA4-A8A4DA6D6FA7}"/>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60F0923-6896-405D-AD16-F097448F3E3D}"/>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C70D5B1-47D7-451F-B83A-973A26731A22}"/>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3FD9A464-81FE-4829-A1C5-5CCEE42448B3}"/>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F55CAB0-53A2-417F-9F66-C0437933E98B}"/>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547EE77-7495-47CB-BEC9-D5C742DF2B2C}"/>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A942184-696A-4A78-BB9D-3D619B990987}"/>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B5F4EE6-4D4C-4488-80DE-36C83D540765}"/>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D3A42E3-1ED2-4BBE-8B0B-CEA491522F0A}"/>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4162AD8-9037-4220-B19F-7B3A0F44E941}"/>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C20FB70-03E4-4D7E-BA41-546EAAB33089}"/>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84D3C92-FDAE-47DB-9457-A9B216922E98}"/>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5DF0860-265F-4ABC-9F65-0C1D385DAA19}"/>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878D1D5-E6E5-4FA6-AF6E-95E8AF796777}"/>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11FF29A-4B39-4335-9BD5-ED902309BF79}"/>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A82A803-5E70-4523-9F20-67F308765C7E}"/>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4208CB2-5882-4416-87C9-284BDAF3367A}"/>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D4116CD-6422-4E26-9703-D3F7C10FCD56}"/>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31AB3A35-E2FF-4178-896B-F08E77092825}"/>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79C539-DD6F-48AA-8F80-27BC682014AF}"/>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784004E-3271-4D1C-B1EA-CA1E334E0D03}"/>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657725E-FBF6-491D-9BA1-E6A9727F4F2D}"/>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31244567-76A7-47AF-9353-403D05D533F0}"/>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EEC47A2A-ED3B-4AD0-ACD5-F8ED92644229}"/>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F3E01E5-F569-4020-BCB0-083537701AB0}"/>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71121A42-5912-44C8-B9A3-FDEC8EA70284}"/>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59B1DE7-25C8-4743-8284-FA656D339F55}"/>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26249F1-59FB-44FC-8AF9-D7F90AFBEE2C}"/>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6D42779-D977-4405-A149-D8DE5B52134A}"/>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7EE8A2F-6AD9-4AE7-B04B-7892891F84AC}"/>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8F4A59A-16C3-4C3A-AB79-FE22721EA641}"/>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CA3A6CC-1A49-42F6-A318-99D9224BDC91}"/>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DC3484E-5EF8-49C4-B1F6-75C854D50C80}"/>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33461A54-E77E-414D-B7E0-7364070D9566}"/>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9C48517-171B-43FD-A41C-58C9B531BDB5}"/>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429932A-1238-48FC-B171-20A3AA531D40}"/>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7BED7651-AF04-41D4-9476-5A43476D85BB}"/>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5" name="main body box">
              <a:extLst>
                <a:ext uri="{FF2B5EF4-FFF2-40B4-BE49-F238E27FC236}">
                  <a16:creationId xmlns:a16="http://schemas.microsoft.com/office/drawing/2014/main" id="{100DE417-9DB9-4840-8370-B716FFA27760}"/>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pPr rtl="0"/>
              <a:endParaRPr lang="nl-NL" sz="1323" dirty="0">
                <a:solidFill>
                  <a:schemeClr val="tx1"/>
                </a:solidFill>
                <a:latin typeface="+mn-lt"/>
              </a:endParaRPr>
            </a:p>
          </p:txBody>
        </p:sp>
        <p:cxnSp>
          <p:nvCxnSpPr>
            <p:cNvPr id="146" name="Straight Connector 145">
              <a:extLst>
                <a:ext uri="{FF2B5EF4-FFF2-40B4-BE49-F238E27FC236}">
                  <a16:creationId xmlns:a16="http://schemas.microsoft.com/office/drawing/2014/main" id="{B93A1E2B-8C80-482F-83BE-384344D09839}"/>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147" name="Straight Connector 146">
              <a:extLst>
                <a:ext uri="{FF2B5EF4-FFF2-40B4-BE49-F238E27FC236}">
                  <a16:creationId xmlns:a16="http://schemas.microsoft.com/office/drawing/2014/main" id="{BEAB22C5-0A46-4041-9158-6DC76EA2F350}"/>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sp>
        <p:nvSpPr>
          <p:cNvPr id="4" name="Sticker" hidden="1">
            <a:extLst>
              <a:ext uri="{FF2B5EF4-FFF2-40B4-BE49-F238E27FC236}">
                <a16:creationId xmlns:a16="http://schemas.microsoft.com/office/drawing/2014/main" id="{F9BB011A-568C-4B05-AE57-EB000B2FD8BB}"/>
              </a:ext>
            </a:extLst>
          </p:cNvPr>
          <p:cNvSpPr txBox="1"/>
          <p:nvPr userDrawn="1"/>
        </p:nvSpPr>
        <p:spPr>
          <a:xfrm>
            <a:off x="554736" y="1289273"/>
            <a:ext cx="344646" cy="123111"/>
          </a:xfrm>
          <a:prstGeom prst="rect">
            <a:avLst/>
          </a:prstGeom>
          <a:noFill/>
          <a:ln w="6350">
            <a:noFill/>
            <a:miter lim="800000"/>
          </a:ln>
        </p:spPr>
        <p:txBody>
          <a:bodyPr vert="horz" wrap="none" lIns="0" tIns="0" rIns="0" bIns="0" rtlCol="0">
            <a:spAutoFit/>
          </a:bodyPr>
          <a:lstStyle>
            <a:defPPr>
              <a:defRPr lang="en-US"/>
            </a:defPPr>
            <a:lvl1pPr>
              <a:spcBef>
                <a:spcPts val="300"/>
              </a:spcBef>
              <a:spcAft>
                <a:spcPts val="300"/>
              </a:spcAft>
              <a:buNone/>
              <a:defRPr sz="800" b="1" cap="all" baseline="0"/>
            </a:lvl1pPr>
          </a:lstStyle>
          <a:p>
            <a:pPr lvl="0" rtl="0"/>
            <a:r>
              <a:rPr lang="nl-NL" dirty="0"/>
              <a:t>STICKER</a:t>
            </a:r>
          </a:p>
        </p:txBody>
      </p:sp>
      <p:sp>
        <p:nvSpPr>
          <p:cNvPr id="5" name="Text Placeholder 4">
            <a:extLst>
              <a:ext uri="{FF2B5EF4-FFF2-40B4-BE49-F238E27FC236}">
                <a16:creationId xmlns:a16="http://schemas.microsoft.com/office/drawing/2014/main" id="{4C1F3293-4EFE-461D-940D-7EE66BAE31C5}"/>
              </a:ext>
            </a:extLst>
          </p:cNvPr>
          <p:cNvSpPr>
            <a:spLocks noGrp="1"/>
          </p:cNvSpPr>
          <p:nvPr>
            <p:ph type="body" idx="1"/>
          </p:nvPr>
        </p:nvSpPr>
        <p:spPr>
          <a:xfrm>
            <a:off x="554736" y="2170800"/>
            <a:ext cx="2794954" cy="1384995"/>
          </a:xfrm>
          <a:prstGeom prst="rect">
            <a:avLst/>
          </a:prstGeom>
        </p:spPr>
        <p:txBody>
          <a:bodyPr vert="horz" wrap="square" lIns="0" tIns="0" rIns="0" bIns="0" rtlCol="0">
            <a:spAutoFit/>
          </a:bodyPr>
          <a:lstStyle/>
          <a:p>
            <a:pPr lvl="0"/>
            <a:r>
              <a:rPr lang="nl-NL"/>
              <a:t>Click to edit Master text styles</a:t>
            </a:r>
          </a:p>
          <a:p>
            <a:pPr lvl="1"/>
            <a:r>
              <a:rPr lang="nl-NL"/>
              <a:t>Second level</a:t>
            </a:r>
          </a:p>
          <a:p>
            <a:pPr lvl="2"/>
            <a:r>
              <a:rPr lang="nl-NL"/>
              <a:t>Third level</a:t>
            </a:r>
          </a:p>
          <a:p>
            <a:pPr lvl="3"/>
            <a:r>
              <a:rPr lang="nl-NL"/>
              <a:t>Fourth level</a:t>
            </a:r>
          </a:p>
          <a:p>
            <a:pPr lvl="4"/>
            <a:r>
              <a:rPr lang="nl-NL"/>
              <a:t>Fifth level</a:t>
            </a:r>
            <a:endParaRPr lang="nl-NL" dirty="0"/>
          </a:p>
        </p:txBody>
      </p:sp>
      <p:grpSp>
        <p:nvGrpSpPr>
          <p:cNvPr id="170" name="LegendLines" hidden="1">
            <a:extLst>
              <a:ext uri="{FF2B5EF4-FFF2-40B4-BE49-F238E27FC236}">
                <a16:creationId xmlns:a16="http://schemas.microsoft.com/office/drawing/2014/main" id="{75CA43B4-51EF-482A-A676-AA183600C086}"/>
              </a:ext>
            </a:extLst>
          </p:cNvPr>
          <p:cNvGrpSpPr/>
          <p:nvPr userDrawn="1"/>
        </p:nvGrpSpPr>
        <p:grpSpPr>
          <a:xfrm>
            <a:off x="10217918" y="3150223"/>
            <a:ext cx="1337722" cy="958286"/>
            <a:chOff x="10162879" y="3243772"/>
            <a:chExt cx="1337722" cy="958286"/>
          </a:xfrm>
        </p:grpSpPr>
        <p:sp>
          <p:nvSpPr>
            <p:cNvPr id="171" name="Legend1">
              <a:extLst>
                <a:ext uri="{FF2B5EF4-FFF2-40B4-BE49-F238E27FC236}">
                  <a16:creationId xmlns:a16="http://schemas.microsoft.com/office/drawing/2014/main" id="{85E2365A-9186-430D-83A3-4DE7E22809E4}"/>
                </a:ext>
              </a:extLst>
            </p:cNvPr>
            <p:cNvSpPr txBox="1"/>
            <p:nvPr/>
          </p:nvSpPr>
          <p:spPr>
            <a:xfrm>
              <a:off x="10886522" y="3243772"/>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172" name="Legend2">
              <a:extLst>
                <a:ext uri="{FF2B5EF4-FFF2-40B4-BE49-F238E27FC236}">
                  <a16:creationId xmlns:a16="http://schemas.microsoft.com/office/drawing/2014/main" id="{3BC35E15-2BA1-4B9E-B911-87714C5D13ED}"/>
                </a:ext>
              </a:extLst>
            </p:cNvPr>
            <p:cNvSpPr txBox="1"/>
            <p:nvPr/>
          </p:nvSpPr>
          <p:spPr>
            <a:xfrm>
              <a:off x="10886522" y="3615193"/>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173" name="Legend3">
              <a:extLst>
                <a:ext uri="{FF2B5EF4-FFF2-40B4-BE49-F238E27FC236}">
                  <a16:creationId xmlns:a16="http://schemas.microsoft.com/office/drawing/2014/main" id="{CCE5B796-4D25-44FE-9EA2-4FB4A527E7CE}"/>
                </a:ext>
              </a:extLst>
            </p:cNvPr>
            <p:cNvSpPr txBox="1"/>
            <p:nvPr/>
          </p:nvSpPr>
          <p:spPr>
            <a:xfrm>
              <a:off x="10886522" y="3986614"/>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174" name="LineLegend3">
              <a:extLst>
                <a:ext uri="{FF2B5EF4-FFF2-40B4-BE49-F238E27FC236}">
                  <a16:creationId xmlns:a16="http://schemas.microsoft.com/office/drawing/2014/main" id="{D2F62643-90DF-4EF5-9730-A99D60760BD8}"/>
                </a:ext>
              </a:extLst>
            </p:cNvPr>
            <p:cNvSpPr>
              <a:spLocks noChangeShapeType="1"/>
            </p:cNvSpPr>
            <p:nvPr/>
          </p:nvSpPr>
          <p:spPr bwMode="gray">
            <a:xfrm>
              <a:off x="10162879" y="4092784"/>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rtl="0"/>
              <a:endParaRPr lang="nl-NL" sz="1400" baseline="0" dirty="0">
                <a:ea typeface="+mn-ea"/>
              </a:endParaRPr>
            </a:p>
          </p:txBody>
        </p:sp>
        <p:sp>
          <p:nvSpPr>
            <p:cNvPr id="175" name="LineLegend2">
              <a:extLst>
                <a:ext uri="{FF2B5EF4-FFF2-40B4-BE49-F238E27FC236}">
                  <a16:creationId xmlns:a16="http://schemas.microsoft.com/office/drawing/2014/main" id="{EA009A24-DD0F-4E7E-97DB-2EBBD0B90253}"/>
                </a:ext>
              </a:extLst>
            </p:cNvPr>
            <p:cNvSpPr>
              <a:spLocks noChangeShapeType="1"/>
            </p:cNvSpPr>
            <p:nvPr/>
          </p:nvSpPr>
          <p:spPr bwMode="gray">
            <a:xfrm>
              <a:off x="10162879" y="3719425"/>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rtl="0"/>
              <a:endParaRPr lang="nl-NL" sz="1400" baseline="0" dirty="0">
                <a:ea typeface="+mn-ea"/>
              </a:endParaRPr>
            </a:p>
          </p:txBody>
        </p:sp>
        <p:sp>
          <p:nvSpPr>
            <p:cNvPr id="176" name="LineLegend1">
              <a:extLst>
                <a:ext uri="{FF2B5EF4-FFF2-40B4-BE49-F238E27FC236}">
                  <a16:creationId xmlns:a16="http://schemas.microsoft.com/office/drawing/2014/main" id="{8FE6CDCC-A4DF-48AF-AC1C-8C8ED06143D7}"/>
                </a:ext>
              </a:extLst>
            </p:cNvPr>
            <p:cNvSpPr>
              <a:spLocks noChangeShapeType="1"/>
            </p:cNvSpPr>
            <p:nvPr/>
          </p:nvSpPr>
          <p:spPr bwMode="gray">
            <a:xfrm>
              <a:off x="10162879" y="3351494"/>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rtl="0"/>
              <a:endParaRPr lang="nl-NL" sz="1400" baseline="0" dirty="0">
                <a:ea typeface="+mn-ea"/>
              </a:endParaRPr>
            </a:p>
          </p:txBody>
        </p:sp>
      </p:grpSp>
      <p:grpSp>
        <p:nvGrpSpPr>
          <p:cNvPr id="177" name="LegendMoons" hidden="1">
            <a:extLst>
              <a:ext uri="{FF2B5EF4-FFF2-40B4-BE49-F238E27FC236}">
                <a16:creationId xmlns:a16="http://schemas.microsoft.com/office/drawing/2014/main" id="{BBFA8D2F-6C5F-4C7E-8683-DB05F0507552}"/>
              </a:ext>
            </a:extLst>
          </p:cNvPr>
          <p:cNvGrpSpPr/>
          <p:nvPr userDrawn="1"/>
        </p:nvGrpSpPr>
        <p:grpSpPr>
          <a:xfrm>
            <a:off x="10588929" y="1145373"/>
            <a:ext cx="966711" cy="1731859"/>
            <a:chOff x="7723680" y="1702457"/>
            <a:chExt cx="966711" cy="1731859"/>
          </a:xfrm>
        </p:grpSpPr>
        <p:sp>
          <p:nvSpPr>
            <p:cNvPr id="178" name="Legend1">
              <a:extLst>
                <a:ext uri="{FF2B5EF4-FFF2-40B4-BE49-F238E27FC236}">
                  <a16:creationId xmlns:a16="http://schemas.microsoft.com/office/drawing/2014/main" id="{AD7B67E5-E814-4596-8283-DE22EB875BE1}"/>
                </a:ext>
              </a:extLst>
            </p:cNvPr>
            <p:cNvSpPr txBox="1"/>
            <p:nvPr/>
          </p:nvSpPr>
          <p:spPr>
            <a:xfrm>
              <a:off x="8076312" y="1709816"/>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186" name="Legend2">
              <a:extLst>
                <a:ext uri="{FF2B5EF4-FFF2-40B4-BE49-F238E27FC236}">
                  <a16:creationId xmlns:a16="http://schemas.microsoft.com/office/drawing/2014/main" id="{16BEEAEF-CC71-4D3B-88CA-859CC81187D8}"/>
                </a:ext>
              </a:extLst>
            </p:cNvPr>
            <p:cNvSpPr txBox="1"/>
            <p:nvPr/>
          </p:nvSpPr>
          <p:spPr>
            <a:xfrm>
              <a:off x="8076312" y="2085275"/>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198" name="Legend3">
              <a:extLst>
                <a:ext uri="{FF2B5EF4-FFF2-40B4-BE49-F238E27FC236}">
                  <a16:creationId xmlns:a16="http://schemas.microsoft.com/office/drawing/2014/main" id="{30CDD89F-E985-4D8B-9E25-2C77048B4397}"/>
                </a:ext>
              </a:extLst>
            </p:cNvPr>
            <p:cNvSpPr txBox="1"/>
            <p:nvPr/>
          </p:nvSpPr>
          <p:spPr>
            <a:xfrm>
              <a:off x="8076312" y="2460734"/>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199" name="Legend4">
              <a:extLst>
                <a:ext uri="{FF2B5EF4-FFF2-40B4-BE49-F238E27FC236}">
                  <a16:creationId xmlns:a16="http://schemas.microsoft.com/office/drawing/2014/main" id="{F4563742-DF90-400F-91AF-02D7E566533B}"/>
                </a:ext>
              </a:extLst>
            </p:cNvPr>
            <p:cNvSpPr txBox="1"/>
            <p:nvPr/>
          </p:nvSpPr>
          <p:spPr>
            <a:xfrm>
              <a:off x="8076312" y="2836193"/>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200" name="Legend5">
              <a:extLst>
                <a:ext uri="{FF2B5EF4-FFF2-40B4-BE49-F238E27FC236}">
                  <a16:creationId xmlns:a16="http://schemas.microsoft.com/office/drawing/2014/main" id="{3409D634-C597-4A2F-95A1-E6B01FC19595}"/>
                </a:ext>
              </a:extLst>
            </p:cNvPr>
            <p:cNvSpPr txBox="1"/>
            <p:nvPr/>
          </p:nvSpPr>
          <p:spPr>
            <a:xfrm>
              <a:off x="8076312" y="3211654"/>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grpSp>
          <p:nvGrpSpPr>
            <p:cNvPr id="201" name="MoonLegend1">
              <a:extLst>
                <a:ext uri="{FF2B5EF4-FFF2-40B4-BE49-F238E27FC236}">
                  <a16:creationId xmlns:a16="http://schemas.microsoft.com/office/drawing/2014/main" id="{117437C4-B634-4F2A-A407-DC44A1153061}"/>
                </a:ext>
              </a:extLst>
            </p:cNvPr>
            <p:cNvGrpSpPr>
              <a:grpSpLocks noChangeAspect="1"/>
            </p:cNvGrpSpPr>
            <p:nvPr>
              <p:custDataLst>
                <p:tags r:id="rId23"/>
              </p:custDataLst>
            </p:nvPr>
          </p:nvGrpSpPr>
          <p:grpSpPr>
            <a:xfrm>
              <a:off x="7723680" y="1702457"/>
              <a:ext cx="228600" cy="228600"/>
              <a:chOff x="762000" y="1270000"/>
              <a:chExt cx="254000" cy="254000"/>
            </a:xfrm>
          </p:grpSpPr>
          <p:sp>
            <p:nvSpPr>
              <p:cNvPr id="214" name="Oval 213">
                <a:extLst>
                  <a:ext uri="{FF2B5EF4-FFF2-40B4-BE49-F238E27FC236}">
                    <a16:creationId xmlns:a16="http://schemas.microsoft.com/office/drawing/2014/main" id="{EB90AEA0-33EA-4E58-A9FD-EE9DF48324D8}"/>
                  </a:ext>
                </a:extLst>
              </p:cNvPr>
              <p:cNvSpPr/>
              <p:nvPr>
                <p:custDataLst>
                  <p:tags r:id="rId36"/>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sz="1400" dirty="0">
                  <a:solidFill>
                    <a:schemeClr val="tx1"/>
                  </a:solidFill>
                </a:endParaRPr>
              </a:p>
            </p:txBody>
          </p:sp>
          <p:sp>
            <p:nvSpPr>
              <p:cNvPr id="215" name="Arc 214">
                <a:extLst>
                  <a:ext uri="{FF2B5EF4-FFF2-40B4-BE49-F238E27FC236}">
                    <a16:creationId xmlns:a16="http://schemas.microsoft.com/office/drawing/2014/main" id="{A1344A23-7160-495E-A98C-F85015CCC0A1}"/>
                  </a:ext>
                </a:extLst>
              </p:cNvPr>
              <p:cNvSpPr/>
              <p:nvPr>
                <p:custDataLst>
                  <p:tags r:id="rId37"/>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nl-NL" sz="1400" dirty="0"/>
              </a:p>
            </p:txBody>
          </p:sp>
        </p:grpSp>
        <p:grpSp>
          <p:nvGrpSpPr>
            <p:cNvPr id="202" name="MoonLegend2">
              <a:extLst>
                <a:ext uri="{FF2B5EF4-FFF2-40B4-BE49-F238E27FC236}">
                  <a16:creationId xmlns:a16="http://schemas.microsoft.com/office/drawing/2014/main" id="{EB8E8C20-3196-4E74-A430-8A058F00B5CC}"/>
                </a:ext>
              </a:extLst>
            </p:cNvPr>
            <p:cNvGrpSpPr>
              <a:grpSpLocks noChangeAspect="1"/>
            </p:cNvGrpSpPr>
            <p:nvPr>
              <p:custDataLst>
                <p:tags r:id="rId24"/>
              </p:custDataLst>
            </p:nvPr>
          </p:nvGrpSpPr>
          <p:grpSpPr>
            <a:xfrm>
              <a:off x="7723680" y="2078270"/>
              <a:ext cx="228600" cy="228600"/>
              <a:chOff x="762000" y="1270000"/>
              <a:chExt cx="254000" cy="254000"/>
            </a:xfrm>
          </p:grpSpPr>
          <p:sp>
            <p:nvSpPr>
              <p:cNvPr id="212" name="Oval 211">
                <a:extLst>
                  <a:ext uri="{FF2B5EF4-FFF2-40B4-BE49-F238E27FC236}">
                    <a16:creationId xmlns:a16="http://schemas.microsoft.com/office/drawing/2014/main" id="{27A382C3-DD08-4CCF-B849-2CC72EA9F9AB}"/>
                  </a:ext>
                </a:extLst>
              </p:cNvPr>
              <p:cNvSpPr/>
              <p:nvPr>
                <p:custDataLst>
                  <p:tags r:id="rId34"/>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sz="1400" dirty="0">
                  <a:solidFill>
                    <a:schemeClr val="tx1"/>
                  </a:solidFill>
                </a:endParaRPr>
              </a:p>
            </p:txBody>
          </p:sp>
          <p:sp>
            <p:nvSpPr>
              <p:cNvPr id="213" name="Arc 212">
                <a:extLst>
                  <a:ext uri="{FF2B5EF4-FFF2-40B4-BE49-F238E27FC236}">
                    <a16:creationId xmlns:a16="http://schemas.microsoft.com/office/drawing/2014/main" id="{4043BF3C-F0E7-4D23-A181-0362DD473A6B}"/>
                  </a:ext>
                </a:extLst>
              </p:cNvPr>
              <p:cNvSpPr/>
              <p:nvPr>
                <p:custDataLst>
                  <p:tags r:id="rId35"/>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nl-NL" sz="1400" dirty="0"/>
              </a:p>
            </p:txBody>
          </p:sp>
        </p:grpSp>
        <p:grpSp>
          <p:nvGrpSpPr>
            <p:cNvPr id="203" name="MoonLegend3">
              <a:extLst>
                <a:ext uri="{FF2B5EF4-FFF2-40B4-BE49-F238E27FC236}">
                  <a16:creationId xmlns:a16="http://schemas.microsoft.com/office/drawing/2014/main" id="{7EA4C5CC-F609-42C7-8679-2CFF0EFE1ADD}"/>
                </a:ext>
              </a:extLst>
            </p:cNvPr>
            <p:cNvGrpSpPr>
              <a:grpSpLocks noChangeAspect="1"/>
            </p:cNvGrpSpPr>
            <p:nvPr>
              <p:custDataLst>
                <p:tags r:id="rId25"/>
              </p:custDataLst>
            </p:nvPr>
          </p:nvGrpSpPr>
          <p:grpSpPr>
            <a:xfrm>
              <a:off x="7723680" y="2454085"/>
              <a:ext cx="228600" cy="228600"/>
              <a:chOff x="762000" y="1270000"/>
              <a:chExt cx="254000" cy="254000"/>
            </a:xfrm>
          </p:grpSpPr>
          <p:sp>
            <p:nvSpPr>
              <p:cNvPr id="210" name="Oval 209">
                <a:extLst>
                  <a:ext uri="{FF2B5EF4-FFF2-40B4-BE49-F238E27FC236}">
                    <a16:creationId xmlns:a16="http://schemas.microsoft.com/office/drawing/2014/main" id="{715BDDAF-1AF3-46AE-A337-FC24A78185F2}"/>
                  </a:ext>
                </a:extLst>
              </p:cNvPr>
              <p:cNvSpPr/>
              <p:nvPr>
                <p:custDataLst>
                  <p:tags r:id="rId32"/>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sz="1400" dirty="0">
                  <a:solidFill>
                    <a:schemeClr val="tx1"/>
                  </a:solidFill>
                </a:endParaRPr>
              </a:p>
            </p:txBody>
          </p:sp>
          <p:sp>
            <p:nvSpPr>
              <p:cNvPr id="211" name="Arc 210">
                <a:extLst>
                  <a:ext uri="{FF2B5EF4-FFF2-40B4-BE49-F238E27FC236}">
                    <a16:creationId xmlns:a16="http://schemas.microsoft.com/office/drawing/2014/main" id="{E811134B-550C-43DC-8343-36668FE4C5B0}"/>
                  </a:ext>
                </a:extLst>
              </p:cNvPr>
              <p:cNvSpPr/>
              <p:nvPr>
                <p:custDataLst>
                  <p:tags r:id="rId33"/>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nl-NL" sz="1400" dirty="0"/>
              </a:p>
            </p:txBody>
          </p:sp>
        </p:grpSp>
        <p:grpSp>
          <p:nvGrpSpPr>
            <p:cNvPr id="204" name="MoonLegend4">
              <a:extLst>
                <a:ext uri="{FF2B5EF4-FFF2-40B4-BE49-F238E27FC236}">
                  <a16:creationId xmlns:a16="http://schemas.microsoft.com/office/drawing/2014/main" id="{3E4EE390-F563-41D5-A1FF-66332D5F20F8}"/>
                </a:ext>
              </a:extLst>
            </p:cNvPr>
            <p:cNvGrpSpPr>
              <a:grpSpLocks noChangeAspect="1"/>
            </p:cNvGrpSpPr>
            <p:nvPr>
              <p:custDataLst>
                <p:tags r:id="rId26"/>
              </p:custDataLst>
            </p:nvPr>
          </p:nvGrpSpPr>
          <p:grpSpPr>
            <a:xfrm>
              <a:off x="7723680" y="2829900"/>
              <a:ext cx="228600" cy="228600"/>
              <a:chOff x="762000" y="1270000"/>
              <a:chExt cx="254000" cy="254000"/>
            </a:xfrm>
          </p:grpSpPr>
          <p:sp>
            <p:nvSpPr>
              <p:cNvPr id="208" name="Oval 207">
                <a:extLst>
                  <a:ext uri="{FF2B5EF4-FFF2-40B4-BE49-F238E27FC236}">
                    <a16:creationId xmlns:a16="http://schemas.microsoft.com/office/drawing/2014/main" id="{93D49596-11A1-45D6-9E60-6E4F341955C9}"/>
                  </a:ext>
                </a:extLst>
              </p:cNvPr>
              <p:cNvSpPr/>
              <p:nvPr>
                <p:custDataLst>
                  <p:tags r:id="rId30"/>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sz="1400" dirty="0">
                  <a:solidFill>
                    <a:schemeClr val="tx1"/>
                  </a:solidFill>
                </a:endParaRPr>
              </a:p>
            </p:txBody>
          </p:sp>
          <p:sp>
            <p:nvSpPr>
              <p:cNvPr id="209" name="Arc 208">
                <a:extLst>
                  <a:ext uri="{FF2B5EF4-FFF2-40B4-BE49-F238E27FC236}">
                    <a16:creationId xmlns:a16="http://schemas.microsoft.com/office/drawing/2014/main" id="{AD9C732B-59D4-4402-98BD-C703B7D37799}"/>
                  </a:ext>
                </a:extLst>
              </p:cNvPr>
              <p:cNvSpPr/>
              <p:nvPr>
                <p:custDataLst>
                  <p:tags r:id="rId31"/>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nl-NL" sz="1400" dirty="0"/>
              </a:p>
            </p:txBody>
          </p:sp>
        </p:grpSp>
        <p:grpSp>
          <p:nvGrpSpPr>
            <p:cNvPr id="205" name="MoonLegend5">
              <a:extLst>
                <a:ext uri="{FF2B5EF4-FFF2-40B4-BE49-F238E27FC236}">
                  <a16:creationId xmlns:a16="http://schemas.microsoft.com/office/drawing/2014/main" id="{5835C8BF-3671-4AB9-89A1-8C41B9C0A3D7}"/>
                </a:ext>
              </a:extLst>
            </p:cNvPr>
            <p:cNvGrpSpPr>
              <a:grpSpLocks noChangeAspect="1"/>
            </p:cNvGrpSpPr>
            <p:nvPr>
              <p:custDataLst>
                <p:tags r:id="rId27"/>
              </p:custDataLst>
            </p:nvPr>
          </p:nvGrpSpPr>
          <p:grpSpPr>
            <a:xfrm>
              <a:off x="7723680" y="3205716"/>
              <a:ext cx="228600" cy="228600"/>
              <a:chOff x="762000" y="1270000"/>
              <a:chExt cx="254000" cy="254000"/>
            </a:xfrm>
          </p:grpSpPr>
          <p:sp>
            <p:nvSpPr>
              <p:cNvPr id="206" name="Oval 205">
                <a:extLst>
                  <a:ext uri="{FF2B5EF4-FFF2-40B4-BE49-F238E27FC236}">
                    <a16:creationId xmlns:a16="http://schemas.microsoft.com/office/drawing/2014/main" id="{2BF9623A-651C-4C98-9F51-0E9B600BA42B}"/>
                  </a:ext>
                </a:extLst>
              </p:cNvPr>
              <p:cNvSpPr/>
              <p:nvPr>
                <p:custDataLst>
                  <p:tags r:id="rId28"/>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sz="1400" dirty="0">
                  <a:solidFill>
                    <a:schemeClr val="tx1"/>
                  </a:solidFill>
                </a:endParaRPr>
              </a:p>
            </p:txBody>
          </p:sp>
          <p:sp>
            <p:nvSpPr>
              <p:cNvPr id="207" name="Arc 206">
                <a:extLst>
                  <a:ext uri="{FF2B5EF4-FFF2-40B4-BE49-F238E27FC236}">
                    <a16:creationId xmlns:a16="http://schemas.microsoft.com/office/drawing/2014/main" id="{F5536572-C9A8-4CB2-BF56-D54F40E44F25}"/>
                  </a:ext>
                </a:extLst>
              </p:cNvPr>
              <p:cNvSpPr/>
              <p:nvPr>
                <p:custDataLst>
                  <p:tags r:id="rId29"/>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nl-NL" sz="1400" dirty="0"/>
              </a:p>
            </p:txBody>
          </p:sp>
        </p:grpSp>
      </p:grpSp>
      <p:grpSp>
        <p:nvGrpSpPr>
          <p:cNvPr id="216" name="LegendBoxes" hidden="1">
            <a:extLst>
              <a:ext uri="{FF2B5EF4-FFF2-40B4-BE49-F238E27FC236}">
                <a16:creationId xmlns:a16="http://schemas.microsoft.com/office/drawing/2014/main" id="{E9D72DE0-F28F-4DEF-8027-9C8D5A71CBB8}"/>
              </a:ext>
            </a:extLst>
          </p:cNvPr>
          <p:cNvGrpSpPr/>
          <p:nvPr userDrawn="1"/>
        </p:nvGrpSpPr>
        <p:grpSpPr>
          <a:xfrm>
            <a:off x="10615415" y="4381500"/>
            <a:ext cx="940225" cy="1717282"/>
            <a:chOff x="10652400" y="4322824"/>
            <a:chExt cx="940225" cy="1717282"/>
          </a:xfrm>
        </p:grpSpPr>
        <p:sp>
          <p:nvSpPr>
            <p:cNvPr id="217" name="RectangleLegend1">
              <a:extLst>
                <a:ext uri="{FF2B5EF4-FFF2-40B4-BE49-F238E27FC236}">
                  <a16:creationId xmlns:a16="http://schemas.microsoft.com/office/drawing/2014/main" id="{EA79C6A4-A5CE-4D50-AF56-0089B9D25A7A}"/>
                </a:ext>
              </a:extLst>
            </p:cNvPr>
            <p:cNvSpPr/>
            <p:nvPr/>
          </p:nvSpPr>
          <p:spPr>
            <a:xfrm>
              <a:off x="10652400" y="4344182"/>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nl-NL" sz="1400" dirty="0">
                <a:solidFill>
                  <a:schemeClr val="tx1"/>
                </a:solidFill>
              </a:endParaRPr>
            </a:p>
          </p:txBody>
        </p:sp>
        <p:sp>
          <p:nvSpPr>
            <p:cNvPr id="218" name="RectangleLegend2">
              <a:extLst>
                <a:ext uri="{FF2B5EF4-FFF2-40B4-BE49-F238E27FC236}">
                  <a16:creationId xmlns:a16="http://schemas.microsoft.com/office/drawing/2014/main" id="{57EFAC09-2BEF-425A-B3A0-E265C6948F70}"/>
                </a:ext>
              </a:extLst>
            </p:cNvPr>
            <p:cNvSpPr/>
            <p:nvPr/>
          </p:nvSpPr>
          <p:spPr>
            <a:xfrm>
              <a:off x="10652400" y="4723680"/>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nl-NL" sz="1400" dirty="0">
                <a:solidFill>
                  <a:schemeClr val="tx1"/>
                </a:solidFill>
              </a:endParaRPr>
            </a:p>
          </p:txBody>
        </p:sp>
        <p:sp>
          <p:nvSpPr>
            <p:cNvPr id="219" name="RectangleLegend3">
              <a:extLst>
                <a:ext uri="{FF2B5EF4-FFF2-40B4-BE49-F238E27FC236}">
                  <a16:creationId xmlns:a16="http://schemas.microsoft.com/office/drawing/2014/main" id="{06A0F010-53BA-4B4C-A05F-C7E741338F86}"/>
                </a:ext>
              </a:extLst>
            </p:cNvPr>
            <p:cNvSpPr/>
            <p:nvPr/>
          </p:nvSpPr>
          <p:spPr>
            <a:xfrm>
              <a:off x="10652400" y="5097276"/>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nl-NL" sz="1400" dirty="0">
                <a:solidFill>
                  <a:schemeClr val="tx1"/>
                </a:solidFill>
              </a:endParaRPr>
            </a:p>
          </p:txBody>
        </p:sp>
        <p:sp>
          <p:nvSpPr>
            <p:cNvPr id="220" name="RectangleLegend4">
              <a:extLst>
                <a:ext uri="{FF2B5EF4-FFF2-40B4-BE49-F238E27FC236}">
                  <a16:creationId xmlns:a16="http://schemas.microsoft.com/office/drawing/2014/main" id="{E497A7E4-F312-4193-9B66-C31AB15828FC}"/>
                </a:ext>
              </a:extLst>
            </p:cNvPr>
            <p:cNvSpPr/>
            <p:nvPr/>
          </p:nvSpPr>
          <p:spPr>
            <a:xfrm>
              <a:off x="10652400" y="5470872"/>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nl-NL" sz="1400" dirty="0">
                <a:solidFill>
                  <a:schemeClr val="tx1"/>
                </a:solidFill>
              </a:endParaRPr>
            </a:p>
          </p:txBody>
        </p:sp>
        <p:sp>
          <p:nvSpPr>
            <p:cNvPr id="221" name="RectangleLegend5">
              <a:extLst>
                <a:ext uri="{FF2B5EF4-FFF2-40B4-BE49-F238E27FC236}">
                  <a16:creationId xmlns:a16="http://schemas.microsoft.com/office/drawing/2014/main" id="{110A981F-82FB-4E04-97AA-67D7FCD183D8}"/>
                </a:ext>
              </a:extLst>
            </p:cNvPr>
            <p:cNvSpPr/>
            <p:nvPr/>
          </p:nvSpPr>
          <p:spPr>
            <a:xfrm>
              <a:off x="10652400" y="5844468"/>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nl-NL" sz="1400" dirty="0">
                <a:solidFill>
                  <a:schemeClr val="tx1"/>
                </a:solidFill>
              </a:endParaRPr>
            </a:p>
          </p:txBody>
        </p:sp>
        <p:sp>
          <p:nvSpPr>
            <p:cNvPr id="222" name="Legend1">
              <a:extLst>
                <a:ext uri="{FF2B5EF4-FFF2-40B4-BE49-F238E27FC236}">
                  <a16:creationId xmlns:a16="http://schemas.microsoft.com/office/drawing/2014/main" id="{1A62AE12-10B3-4A95-BA20-4BFB80C2CF2F}"/>
                </a:ext>
              </a:extLst>
            </p:cNvPr>
            <p:cNvSpPr txBox="1"/>
            <p:nvPr/>
          </p:nvSpPr>
          <p:spPr>
            <a:xfrm>
              <a:off x="10978546" y="4322824"/>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223" name="Legend2">
              <a:extLst>
                <a:ext uri="{FF2B5EF4-FFF2-40B4-BE49-F238E27FC236}">
                  <a16:creationId xmlns:a16="http://schemas.microsoft.com/office/drawing/2014/main" id="{4FA147CC-2C69-4545-B22D-8CC1FAC50DD5}"/>
                </a:ext>
              </a:extLst>
            </p:cNvPr>
            <p:cNvSpPr txBox="1"/>
            <p:nvPr/>
          </p:nvSpPr>
          <p:spPr>
            <a:xfrm>
              <a:off x="10978546" y="4702322"/>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224" name="Legend3">
              <a:extLst>
                <a:ext uri="{FF2B5EF4-FFF2-40B4-BE49-F238E27FC236}">
                  <a16:creationId xmlns:a16="http://schemas.microsoft.com/office/drawing/2014/main" id="{7053A72F-5183-49E6-A8C2-728EFCD7BC0C}"/>
                </a:ext>
              </a:extLst>
            </p:cNvPr>
            <p:cNvSpPr txBox="1"/>
            <p:nvPr/>
          </p:nvSpPr>
          <p:spPr>
            <a:xfrm>
              <a:off x="10978546" y="5081820"/>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225" name="Legend4">
              <a:extLst>
                <a:ext uri="{FF2B5EF4-FFF2-40B4-BE49-F238E27FC236}">
                  <a16:creationId xmlns:a16="http://schemas.microsoft.com/office/drawing/2014/main" id="{88BF3A18-CBD6-4DCD-BCC7-565D64254379}"/>
                </a:ext>
              </a:extLst>
            </p:cNvPr>
            <p:cNvSpPr txBox="1"/>
            <p:nvPr/>
          </p:nvSpPr>
          <p:spPr>
            <a:xfrm>
              <a:off x="10978546" y="5453241"/>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sp>
          <p:nvSpPr>
            <p:cNvPr id="226" name="Legend5">
              <a:extLst>
                <a:ext uri="{FF2B5EF4-FFF2-40B4-BE49-F238E27FC236}">
                  <a16:creationId xmlns:a16="http://schemas.microsoft.com/office/drawing/2014/main" id="{9A896C86-EA3E-4AB5-B9DB-16ADAF968EA3}"/>
                </a:ext>
              </a:extLst>
            </p:cNvPr>
            <p:cNvSpPr txBox="1"/>
            <p:nvPr/>
          </p:nvSpPr>
          <p:spPr>
            <a:xfrm>
              <a:off x="10978545" y="5824662"/>
              <a:ext cx="614079" cy="215444"/>
            </a:xfrm>
            <a:prstGeom prst="rect">
              <a:avLst/>
            </a:prstGeom>
            <a:noFill/>
            <a:ln>
              <a:noFill/>
              <a:miter lim="800000"/>
            </a:ln>
          </p:spPr>
          <p:txBody>
            <a:bodyPr wrap="none" lIns="0" tIns="0" rIns="0" bIns="0" rtlCol="0" anchor="ctr" anchorCtr="0">
              <a:spAutoFit/>
            </a:bodyPr>
            <a:lstStyle/>
            <a:p>
              <a:pPr rtl="0">
                <a:spcAft>
                  <a:spcPts val="600"/>
                </a:spcAft>
              </a:pPr>
              <a:r>
                <a:rPr lang="nl-NL" sz="1400" dirty="0"/>
                <a:t>Legenda</a:t>
              </a:r>
            </a:p>
          </p:txBody>
        </p:sp>
      </p:grpSp>
      <p:sp>
        <p:nvSpPr>
          <p:cNvPr id="169" name="ACET" hidden="1">
            <a:extLst>
              <a:ext uri="{FF2B5EF4-FFF2-40B4-BE49-F238E27FC236}">
                <a16:creationId xmlns:a16="http://schemas.microsoft.com/office/drawing/2014/main" id="{62CF7362-20CB-4908-AFFE-D4E2B9A5DF3B}"/>
              </a:ext>
            </a:extLst>
          </p:cNvPr>
          <p:cNvSpPr txBox="1"/>
          <p:nvPr userDrawn="1">
            <p:custDataLst>
              <p:tags r:id="rId22"/>
            </p:custDataLst>
          </p:nvPr>
        </p:nvSpPr>
        <p:spPr>
          <a:xfrm>
            <a:off x="554736" y="2171700"/>
            <a:ext cx="3049253" cy="461665"/>
          </a:xfrm>
          <a:prstGeom prst="rect">
            <a:avLst/>
          </a:prstGeom>
        </p:spPr>
        <p:txBody>
          <a:bodyPr vert="horz" wrap="square" lIns="0" tIns="0" rIns="0" bIns="0" rtlCol="0">
            <a:spAutoFit/>
          </a:bodyPr>
          <a:lstStyle>
            <a:defPPr>
              <a:defRPr lang="en-US"/>
            </a:defPPr>
            <a:lvl1pPr lvl="0" indent="0">
              <a:lnSpc>
                <a:spcPct val="100000"/>
              </a:lnSpc>
              <a:spcBef>
                <a:spcPts val="0"/>
              </a:spcBef>
              <a:spcAft>
                <a:spcPts val="600"/>
              </a:spcAft>
              <a:buFont typeface="Segoe UI" panose="020B0502040204020203" pitchFamily="34" charset="0"/>
              <a:buChar char="​"/>
              <a:defRPr sz="1600" b="1">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sz="1600"/>
            </a:lvl2pPr>
            <a:lvl3pPr marL="442913" lvl="2" indent="-214313">
              <a:lnSpc>
                <a:spcPct val="100000"/>
              </a:lnSpc>
              <a:spcBef>
                <a:spcPts val="0"/>
              </a:spcBef>
              <a:spcAft>
                <a:spcPts val="300"/>
              </a:spcAft>
              <a:buSzPct val="110000"/>
              <a:buFont typeface="Arial" panose="020B0604020202020204" pitchFamily="34" charset="0"/>
              <a:buChar char="‒"/>
              <a:defRPr sz="1600"/>
            </a:lvl3pPr>
            <a:lvl4pPr marL="598488" lvl="3" indent="-152400">
              <a:lnSpc>
                <a:spcPct val="100000"/>
              </a:lnSpc>
              <a:spcBef>
                <a:spcPts val="0"/>
              </a:spcBef>
              <a:spcAft>
                <a:spcPts val="300"/>
              </a:spcAft>
              <a:buFont typeface="Arial" panose="020B0604020202020204" pitchFamily="34" charset="0"/>
              <a:buChar char="•"/>
              <a:defRPr sz="1600"/>
            </a:lvl4pPr>
            <a:lvl5pPr marL="817563" lvl="4" indent="-147638">
              <a:lnSpc>
                <a:spcPct val="100000"/>
              </a:lnSpc>
              <a:spcBef>
                <a:spcPts val="0"/>
              </a:spcBef>
              <a:spcAft>
                <a:spcPts val="300"/>
              </a:spcAft>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nl-NL" dirty="0"/>
              <a:t>Titel</a:t>
            </a:r>
            <a:br>
              <a:rPr lang="nl-NL" dirty="0"/>
            </a:br>
            <a:r>
              <a:rPr lang="nl-NL" sz="1400" b="0" dirty="0"/>
              <a:t>Meeteenheid</a:t>
            </a:r>
          </a:p>
        </p:txBody>
      </p:sp>
      <p:sp>
        <p:nvSpPr>
          <p:cNvPr id="148" name="LOGO">
            <a:extLst>
              <a:ext uri="{FF2B5EF4-FFF2-40B4-BE49-F238E27FC236}">
                <a16:creationId xmlns:a16="http://schemas.microsoft.com/office/drawing/2014/main" id="{8988293B-F06A-4347-A49E-6E7AB94420D2}"/>
              </a:ext>
            </a:extLst>
          </p:cNvPr>
          <p:cNvSpPr/>
          <p:nvPr userDrawn="1"/>
        </p:nvSpPr>
        <p:spPr>
          <a:xfrm>
            <a:off x="10670998" y="6462442"/>
            <a:ext cx="1353982" cy="251179"/>
          </a:xfrm>
          <a:custGeom>
            <a:avLst/>
            <a:gdLst>
              <a:gd name="connsiteX0" fmla="*/ 1694783 w 5391150"/>
              <a:gd name="connsiteY0" fmla="*/ 439484 h 1000125"/>
              <a:gd name="connsiteX1" fmla="*/ 1694783 w 5391150"/>
              <a:gd name="connsiteY1" fmla="*/ 744474 h 1000125"/>
              <a:gd name="connsiteX2" fmla="*/ 1525715 w 5391150"/>
              <a:gd name="connsiteY2" fmla="*/ 744474 h 1000125"/>
              <a:gd name="connsiteX3" fmla="*/ 1525715 w 5391150"/>
              <a:gd name="connsiteY3" fmla="*/ 507778 h 1000125"/>
              <a:gd name="connsiteX4" fmla="*/ 1447991 w 5391150"/>
              <a:gd name="connsiteY4" fmla="*/ 385286 h 1000125"/>
              <a:gd name="connsiteX5" fmla="*/ 1343025 w 5391150"/>
              <a:gd name="connsiteY5" fmla="*/ 537972 h 1000125"/>
              <a:gd name="connsiteX6" fmla="*/ 1343025 w 5391150"/>
              <a:gd name="connsiteY6" fmla="*/ 744569 h 1000125"/>
              <a:gd name="connsiteX7" fmla="*/ 1174337 w 5391150"/>
              <a:gd name="connsiteY7" fmla="*/ 744569 h 1000125"/>
              <a:gd name="connsiteX8" fmla="*/ 1174337 w 5391150"/>
              <a:gd name="connsiteY8" fmla="*/ 44291 h 1000125"/>
              <a:gd name="connsiteX9" fmla="*/ 1307306 w 5391150"/>
              <a:gd name="connsiteY9" fmla="*/ 44291 h 1000125"/>
              <a:gd name="connsiteX10" fmla="*/ 1342930 w 5391150"/>
              <a:gd name="connsiteY10" fmla="*/ 81725 h 1000125"/>
              <a:gd name="connsiteX11" fmla="*/ 1342930 w 5391150"/>
              <a:gd name="connsiteY11" fmla="*/ 328041 h 1000125"/>
              <a:gd name="connsiteX12" fmla="*/ 1344740 w 5391150"/>
              <a:gd name="connsiteY12" fmla="*/ 328041 h 1000125"/>
              <a:gd name="connsiteX13" fmla="*/ 1507998 w 5391150"/>
              <a:gd name="connsiteY13" fmla="*/ 244793 h 1000125"/>
              <a:gd name="connsiteX14" fmla="*/ 1694783 w 5391150"/>
              <a:gd name="connsiteY14" fmla="*/ 439484 h 1000125"/>
              <a:gd name="connsiteX15" fmla="*/ 799910 w 5391150"/>
              <a:gd name="connsiteY15" fmla="*/ 504920 h 1000125"/>
              <a:gd name="connsiteX16" fmla="*/ 930402 w 5391150"/>
              <a:gd name="connsiteY16" fmla="*/ 371094 h 1000125"/>
              <a:gd name="connsiteX17" fmla="*/ 1004792 w 5391150"/>
              <a:gd name="connsiteY17" fmla="*/ 383667 h 1000125"/>
              <a:gd name="connsiteX18" fmla="*/ 1017651 w 5391150"/>
              <a:gd name="connsiteY18" fmla="*/ 388144 h 1000125"/>
              <a:gd name="connsiteX19" fmla="*/ 1019270 w 5391150"/>
              <a:gd name="connsiteY19" fmla="*/ 388144 h 1000125"/>
              <a:gd name="connsiteX20" fmla="*/ 1036225 w 5391150"/>
              <a:gd name="connsiteY20" fmla="*/ 371475 h 1000125"/>
              <a:gd name="connsiteX21" fmla="*/ 1036225 w 5391150"/>
              <a:gd name="connsiteY21" fmla="*/ 269843 h 1000125"/>
              <a:gd name="connsiteX22" fmla="*/ 910876 w 5391150"/>
              <a:gd name="connsiteY22" fmla="*/ 246412 h 1000125"/>
              <a:gd name="connsiteX23" fmla="*/ 624649 w 5391150"/>
              <a:gd name="connsiteY23" fmla="*/ 502063 h 1000125"/>
              <a:gd name="connsiteX24" fmla="*/ 910019 w 5391150"/>
              <a:gd name="connsiteY24" fmla="*/ 756952 h 1000125"/>
              <a:gd name="connsiteX25" fmla="*/ 1044988 w 5391150"/>
              <a:gd name="connsiteY25" fmla="*/ 736568 h 1000125"/>
              <a:gd name="connsiteX26" fmla="*/ 1044988 w 5391150"/>
              <a:gd name="connsiteY26" fmla="*/ 609219 h 1000125"/>
              <a:gd name="connsiteX27" fmla="*/ 939070 w 5391150"/>
              <a:gd name="connsiteY27" fmla="*/ 632746 h 1000125"/>
              <a:gd name="connsiteX28" fmla="*/ 799910 w 5391150"/>
              <a:gd name="connsiteY28" fmla="*/ 504920 h 1000125"/>
              <a:gd name="connsiteX29" fmla="*/ 2498884 w 5391150"/>
              <a:gd name="connsiteY29" fmla="*/ 244697 h 1000125"/>
              <a:gd name="connsiteX30" fmla="*/ 2325529 w 5391150"/>
              <a:gd name="connsiteY30" fmla="*/ 338423 h 1000125"/>
              <a:gd name="connsiteX31" fmla="*/ 2172653 w 5391150"/>
              <a:gd name="connsiteY31" fmla="*/ 244697 h 1000125"/>
              <a:gd name="connsiteX32" fmla="*/ 1990154 w 5391150"/>
              <a:gd name="connsiteY32" fmla="*/ 326422 h 1000125"/>
              <a:gd name="connsiteX33" fmla="*/ 1968818 w 5391150"/>
              <a:gd name="connsiteY33" fmla="*/ 338328 h 1000125"/>
              <a:gd name="connsiteX34" fmla="*/ 1951577 w 5391150"/>
              <a:gd name="connsiteY34" fmla="*/ 331565 h 1000125"/>
              <a:gd name="connsiteX35" fmla="*/ 1884426 w 5391150"/>
              <a:gd name="connsiteY35" fmla="*/ 263652 h 1000125"/>
              <a:gd name="connsiteX36" fmla="*/ 1865567 w 5391150"/>
              <a:gd name="connsiteY36" fmla="*/ 255746 h 1000125"/>
              <a:gd name="connsiteX37" fmla="*/ 1838992 w 5391150"/>
              <a:gd name="connsiteY37" fmla="*/ 282416 h 1000125"/>
              <a:gd name="connsiteX38" fmla="*/ 1838992 w 5391150"/>
              <a:gd name="connsiteY38" fmla="*/ 744474 h 1000125"/>
              <a:gd name="connsiteX39" fmla="*/ 2007870 w 5391150"/>
              <a:gd name="connsiteY39" fmla="*/ 744474 h 1000125"/>
              <a:gd name="connsiteX40" fmla="*/ 2007870 w 5391150"/>
              <a:gd name="connsiteY40" fmla="*/ 538258 h 1000125"/>
              <a:gd name="connsiteX41" fmla="*/ 2103787 w 5391150"/>
              <a:gd name="connsiteY41" fmla="*/ 385382 h 1000125"/>
              <a:gd name="connsiteX42" fmla="*/ 2170843 w 5391150"/>
              <a:gd name="connsiteY42" fmla="*/ 481965 h 1000125"/>
              <a:gd name="connsiteX43" fmla="*/ 2170843 w 5391150"/>
              <a:gd name="connsiteY43" fmla="*/ 744474 h 1000125"/>
              <a:gd name="connsiteX44" fmla="*/ 2339721 w 5391150"/>
              <a:gd name="connsiteY44" fmla="*/ 744474 h 1000125"/>
              <a:gd name="connsiteX45" fmla="*/ 2339721 w 5391150"/>
              <a:gd name="connsiteY45" fmla="*/ 538258 h 1000125"/>
              <a:gd name="connsiteX46" fmla="*/ 2435543 w 5391150"/>
              <a:gd name="connsiteY46" fmla="*/ 385382 h 1000125"/>
              <a:gd name="connsiteX47" fmla="*/ 2502884 w 5391150"/>
              <a:gd name="connsiteY47" fmla="*/ 481965 h 1000125"/>
              <a:gd name="connsiteX48" fmla="*/ 2502884 w 5391150"/>
              <a:gd name="connsiteY48" fmla="*/ 744474 h 1000125"/>
              <a:gd name="connsiteX49" fmla="*/ 2671382 w 5391150"/>
              <a:gd name="connsiteY49" fmla="*/ 744474 h 1000125"/>
              <a:gd name="connsiteX50" fmla="*/ 2671382 w 5391150"/>
              <a:gd name="connsiteY50" fmla="*/ 456819 h 1000125"/>
              <a:gd name="connsiteX51" fmla="*/ 2498884 w 5391150"/>
              <a:gd name="connsiteY51" fmla="*/ 244697 h 1000125"/>
              <a:gd name="connsiteX52" fmla="*/ 510635 w 5391150"/>
              <a:gd name="connsiteY52" fmla="*/ 296894 h 1000125"/>
              <a:gd name="connsiteX53" fmla="*/ 510635 w 5391150"/>
              <a:gd name="connsiteY53" fmla="*/ 706374 h 1000125"/>
              <a:gd name="connsiteX54" fmla="*/ 484061 w 5391150"/>
              <a:gd name="connsiteY54" fmla="*/ 732758 h 1000125"/>
              <a:gd name="connsiteX55" fmla="*/ 465487 w 5391150"/>
              <a:gd name="connsiteY55" fmla="*/ 724948 h 1000125"/>
              <a:gd name="connsiteX56" fmla="*/ 440246 w 5391150"/>
              <a:gd name="connsiteY56" fmla="*/ 699516 h 1000125"/>
              <a:gd name="connsiteX57" fmla="*/ 421958 w 5391150"/>
              <a:gd name="connsiteY57" fmla="*/ 691706 h 1000125"/>
              <a:gd name="connsiteX58" fmla="*/ 404527 w 5391150"/>
              <a:gd name="connsiteY58" fmla="*/ 698659 h 1000125"/>
              <a:gd name="connsiteX59" fmla="*/ 255270 w 5391150"/>
              <a:gd name="connsiteY59" fmla="*/ 756761 h 1000125"/>
              <a:gd name="connsiteX60" fmla="*/ 0 w 5391150"/>
              <a:gd name="connsiteY60" fmla="*/ 501491 h 1000125"/>
              <a:gd name="connsiteX61" fmla="*/ 255270 w 5391150"/>
              <a:gd name="connsiteY61" fmla="*/ 246317 h 1000125"/>
              <a:gd name="connsiteX62" fmla="*/ 404527 w 5391150"/>
              <a:gd name="connsiteY62" fmla="*/ 304419 h 1000125"/>
              <a:gd name="connsiteX63" fmla="*/ 421958 w 5391150"/>
              <a:gd name="connsiteY63" fmla="*/ 311468 h 1000125"/>
              <a:gd name="connsiteX64" fmla="*/ 440246 w 5391150"/>
              <a:gd name="connsiteY64" fmla="*/ 303752 h 1000125"/>
              <a:gd name="connsiteX65" fmla="*/ 465487 w 5391150"/>
              <a:gd name="connsiteY65" fmla="*/ 278130 h 1000125"/>
              <a:gd name="connsiteX66" fmla="*/ 484061 w 5391150"/>
              <a:gd name="connsiteY66" fmla="*/ 270415 h 1000125"/>
              <a:gd name="connsiteX67" fmla="*/ 510635 w 5391150"/>
              <a:gd name="connsiteY67" fmla="*/ 296894 h 1000125"/>
              <a:gd name="connsiteX68" fmla="*/ 370904 w 5391150"/>
              <a:gd name="connsiteY68" fmla="*/ 501587 h 1000125"/>
              <a:gd name="connsiteX69" fmla="*/ 262604 w 5391150"/>
              <a:gd name="connsiteY69" fmla="*/ 386810 h 1000125"/>
              <a:gd name="connsiteX70" fmla="*/ 154210 w 5391150"/>
              <a:gd name="connsiteY70" fmla="*/ 501587 h 1000125"/>
              <a:gd name="connsiteX71" fmla="*/ 262604 w 5391150"/>
              <a:gd name="connsiteY71" fmla="*/ 616458 h 1000125"/>
              <a:gd name="connsiteX72" fmla="*/ 370904 w 5391150"/>
              <a:gd name="connsiteY72" fmla="*/ 501587 h 1000125"/>
              <a:gd name="connsiteX73" fmla="*/ 3912965 w 5391150"/>
              <a:gd name="connsiteY73" fmla="*/ 296894 h 1000125"/>
              <a:gd name="connsiteX74" fmla="*/ 3912965 w 5391150"/>
              <a:gd name="connsiteY74" fmla="*/ 706374 h 1000125"/>
              <a:gd name="connsiteX75" fmla="*/ 3886581 w 5391150"/>
              <a:gd name="connsiteY75" fmla="*/ 732758 h 1000125"/>
              <a:gd name="connsiteX76" fmla="*/ 3867531 w 5391150"/>
              <a:gd name="connsiteY76" fmla="*/ 724948 h 1000125"/>
              <a:gd name="connsiteX77" fmla="*/ 3842385 w 5391150"/>
              <a:gd name="connsiteY77" fmla="*/ 699516 h 1000125"/>
              <a:gd name="connsiteX78" fmla="*/ 3824288 w 5391150"/>
              <a:gd name="connsiteY78" fmla="*/ 691706 h 1000125"/>
              <a:gd name="connsiteX79" fmla="*/ 3806762 w 5391150"/>
              <a:gd name="connsiteY79" fmla="*/ 698659 h 1000125"/>
              <a:gd name="connsiteX80" fmla="*/ 3657791 w 5391150"/>
              <a:gd name="connsiteY80" fmla="*/ 756761 h 1000125"/>
              <a:gd name="connsiteX81" fmla="*/ 3402235 w 5391150"/>
              <a:gd name="connsiteY81" fmla="*/ 501491 h 1000125"/>
              <a:gd name="connsiteX82" fmla="*/ 3657791 w 5391150"/>
              <a:gd name="connsiteY82" fmla="*/ 246317 h 1000125"/>
              <a:gd name="connsiteX83" fmla="*/ 3806762 w 5391150"/>
              <a:gd name="connsiteY83" fmla="*/ 304419 h 1000125"/>
              <a:gd name="connsiteX84" fmla="*/ 3824288 w 5391150"/>
              <a:gd name="connsiteY84" fmla="*/ 311468 h 1000125"/>
              <a:gd name="connsiteX85" fmla="*/ 3842385 w 5391150"/>
              <a:gd name="connsiteY85" fmla="*/ 303752 h 1000125"/>
              <a:gd name="connsiteX86" fmla="*/ 3867531 w 5391150"/>
              <a:gd name="connsiteY86" fmla="*/ 278130 h 1000125"/>
              <a:gd name="connsiteX87" fmla="*/ 3886581 w 5391150"/>
              <a:gd name="connsiteY87" fmla="*/ 270415 h 1000125"/>
              <a:gd name="connsiteX88" fmla="*/ 3912965 w 5391150"/>
              <a:gd name="connsiteY88" fmla="*/ 296894 h 1000125"/>
              <a:gd name="connsiteX89" fmla="*/ 3773234 w 5391150"/>
              <a:gd name="connsiteY89" fmla="*/ 501587 h 1000125"/>
              <a:gd name="connsiteX90" fmla="*/ 3665125 w 5391150"/>
              <a:gd name="connsiteY90" fmla="*/ 386810 h 1000125"/>
              <a:gd name="connsiteX91" fmla="*/ 3556635 w 5391150"/>
              <a:gd name="connsiteY91" fmla="*/ 501587 h 1000125"/>
              <a:gd name="connsiteX92" fmla="*/ 3665125 w 5391150"/>
              <a:gd name="connsiteY92" fmla="*/ 616458 h 1000125"/>
              <a:gd name="connsiteX93" fmla="*/ 3773234 w 5391150"/>
              <a:gd name="connsiteY93" fmla="*/ 501587 h 1000125"/>
              <a:gd name="connsiteX94" fmla="*/ 3298222 w 5391150"/>
              <a:gd name="connsiteY94" fmla="*/ 520351 h 1000125"/>
              <a:gd name="connsiteX95" fmla="*/ 3298222 w 5391150"/>
              <a:gd name="connsiteY95" fmla="*/ 551688 h 1000125"/>
              <a:gd name="connsiteX96" fmla="*/ 2963227 w 5391150"/>
              <a:gd name="connsiteY96" fmla="*/ 551688 h 1000125"/>
              <a:gd name="connsiteX97" fmla="*/ 3105817 w 5391150"/>
              <a:gd name="connsiteY97" fmla="*/ 644747 h 1000125"/>
              <a:gd name="connsiteX98" fmla="*/ 3254312 w 5391150"/>
              <a:gd name="connsiteY98" fmla="*/ 607314 h 1000125"/>
              <a:gd name="connsiteX99" fmla="*/ 3254312 w 5391150"/>
              <a:gd name="connsiteY99" fmla="*/ 726091 h 1000125"/>
              <a:gd name="connsiteX100" fmla="*/ 3075908 w 5391150"/>
              <a:gd name="connsiteY100" fmla="*/ 756952 h 1000125"/>
              <a:gd name="connsiteX101" fmla="*/ 2793778 w 5391150"/>
              <a:gd name="connsiteY101" fmla="*/ 501682 h 1000125"/>
              <a:gd name="connsiteX102" fmla="*/ 3053429 w 5391150"/>
              <a:gd name="connsiteY102" fmla="*/ 246507 h 1000125"/>
              <a:gd name="connsiteX103" fmla="*/ 3298222 w 5391150"/>
              <a:gd name="connsiteY103" fmla="*/ 520351 h 1000125"/>
              <a:gd name="connsiteX104" fmla="*/ 3142869 w 5391150"/>
              <a:gd name="connsiteY104" fmla="*/ 435102 h 1000125"/>
              <a:gd name="connsiteX105" fmla="*/ 3050762 w 5391150"/>
              <a:gd name="connsiteY105" fmla="*/ 352997 h 1000125"/>
              <a:gd name="connsiteX106" fmla="*/ 2960084 w 5391150"/>
              <a:gd name="connsiteY106" fmla="*/ 436055 h 1000125"/>
              <a:gd name="connsiteX107" fmla="*/ 2977229 w 5391150"/>
              <a:gd name="connsiteY107" fmla="*/ 456343 h 1000125"/>
              <a:gd name="connsiteX108" fmla="*/ 3125534 w 5391150"/>
              <a:gd name="connsiteY108" fmla="*/ 456343 h 1000125"/>
              <a:gd name="connsiteX109" fmla="*/ 3142869 w 5391150"/>
              <a:gd name="connsiteY109" fmla="*/ 435102 h 1000125"/>
              <a:gd name="connsiteX110" fmla="*/ 4898422 w 5391150"/>
              <a:gd name="connsiteY110" fmla="*/ 0 h 1000125"/>
              <a:gd name="connsiteX111" fmla="*/ 4579620 w 5391150"/>
              <a:gd name="connsiteY111" fmla="*/ 114491 h 1000125"/>
              <a:gd name="connsiteX112" fmla="*/ 4545426 w 5391150"/>
              <a:gd name="connsiteY112" fmla="*/ 127826 h 1000125"/>
              <a:gd name="connsiteX113" fmla="*/ 4510088 w 5391150"/>
              <a:gd name="connsiteY113" fmla="*/ 113157 h 1000125"/>
              <a:gd name="connsiteX114" fmla="*/ 4453890 w 5391150"/>
              <a:gd name="connsiteY114" fmla="*/ 57245 h 1000125"/>
              <a:gd name="connsiteX115" fmla="*/ 4430078 w 5391150"/>
              <a:gd name="connsiteY115" fmla="*/ 47530 h 1000125"/>
              <a:gd name="connsiteX116" fmla="*/ 4396835 w 5391150"/>
              <a:gd name="connsiteY116" fmla="*/ 81248 h 1000125"/>
              <a:gd name="connsiteX117" fmla="*/ 4396835 w 5391150"/>
              <a:gd name="connsiteY117" fmla="*/ 922020 h 1000125"/>
              <a:gd name="connsiteX118" fmla="*/ 4430078 w 5391150"/>
              <a:gd name="connsiteY118" fmla="*/ 955738 h 1000125"/>
              <a:gd name="connsiteX119" fmla="*/ 4453890 w 5391150"/>
              <a:gd name="connsiteY119" fmla="*/ 946023 h 1000125"/>
              <a:gd name="connsiteX120" fmla="*/ 4510088 w 5391150"/>
              <a:gd name="connsiteY120" fmla="*/ 890111 h 1000125"/>
              <a:gd name="connsiteX121" fmla="*/ 4545426 w 5391150"/>
              <a:gd name="connsiteY121" fmla="*/ 875443 h 1000125"/>
              <a:gd name="connsiteX122" fmla="*/ 4579620 w 5391150"/>
              <a:gd name="connsiteY122" fmla="*/ 888778 h 1000125"/>
              <a:gd name="connsiteX123" fmla="*/ 4898422 w 5391150"/>
              <a:gd name="connsiteY123" fmla="*/ 1003268 h 1000125"/>
              <a:gd name="connsiteX124" fmla="*/ 5399913 w 5391150"/>
              <a:gd name="connsiteY124" fmla="*/ 501682 h 1000125"/>
              <a:gd name="connsiteX125" fmla="*/ 4898422 w 5391150"/>
              <a:gd name="connsiteY125" fmla="*/ 0 h 1000125"/>
              <a:gd name="connsiteX126" fmla="*/ 4882706 w 5391150"/>
              <a:gd name="connsiteY126" fmla="*/ 191262 h 1000125"/>
              <a:gd name="connsiteX127" fmla="*/ 5080254 w 5391150"/>
              <a:gd name="connsiteY127" fmla="*/ 261938 h 1000125"/>
              <a:gd name="connsiteX128" fmla="*/ 5101019 w 5391150"/>
              <a:gd name="connsiteY128" fmla="*/ 270224 h 1000125"/>
              <a:gd name="connsiteX129" fmla="*/ 5123021 w 5391150"/>
              <a:gd name="connsiteY129" fmla="*/ 261271 h 1000125"/>
              <a:gd name="connsiteX130" fmla="*/ 5157883 w 5391150"/>
              <a:gd name="connsiteY130" fmla="*/ 226600 h 1000125"/>
              <a:gd name="connsiteX131" fmla="*/ 5172171 w 5391150"/>
              <a:gd name="connsiteY131" fmla="*/ 220599 h 1000125"/>
              <a:gd name="connsiteX132" fmla="*/ 5193221 w 5391150"/>
              <a:gd name="connsiteY132" fmla="*/ 241364 h 1000125"/>
              <a:gd name="connsiteX133" fmla="*/ 5193221 w 5391150"/>
              <a:gd name="connsiteY133" fmla="*/ 761810 h 1000125"/>
              <a:gd name="connsiteX134" fmla="*/ 5172171 w 5391150"/>
              <a:gd name="connsiteY134" fmla="*/ 782574 h 1000125"/>
              <a:gd name="connsiteX135" fmla="*/ 5157883 w 5391150"/>
              <a:gd name="connsiteY135" fmla="*/ 776573 h 1000125"/>
              <a:gd name="connsiteX136" fmla="*/ 5123021 w 5391150"/>
              <a:gd name="connsiteY136" fmla="*/ 741902 h 1000125"/>
              <a:gd name="connsiteX137" fmla="*/ 5101019 w 5391150"/>
              <a:gd name="connsiteY137" fmla="*/ 732949 h 1000125"/>
              <a:gd name="connsiteX138" fmla="*/ 5080254 w 5391150"/>
              <a:gd name="connsiteY138" fmla="*/ 741236 h 1000125"/>
              <a:gd name="connsiteX139" fmla="*/ 4882706 w 5391150"/>
              <a:gd name="connsiteY139" fmla="*/ 811911 h 1000125"/>
              <a:gd name="connsiteX140" fmla="*/ 4572667 w 5391150"/>
              <a:gd name="connsiteY140" fmla="*/ 501587 h 1000125"/>
              <a:gd name="connsiteX141" fmla="*/ 4882706 w 5391150"/>
              <a:gd name="connsiteY141" fmla="*/ 191262 h 1000125"/>
              <a:gd name="connsiteX142" fmla="*/ 4890612 w 5391150"/>
              <a:gd name="connsiteY142" fmla="*/ 635508 h 1000125"/>
              <a:gd name="connsiteX143" fmla="*/ 5016627 w 5391150"/>
              <a:gd name="connsiteY143" fmla="*/ 501682 h 1000125"/>
              <a:gd name="connsiteX144" fmla="*/ 4890612 w 5391150"/>
              <a:gd name="connsiteY144" fmla="*/ 367856 h 1000125"/>
              <a:gd name="connsiteX145" fmla="*/ 4764786 w 5391150"/>
              <a:gd name="connsiteY145" fmla="*/ 501682 h 1000125"/>
              <a:gd name="connsiteX146" fmla="*/ 4890612 w 5391150"/>
              <a:gd name="connsiteY146" fmla="*/ 635508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391150" h="1000125">
                <a:moveTo>
                  <a:pt x="1694783" y="439484"/>
                </a:moveTo>
                <a:lnTo>
                  <a:pt x="1694783" y="744474"/>
                </a:lnTo>
                <a:lnTo>
                  <a:pt x="1525715" y="744474"/>
                </a:lnTo>
                <a:lnTo>
                  <a:pt x="1525715" y="507778"/>
                </a:lnTo>
                <a:cubicBezTo>
                  <a:pt x="1525715" y="416147"/>
                  <a:pt x="1494092" y="385286"/>
                  <a:pt x="1447991" y="385286"/>
                </a:cubicBezTo>
                <a:cubicBezTo>
                  <a:pt x="1378553" y="385286"/>
                  <a:pt x="1343025" y="433197"/>
                  <a:pt x="1343025" y="537972"/>
                </a:cubicBezTo>
                <a:lnTo>
                  <a:pt x="1343025" y="744569"/>
                </a:lnTo>
                <a:lnTo>
                  <a:pt x="1174337" y="744569"/>
                </a:lnTo>
                <a:lnTo>
                  <a:pt x="1174337" y="44291"/>
                </a:lnTo>
                <a:cubicBezTo>
                  <a:pt x="1174337" y="44291"/>
                  <a:pt x="1299210" y="44291"/>
                  <a:pt x="1307306" y="44291"/>
                </a:cubicBezTo>
                <a:cubicBezTo>
                  <a:pt x="1327499" y="44291"/>
                  <a:pt x="1342930" y="54197"/>
                  <a:pt x="1342930" y="81725"/>
                </a:cubicBezTo>
                <a:cubicBezTo>
                  <a:pt x="1342930" y="91154"/>
                  <a:pt x="1342930" y="328041"/>
                  <a:pt x="1342930" y="328041"/>
                </a:cubicBezTo>
                <a:lnTo>
                  <a:pt x="1344740" y="328041"/>
                </a:lnTo>
                <a:cubicBezTo>
                  <a:pt x="1381411" y="277368"/>
                  <a:pt x="1434751" y="244793"/>
                  <a:pt x="1507998" y="244793"/>
                </a:cubicBezTo>
                <a:cubicBezTo>
                  <a:pt x="1641158" y="244697"/>
                  <a:pt x="1694783" y="338138"/>
                  <a:pt x="1694783" y="439484"/>
                </a:cubicBezTo>
                <a:close/>
                <a:moveTo>
                  <a:pt x="799910" y="504920"/>
                </a:moveTo>
                <a:cubicBezTo>
                  <a:pt x="799910" y="420053"/>
                  <a:pt x="857345" y="371094"/>
                  <a:pt x="930402" y="371094"/>
                </a:cubicBezTo>
                <a:cubicBezTo>
                  <a:pt x="958787" y="371094"/>
                  <a:pt x="982409" y="374999"/>
                  <a:pt x="1004792" y="383667"/>
                </a:cubicBezTo>
                <a:cubicBezTo>
                  <a:pt x="1009936" y="385763"/>
                  <a:pt x="1013270" y="387668"/>
                  <a:pt x="1017651" y="388144"/>
                </a:cubicBezTo>
                <a:cubicBezTo>
                  <a:pt x="1018318" y="388144"/>
                  <a:pt x="1018794" y="388144"/>
                  <a:pt x="1019270" y="388144"/>
                </a:cubicBezTo>
                <a:cubicBezTo>
                  <a:pt x="1028700" y="388144"/>
                  <a:pt x="1036225" y="380619"/>
                  <a:pt x="1036225" y="371475"/>
                </a:cubicBezTo>
                <a:cubicBezTo>
                  <a:pt x="1036225" y="371189"/>
                  <a:pt x="1036225" y="269843"/>
                  <a:pt x="1036225" y="269843"/>
                </a:cubicBezTo>
                <a:cubicBezTo>
                  <a:pt x="999839" y="254032"/>
                  <a:pt x="957644" y="246412"/>
                  <a:pt x="910876" y="246412"/>
                </a:cubicBezTo>
                <a:cubicBezTo>
                  <a:pt x="748856" y="246412"/>
                  <a:pt x="624649" y="339090"/>
                  <a:pt x="624649" y="502063"/>
                </a:cubicBezTo>
                <a:cubicBezTo>
                  <a:pt x="624649" y="664274"/>
                  <a:pt x="748189" y="756952"/>
                  <a:pt x="910019" y="756952"/>
                </a:cubicBezTo>
                <a:cubicBezTo>
                  <a:pt x="953834" y="756952"/>
                  <a:pt x="1003078" y="749808"/>
                  <a:pt x="1044988" y="736568"/>
                </a:cubicBezTo>
                <a:lnTo>
                  <a:pt x="1044988" y="609219"/>
                </a:lnTo>
                <a:cubicBezTo>
                  <a:pt x="1016508" y="623983"/>
                  <a:pt x="977837" y="632746"/>
                  <a:pt x="939070" y="632746"/>
                </a:cubicBezTo>
                <a:cubicBezTo>
                  <a:pt x="865823" y="632841"/>
                  <a:pt x="799910" y="582930"/>
                  <a:pt x="799910" y="504920"/>
                </a:cubicBezTo>
                <a:close/>
                <a:moveTo>
                  <a:pt x="2498884" y="244697"/>
                </a:moveTo>
                <a:cubicBezTo>
                  <a:pt x="2429637" y="244697"/>
                  <a:pt x="2364772" y="272891"/>
                  <a:pt x="2325529" y="338423"/>
                </a:cubicBezTo>
                <a:cubicBezTo>
                  <a:pt x="2299240" y="274892"/>
                  <a:pt x="2242185" y="244697"/>
                  <a:pt x="2172653" y="244697"/>
                </a:cubicBezTo>
                <a:cubicBezTo>
                  <a:pt x="2100929" y="244697"/>
                  <a:pt x="2046923" y="269939"/>
                  <a:pt x="1990154" y="326422"/>
                </a:cubicBezTo>
                <a:cubicBezTo>
                  <a:pt x="1990154" y="326422"/>
                  <a:pt x="1979581" y="338328"/>
                  <a:pt x="1968818" y="338328"/>
                </a:cubicBezTo>
                <a:cubicBezTo>
                  <a:pt x="1962150" y="338328"/>
                  <a:pt x="1956149" y="335756"/>
                  <a:pt x="1951577" y="331565"/>
                </a:cubicBezTo>
                <a:lnTo>
                  <a:pt x="1884426" y="263652"/>
                </a:lnTo>
                <a:cubicBezTo>
                  <a:pt x="1879568" y="258890"/>
                  <a:pt x="1873091" y="255746"/>
                  <a:pt x="1865567" y="255746"/>
                </a:cubicBezTo>
                <a:cubicBezTo>
                  <a:pt x="1850708" y="255746"/>
                  <a:pt x="1838992" y="268224"/>
                  <a:pt x="1838992" y="282416"/>
                </a:cubicBezTo>
                <a:lnTo>
                  <a:pt x="1838992" y="744474"/>
                </a:lnTo>
                <a:lnTo>
                  <a:pt x="2007870" y="744474"/>
                </a:lnTo>
                <a:lnTo>
                  <a:pt x="2007870" y="538258"/>
                </a:lnTo>
                <a:cubicBezTo>
                  <a:pt x="2007870" y="433292"/>
                  <a:pt x="2043684" y="385382"/>
                  <a:pt x="2103787" y="385382"/>
                </a:cubicBezTo>
                <a:cubicBezTo>
                  <a:pt x="2151317" y="385382"/>
                  <a:pt x="2170843" y="426625"/>
                  <a:pt x="2170843" y="481965"/>
                </a:cubicBezTo>
                <a:lnTo>
                  <a:pt x="2170843" y="744474"/>
                </a:lnTo>
                <a:lnTo>
                  <a:pt x="2339721" y="744474"/>
                </a:lnTo>
                <a:lnTo>
                  <a:pt x="2339721" y="538258"/>
                </a:lnTo>
                <a:cubicBezTo>
                  <a:pt x="2339721" y="433292"/>
                  <a:pt x="2375249" y="385382"/>
                  <a:pt x="2435543" y="385382"/>
                </a:cubicBezTo>
                <a:cubicBezTo>
                  <a:pt x="2482787" y="385382"/>
                  <a:pt x="2502884" y="426625"/>
                  <a:pt x="2502884" y="481965"/>
                </a:cubicBezTo>
                <a:lnTo>
                  <a:pt x="2502884" y="744474"/>
                </a:lnTo>
                <a:lnTo>
                  <a:pt x="2671382" y="744474"/>
                </a:lnTo>
                <a:lnTo>
                  <a:pt x="2671382" y="456819"/>
                </a:lnTo>
                <a:cubicBezTo>
                  <a:pt x="2671286" y="324422"/>
                  <a:pt x="2639377" y="244697"/>
                  <a:pt x="2498884" y="244697"/>
                </a:cubicBezTo>
                <a:close/>
                <a:moveTo>
                  <a:pt x="510635" y="296894"/>
                </a:moveTo>
                <a:lnTo>
                  <a:pt x="510635" y="706374"/>
                </a:lnTo>
                <a:cubicBezTo>
                  <a:pt x="510635" y="720471"/>
                  <a:pt x="499015" y="732758"/>
                  <a:pt x="484061" y="732758"/>
                </a:cubicBezTo>
                <a:cubicBezTo>
                  <a:pt x="476441" y="732758"/>
                  <a:pt x="469868" y="729329"/>
                  <a:pt x="465487" y="724948"/>
                </a:cubicBezTo>
                <a:lnTo>
                  <a:pt x="440246" y="699516"/>
                </a:lnTo>
                <a:cubicBezTo>
                  <a:pt x="435578" y="694563"/>
                  <a:pt x="429006" y="691706"/>
                  <a:pt x="421958" y="691706"/>
                </a:cubicBezTo>
                <a:cubicBezTo>
                  <a:pt x="415100" y="691706"/>
                  <a:pt x="409289" y="694468"/>
                  <a:pt x="404527" y="698659"/>
                </a:cubicBezTo>
                <a:cubicBezTo>
                  <a:pt x="362331" y="737330"/>
                  <a:pt x="317087" y="756761"/>
                  <a:pt x="255270" y="756761"/>
                </a:cubicBezTo>
                <a:cubicBezTo>
                  <a:pt x="114014" y="756761"/>
                  <a:pt x="0" y="642461"/>
                  <a:pt x="0" y="501491"/>
                </a:cubicBezTo>
                <a:cubicBezTo>
                  <a:pt x="0" y="360617"/>
                  <a:pt x="114014" y="246317"/>
                  <a:pt x="255270" y="246317"/>
                </a:cubicBezTo>
                <a:cubicBezTo>
                  <a:pt x="317087" y="246317"/>
                  <a:pt x="362331" y="265843"/>
                  <a:pt x="404527" y="304419"/>
                </a:cubicBezTo>
                <a:cubicBezTo>
                  <a:pt x="409289" y="308705"/>
                  <a:pt x="415100" y="311468"/>
                  <a:pt x="421958" y="311468"/>
                </a:cubicBezTo>
                <a:cubicBezTo>
                  <a:pt x="429006" y="311468"/>
                  <a:pt x="435483" y="308229"/>
                  <a:pt x="440246" y="303752"/>
                </a:cubicBezTo>
                <a:lnTo>
                  <a:pt x="465487" y="278130"/>
                </a:lnTo>
                <a:cubicBezTo>
                  <a:pt x="469868" y="273558"/>
                  <a:pt x="476441" y="270415"/>
                  <a:pt x="484061" y="270415"/>
                </a:cubicBezTo>
                <a:cubicBezTo>
                  <a:pt x="499015" y="270510"/>
                  <a:pt x="510635" y="282893"/>
                  <a:pt x="510635" y="296894"/>
                </a:cubicBezTo>
                <a:close/>
                <a:moveTo>
                  <a:pt x="370904" y="501587"/>
                </a:moveTo>
                <a:cubicBezTo>
                  <a:pt x="370904" y="438150"/>
                  <a:pt x="322421" y="386810"/>
                  <a:pt x="262604" y="386810"/>
                </a:cubicBezTo>
                <a:cubicBezTo>
                  <a:pt x="202406" y="386810"/>
                  <a:pt x="154210" y="438150"/>
                  <a:pt x="154210" y="501587"/>
                </a:cubicBezTo>
                <a:cubicBezTo>
                  <a:pt x="154210" y="565118"/>
                  <a:pt x="202406" y="616458"/>
                  <a:pt x="262604" y="616458"/>
                </a:cubicBezTo>
                <a:cubicBezTo>
                  <a:pt x="322517" y="616458"/>
                  <a:pt x="370904" y="565118"/>
                  <a:pt x="370904" y="501587"/>
                </a:cubicBezTo>
                <a:close/>
                <a:moveTo>
                  <a:pt x="3912965" y="296894"/>
                </a:moveTo>
                <a:lnTo>
                  <a:pt x="3912965" y="706374"/>
                </a:lnTo>
                <a:cubicBezTo>
                  <a:pt x="3912965" y="720471"/>
                  <a:pt x="3901535" y="732758"/>
                  <a:pt x="3886581" y="732758"/>
                </a:cubicBezTo>
                <a:cubicBezTo>
                  <a:pt x="3878771" y="732758"/>
                  <a:pt x="3872008" y="729329"/>
                  <a:pt x="3867531" y="724948"/>
                </a:cubicBezTo>
                <a:lnTo>
                  <a:pt x="3842385" y="699516"/>
                </a:lnTo>
                <a:cubicBezTo>
                  <a:pt x="3837813" y="694563"/>
                  <a:pt x="3831146" y="691706"/>
                  <a:pt x="3824288" y="691706"/>
                </a:cubicBezTo>
                <a:cubicBezTo>
                  <a:pt x="3817430" y="691706"/>
                  <a:pt x="3811429" y="694468"/>
                  <a:pt x="3806762" y="698659"/>
                </a:cubicBezTo>
                <a:cubicBezTo>
                  <a:pt x="3764471" y="737330"/>
                  <a:pt x="3719227" y="756761"/>
                  <a:pt x="3657791" y="756761"/>
                </a:cubicBezTo>
                <a:cubicBezTo>
                  <a:pt x="3516154" y="756761"/>
                  <a:pt x="3402235" y="642461"/>
                  <a:pt x="3402235" y="501491"/>
                </a:cubicBezTo>
                <a:cubicBezTo>
                  <a:pt x="3402235" y="360617"/>
                  <a:pt x="3516154" y="246317"/>
                  <a:pt x="3657791" y="246317"/>
                </a:cubicBezTo>
                <a:cubicBezTo>
                  <a:pt x="3719227" y="246317"/>
                  <a:pt x="3764471" y="265843"/>
                  <a:pt x="3806762" y="304419"/>
                </a:cubicBezTo>
                <a:cubicBezTo>
                  <a:pt x="3811429" y="308705"/>
                  <a:pt x="3817430" y="311468"/>
                  <a:pt x="3824288" y="311468"/>
                </a:cubicBezTo>
                <a:cubicBezTo>
                  <a:pt x="3831146" y="311468"/>
                  <a:pt x="3837813" y="308229"/>
                  <a:pt x="3842385" y="303752"/>
                </a:cubicBezTo>
                <a:lnTo>
                  <a:pt x="3867531" y="278130"/>
                </a:lnTo>
                <a:cubicBezTo>
                  <a:pt x="3872008" y="273558"/>
                  <a:pt x="3878771" y="270415"/>
                  <a:pt x="3886581" y="270415"/>
                </a:cubicBezTo>
                <a:cubicBezTo>
                  <a:pt x="3901535" y="270510"/>
                  <a:pt x="3912965" y="282893"/>
                  <a:pt x="3912965" y="296894"/>
                </a:cubicBezTo>
                <a:close/>
                <a:moveTo>
                  <a:pt x="3773234" y="501587"/>
                </a:moveTo>
                <a:cubicBezTo>
                  <a:pt x="3773234" y="438150"/>
                  <a:pt x="3724656" y="386810"/>
                  <a:pt x="3665125" y="386810"/>
                </a:cubicBezTo>
                <a:cubicBezTo>
                  <a:pt x="3604832" y="386810"/>
                  <a:pt x="3556635" y="438150"/>
                  <a:pt x="3556635" y="501587"/>
                </a:cubicBezTo>
                <a:cubicBezTo>
                  <a:pt x="3556635" y="565118"/>
                  <a:pt x="3604927" y="616458"/>
                  <a:pt x="3665125" y="616458"/>
                </a:cubicBezTo>
                <a:cubicBezTo>
                  <a:pt x="3724751" y="616458"/>
                  <a:pt x="3773234" y="565118"/>
                  <a:pt x="3773234" y="501587"/>
                </a:cubicBezTo>
                <a:close/>
                <a:moveTo>
                  <a:pt x="3298222" y="520351"/>
                </a:moveTo>
                <a:lnTo>
                  <a:pt x="3298222" y="551688"/>
                </a:lnTo>
                <a:lnTo>
                  <a:pt x="2963227" y="551688"/>
                </a:lnTo>
                <a:cubicBezTo>
                  <a:pt x="2972657" y="619030"/>
                  <a:pt x="3024092" y="644747"/>
                  <a:pt x="3105817" y="644747"/>
                </a:cubicBezTo>
                <a:cubicBezTo>
                  <a:pt x="3151251" y="644747"/>
                  <a:pt x="3203258" y="634270"/>
                  <a:pt x="3254312" y="607314"/>
                </a:cubicBezTo>
                <a:lnTo>
                  <a:pt x="3254312" y="726091"/>
                </a:lnTo>
                <a:cubicBezTo>
                  <a:pt x="3199352" y="747808"/>
                  <a:pt x="3138297" y="756952"/>
                  <a:pt x="3075908" y="756952"/>
                </a:cubicBezTo>
                <a:cubicBezTo>
                  <a:pt x="2915698" y="756952"/>
                  <a:pt x="2793778" y="663226"/>
                  <a:pt x="2793778" y="501682"/>
                </a:cubicBezTo>
                <a:cubicBezTo>
                  <a:pt x="2793778" y="340328"/>
                  <a:pt x="2902458" y="246507"/>
                  <a:pt x="3053429" y="246507"/>
                </a:cubicBezTo>
                <a:cubicBezTo>
                  <a:pt x="3232976" y="246412"/>
                  <a:pt x="3298222" y="375285"/>
                  <a:pt x="3298222" y="520351"/>
                </a:cubicBezTo>
                <a:close/>
                <a:moveTo>
                  <a:pt x="3142869" y="435102"/>
                </a:moveTo>
                <a:cubicBezTo>
                  <a:pt x="3136868" y="388715"/>
                  <a:pt x="3109151" y="352997"/>
                  <a:pt x="3050762" y="352997"/>
                </a:cubicBezTo>
                <a:cubicBezTo>
                  <a:pt x="2997422" y="352997"/>
                  <a:pt x="2968943" y="389001"/>
                  <a:pt x="2960084" y="436055"/>
                </a:cubicBezTo>
                <a:cubicBezTo>
                  <a:pt x="2958275" y="447580"/>
                  <a:pt x="2964942" y="456343"/>
                  <a:pt x="2977229" y="456343"/>
                </a:cubicBezTo>
                <a:lnTo>
                  <a:pt x="3125534" y="456343"/>
                </a:lnTo>
                <a:cubicBezTo>
                  <a:pt x="3136487" y="456343"/>
                  <a:pt x="3144584" y="449485"/>
                  <a:pt x="3142869" y="435102"/>
                </a:cubicBezTo>
                <a:close/>
                <a:moveTo>
                  <a:pt x="4898422" y="0"/>
                </a:moveTo>
                <a:cubicBezTo>
                  <a:pt x="4777169" y="0"/>
                  <a:pt x="4662011" y="38576"/>
                  <a:pt x="4579620" y="114491"/>
                </a:cubicBezTo>
                <a:cubicBezTo>
                  <a:pt x="4570571" y="122682"/>
                  <a:pt x="4558665" y="127826"/>
                  <a:pt x="4545426" y="127826"/>
                </a:cubicBezTo>
                <a:cubicBezTo>
                  <a:pt x="4531614" y="127826"/>
                  <a:pt x="4519136" y="121920"/>
                  <a:pt x="4510088" y="113157"/>
                </a:cubicBezTo>
                <a:lnTo>
                  <a:pt x="4453890" y="57245"/>
                </a:lnTo>
                <a:cubicBezTo>
                  <a:pt x="4447699" y="51245"/>
                  <a:pt x="4439412" y="47530"/>
                  <a:pt x="4430078" y="47530"/>
                </a:cubicBezTo>
                <a:cubicBezTo>
                  <a:pt x="4411790" y="47530"/>
                  <a:pt x="4396835" y="62484"/>
                  <a:pt x="4396835" y="81248"/>
                </a:cubicBezTo>
                <a:lnTo>
                  <a:pt x="4396835" y="922020"/>
                </a:lnTo>
                <a:cubicBezTo>
                  <a:pt x="4396835" y="940689"/>
                  <a:pt x="4411790" y="955738"/>
                  <a:pt x="4430078" y="955738"/>
                </a:cubicBezTo>
                <a:cubicBezTo>
                  <a:pt x="4439317" y="955738"/>
                  <a:pt x="4447699" y="951929"/>
                  <a:pt x="4453890" y="946023"/>
                </a:cubicBezTo>
                <a:lnTo>
                  <a:pt x="4510088" y="890111"/>
                </a:lnTo>
                <a:cubicBezTo>
                  <a:pt x="4519136" y="881348"/>
                  <a:pt x="4531614" y="875443"/>
                  <a:pt x="4545426" y="875443"/>
                </a:cubicBezTo>
                <a:cubicBezTo>
                  <a:pt x="4558665" y="875443"/>
                  <a:pt x="4570571" y="880586"/>
                  <a:pt x="4579620" y="888778"/>
                </a:cubicBezTo>
                <a:cubicBezTo>
                  <a:pt x="4662107" y="964692"/>
                  <a:pt x="4777169" y="1003268"/>
                  <a:pt x="4898422" y="1003268"/>
                </a:cubicBezTo>
                <a:cubicBezTo>
                  <a:pt x="5175314" y="1003268"/>
                  <a:pt x="5399913" y="778669"/>
                  <a:pt x="5399913" y="501682"/>
                </a:cubicBezTo>
                <a:cubicBezTo>
                  <a:pt x="5399913" y="224600"/>
                  <a:pt x="5175314" y="0"/>
                  <a:pt x="4898422" y="0"/>
                </a:cubicBezTo>
                <a:close/>
                <a:moveTo>
                  <a:pt x="4882706" y="191262"/>
                </a:moveTo>
                <a:cubicBezTo>
                  <a:pt x="4957763" y="191262"/>
                  <a:pt x="5028914" y="214979"/>
                  <a:pt x="5080254" y="261938"/>
                </a:cubicBezTo>
                <a:cubicBezTo>
                  <a:pt x="5085779" y="267081"/>
                  <a:pt x="5092923" y="270224"/>
                  <a:pt x="5101019" y="270224"/>
                </a:cubicBezTo>
                <a:cubicBezTo>
                  <a:pt x="5109781" y="270224"/>
                  <a:pt x="5117497" y="266795"/>
                  <a:pt x="5123021" y="261271"/>
                </a:cubicBezTo>
                <a:lnTo>
                  <a:pt x="5157883" y="226600"/>
                </a:lnTo>
                <a:cubicBezTo>
                  <a:pt x="5161312" y="222980"/>
                  <a:pt x="5166741" y="220599"/>
                  <a:pt x="5172171" y="220599"/>
                </a:cubicBezTo>
                <a:cubicBezTo>
                  <a:pt x="5183791" y="220599"/>
                  <a:pt x="5193221" y="229934"/>
                  <a:pt x="5193221" y="241364"/>
                </a:cubicBezTo>
                <a:lnTo>
                  <a:pt x="5193221" y="761810"/>
                </a:lnTo>
                <a:cubicBezTo>
                  <a:pt x="5193221" y="773240"/>
                  <a:pt x="5183886" y="782574"/>
                  <a:pt x="5172171" y="782574"/>
                </a:cubicBezTo>
                <a:cubicBezTo>
                  <a:pt x="5166741" y="782574"/>
                  <a:pt x="5161312" y="780193"/>
                  <a:pt x="5157883" y="776573"/>
                </a:cubicBezTo>
                <a:lnTo>
                  <a:pt x="5123021" y="741902"/>
                </a:lnTo>
                <a:cubicBezTo>
                  <a:pt x="5117592" y="736378"/>
                  <a:pt x="5109877" y="732949"/>
                  <a:pt x="5101019" y="732949"/>
                </a:cubicBezTo>
                <a:cubicBezTo>
                  <a:pt x="5092923" y="732949"/>
                  <a:pt x="5085779" y="735997"/>
                  <a:pt x="5080254" y="741236"/>
                </a:cubicBezTo>
                <a:cubicBezTo>
                  <a:pt x="5028914" y="788194"/>
                  <a:pt x="4957763" y="811911"/>
                  <a:pt x="4882706" y="811911"/>
                </a:cubicBezTo>
                <a:cubicBezTo>
                  <a:pt x="4711542" y="811911"/>
                  <a:pt x="4572667" y="673132"/>
                  <a:pt x="4572667" y="501587"/>
                </a:cubicBezTo>
                <a:cubicBezTo>
                  <a:pt x="4572667" y="330041"/>
                  <a:pt x="4711542" y="191262"/>
                  <a:pt x="4882706" y="191262"/>
                </a:cubicBezTo>
                <a:close/>
                <a:moveTo>
                  <a:pt x="4890612" y="635508"/>
                </a:moveTo>
                <a:cubicBezTo>
                  <a:pt x="4960239" y="635508"/>
                  <a:pt x="5016627" y="575405"/>
                  <a:pt x="5016627" y="501682"/>
                </a:cubicBezTo>
                <a:cubicBezTo>
                  <a:pt x="5016627" y="427958"/>
                  <a:pt x="4960239" y="367856"/>
                  <a:pt x="4890612" y="367856"/>
                </a:cubicBezTo>
                <a:cubicBezTo>
                  <a:pt x="4820889" y="367856"/>
                  <a:pt x="4764786" y="427958"/>
                  <a:pt x="4764786" y="501682"/>
                </a:cubicBezTo>
                <a:cubicBezTo>
                  <a:pt x="4764786" y="575405"/>
                  <a:pt x="4820889" y="635508"/>
                  <a:pt x="4890612" y="635508"/>
                </a:cubicBezTo>
                <a:close/>
              </a:path>
            </a:pathLst>
          </a:custGeom>
          <a:solidFill>
            <a:srgbClr val="CC0000"/>
          </a:solidFill>
          <a:ln w="9525" cap="flat">
            <a:noFill/>
            <a:prstDash val="solid"/>
            <a:miter/>
          </a:ln>
        </p:spPr>
        <p:txBody>
          <a:bodyPr rtlCol="0" anchor="ctr"/>
          <a:lstStyle/>
          <a:p>
            <a:pPr rtl="0"/>
            <a:endParaRPr lang="nl-NL" noProof="0" dirty="0">
              <a:latin typeface="+mn-lt"/>
            </a:endParaRPr>
          </a:p>
        </p:txBody>
      </p:sp>
      <p:sp>
        <p:nvSpPr>
          <p:cNvPr id="149" name="Rechthoek 6">
            <a:extLst>
              <a:ext uri="{FF2B5EF4-FFF2-40B4-BE49-F238E27FC236}">
                <a16:creationId xmlns:a16="http://schemas.microsoft.com/office/drawing/2014/main" id="{982E6598-443D-4277-9A4C-7EB35073974B}"/>
              </a:ext>
            </a:extLst>
          </p:cNvPr>
          <p:cNvSpPr/>
          <p:nvPr userDrawn="1"/>
        </p:nvSpPr>
        <p:spPr>
          <a:xfrm>
            <a:off x="0" y="6146743"/>
            <a:ext cx="12192000" cy="36000"/>
          </a:xfrm>
          <a:prstGeom prst="rect">
            <a:avLst/>
          </a:prstGeom>
          <a:solidFill>
            <a:srgbClr val="D29FA5"/>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rtl="0"/>
            <a:endParaRPr lang="nl-NL" sz="1600" noProof="0" dirty="0"/>
          </a:p>
        </p:txBody>
      </p:sp>
      <p:sp>
        <p:nvSpPr>
          <p:cNvPr id="150" name="Tijdelijke aanduiding voor tekst 43">
            <a:extLst>
              <a:ext uri="{FF2B5EF4-FFF2-40B4-BE49-F238E27FC236}">
                <a16:creationId xmlns:a16="http://schemas.microsoft.com/office/drawing/2014/main" id="{F2BA257B-ACA0-4D11-8B3B-5631105ACC1D}"/>
              </a:ext>
            </a:extLst>
          </p:cNvPr>
          <p:cNvSpPr txBox="1">
            <a:spLocks/>
          </p:cNvSpPr>
          <p:nvPr userDrawn="1"/>
        </p:nvSpPr>
        <p:spPr>
          <a:xfrm>
            <a:off x="554736" y="0"/>
            <a:ext cx="1080000" cy="45719"/>
          </a:xfrm>
          <a:prstGeom prst="rect">
            <a:avLst/>
          </a:prstGeom>
          <a:solidFill>
            <a:schemeClr val="accent2"/>
          </a:solidFill>
        </p:spPr>
        <p:txBody>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lang="en-US" sz="100" kern="1200">
                <a:solidFill>
                  <a:schemeClr val="bg2"/>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rtl="0"/>
            <a:r>
              <a:rPr lang="nl-NL" dirty="0"/>
              <a:t> </a:t>
            </a:r>
          </a:p>
        </p:txBody>
      </p:sp>
    </p:spTree>
    <p:extLst>
      <p:ext uri="{BB962C8B-B14F-4D97-AF65-F5344CB8AC3E}">
        <p14:creationId xmlns:p14="http://schemas.microsoft.com/office/powerpoint/2010/main" val="1789996331"/>
      </p:ext>
    </p:extLst>
  </p:cSld>
  <p:clrMap bg1="lt1" tx1="dk1" bg2="lt2" tx2="dk2" accent1="accent1" accent2="accent2" accent3="accent3" accent4="accent4" accent5="accent5" accent6="accent6" hlink="hlink" folHlink="folHlink"/>
  <p:sldLayoutIdLst>
    <p:sldLayoutId id="2147483822" r:id="rId1"/>
    <p:sldLayoutId id="2147483823" r:id="rId2"/>
    <p:sldLayoutId id="2147483824" r:id="rId3"/>
    <p:sldLayoutId id="2147483825" r:id="rId4"/>
    <p:sldLayoutId id="2147483826" r:id="rId5"/>
    <p:sldLayoutId id="2147483827" r:id="rId6"/>
    <p:sldLayoutId id="2147483828" r:id="rId7"/>
    <p:sldLayoutId id="2147483829" r:id="rId8"/>
    <p:sldLayoutId id="2147483830" r:id="rId9"/>
    <p:sldLayoutId id="2147483831" r:id="rId10"/>
    <p:sldLayoutId id="2147483832" r:id="rId11"/>
    <p:sldLayoutId id="2147483833" r:id="rId12"/>
    <p:sldLayoutId id="2147483834" r:id="rId13"/>
    <p:sldLayoutId id="2147483835" r:id="rId14"/>
  </p:sldLayoutIdLst>
  <p:txStyles>
    <p:titleStyle>
      <a:lvl1pPr algn="l" defTabSz="914400" rtl="0" eaLnBrk="1" latinLnBrk="0" hangingPunct="1">
        <a:lnSpc>
          <a:spcPct val="100000"/>
        </a:lnSpc>
        <a:spcBef>
          <a:spcPct val="0"/>
        </a:spcBef>
        <a:buNone/>
        <a:defRPr lang="en-US" sz="2500" b="0" kern="1200" spc="0" baseline="0" dirty="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589.xml"/><Relationship Id="rId6" Type="http://schemas.openxmlformats.org/officeDocument/2006/relationships/image" Target="../media/image17.png"/><Relationship Id="rId5" Type="http://schemas.openxmlformats.org/officeDocument/2006/relationships/image" Target="../media/image16.emf"/><Relationship Id="rId4" Type="http://schemas.openxmlformats.org/officeDocument/2006/relationships/oleObject" Target="../embeddings/oleObject76.bin"/></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77.bin"/><Relationship Id="rId2" Type="http://schemas.openxmlformats.org/officeDocument/2006/relationships/slideLayout" Target="../slideLayouts/slideLayout24.xml"/><Relationship Id="rId1" Type="http://schemas.openxmlformats.org/officeDocument/2006/relationships/tags" Target="../tags/tag590.xml"/><Relationship Id="rId4" Type="http://schemas.openxmlformats.org/officeDocument/2006/relationships/image" Target="../media/image16.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78.bin"/><Relationship Id="rId2" Type="http://schemas.openxmlformats.org/officeDocument/2006/relationships/slideLayout" Target="../slideLayouts/slideLayout24.xml"/><Relationship Id="rId1" Type="http://schemas.openxmlformats.org/officeDocument/2006/relationships/tags" Target="../tags/tag591.xml"/><Relationship Id="rId4" Type="http://schemas.openxmlformats.org/officeDocument/2006/relationships/image" Target="../media/image16.emf"/></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79.bin"/><Relationship Id="rId13" Type="http://schemas.openxmlformats.org/officeDocument/2006/relationships/image" Target="../media/image20.svg"/><Relationship Id="rId18" Type="http://schemas.openxmlformats.org/officeDocument/2006/relationships/image" Target="../media/image25.svg"/><Relationship Id="rId3" Type="http://schemas.openxmlformats.org/officeDocument/2006/relationships/tags" Target="../tags/tag594.xml"/><Relationship Id="rId21" Type="http://schemas.openxmlformats.org/officeDocument/2006/relationships/image" Target="../media/image28.png"/><Relationship Id="rId7" Type="http://schemas.openxmlformats.org/officeDocument/2006/relationships/slideLayout" Target="../slideLayouts/slideLayout24.xml"/><Relationship Id="rId12" Type="http://schemas.openxmlformats.org/officeDocument/2006/relationships/image" Target="../media/image19.png"/><Relationship Id="rId17" Type="http://schemas.openxmlformats.org/officeDocument/2006/relationships/image" Target="../media/image24.png"/><Relationship Id="rId2" Type="http://schemas.openxmlformats.org/officeDocument/2006/relationships/tags" Target="../tags/tag59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tags" Target="../tags/tag592.xml"/><Relationship Id="rId6" Type="http://schemas.openxmlformats.org/officeDocument/2006/relationships/tags" Target="../tags/tag597.xml"/><Relationship Id="rId11" Type="http://schemas.microsoft.com/office/2007/relationships/hdphoto" Target="../media/hdphoto1.wdp"/><Relationship Id="rId24" Type="http://schemas.openxmlformats.org/officeDocument/2006/relationships/image" Target="../media/image30.png"/><Relationship Id="rId5" Type="http://schemas.openxmlformats.org/officeDocument/2006/relationships/tags" Target="../tags/tag596.xml"/><Relationship Id="rId15" Type="http://schemas.openxmlformats.org/officeDocument/2006/relationships/image" Target="../media/image22.svg"/><Relationship Id="rId23" Type="http://schemas.microsoft.com/office/2007/relationships/hdphoto" Target="../media/hdphoto2.wdp"/><Relationship Id="rId10" Type="http://schemas.openxmlformats.org/officeDocument/2006/relationships/image" Target="../media/image18.png"/><Relationship Id="rId19" Type="http://schemas.openxmlformats.org/officeDocument/2006/relationships/image" Target="../media/image26.png"/><Relationship Id="rId4" Type="http://schemas.openxmlformats.org/officeDocument/2006/relationships/tags" Target="../tags/tag595.xml"/><Relationship Id="rId9" Type="http://schemas.openxmlformats.org/officeDocument/2006/relationships/image" Target="../media/image7.emf"/><Relationship Id="rId14" Type="http://schemas.openxmlformats.org/officeDocument/2006/relationships/image" Target="../media/image21.png"/><Relationship Id="rId22" Type="http://schemas.openxmlformats.org/officeDocument/2006/relationships/image" Target="../media/image29.png"/></Relationships>
</file>

<file path=ppt/slides/_rels/slide5.xml.rels><?xml version="1.0" encoding="UTF-8" standalone="yes"?>
<Relationships xmlns="http://schemas.openxmlformats.org/package/2006/relationships"><Relationship Id="rId3" Type="http://schemas.openxmlformats.org/officeDocument/2006/relationships/tags" Target="../tags/tag600.xml"/><Relationship Id="rId7" Type="http://schemas.openxmlformats.org/officeDocument/2006/relationships/hyperlink" Target="https://www.youtube.com/watch?v=fLqzYDZAqCI" TargetMode="External"/><Relationship Id="rId2" Type="http://schemas.openxmlformats.org/officeDocument/2006/relationships/tags" Target="../tags/tag599.xml"/><Relationship Id="rId1" Type="http://schemas.openxmlformats.org/officeDocument/2006/relationships/tags" Target="../tags/tag598.xml"/><Relationship Id="rId6" Type="http://schemas.openxmlformats.org/officeDocument/2006/relationships/image" Target="../media/image16.emf"/><Relationship Id="rId5" Type="http://schemas.openxmlformats.org/officeDocument/2006/relationships/oleObject" Target="../embeddings/oleObject80.bin"/><Relationship Id="rId4" Type="http://schemas.openxmlformats.org/officeDocument/2006/relationships/slideLayout" Target="../slideLayouts/slideLayout31.xml"/></Relationships>
</file>

<file path=ppt/slides/_rels/slide6.xml.rels><?xml version="1.0" encoding="UTF-8" standalone="yes"?>
<Relationships xmlns="http://schemas.openxmlformats.org/package/2006/relationships"><Relationship Id="rId3" Type="http://schemas.openxmlformats.org/officeDocument/2006/relationships/tags" Target="../tags/tag603.xml"/><Relationship Id="rId7" Type="http://schemas.openxmlformats.org/officeDocument/2006/relationships/image" Target="../media/image16.emf"/><Relationship Id="rId2" Type="http://schemas.openxmlformats.org/officeDocument/2006/relationships/tags" Target="../tags/tag602.xml"/><Relationship Id="rId1" Type="http://schemas.openxmlformats.org/officeDocument/2006/relationships/tags" Target="../tags/tag601.xml"/><Relationship Id="rId6" Type="http://schemas.openxmlformats.org/officeDocument/2006/relationships/oleObject" Target="../embeddings/oleObject81.bin"/><Relationship Id="rId5" Type="http://schemas.openxmlformats.org/officeDocument/2006/relationships/notesSlide" Target="../notesSlides/notesSlide2.xml"/><Relationship Id="rId4" Type="http://schemas.openxmlformats.org/officeDocument/2006/relationships/slideLayout" Target="../slideLayouts/slideLayout31.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82.bin"/><Relationship Id="rId2" Type="http://schemas.openxmlformats.org/officeDocument/2006/relationships/slideLayout" Target="../slideLayouts/slideLayout36.xml"/><Relationship Id="rId1" Type="http://schemas.openxmlformats.org/officeDocument/2006/relationships/tags" Target="../tags/tag604.xml"/><Relationship Id="rId4" Type="http://schemas.openxmlformats.org/officeDocument/2006/relationships/image" Target="../media/image1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A15BEAD7-F045-4F94-94C2-E07BB8E7DEBD}"/>
              </a:ext>
            </a:extLst>
          </p:cNvPr>
          <p:cNvGraphicFramePr>
            <a:graphicFrameLocks noChangeAspect="1"/>
          </p:cNvGraphicFramePr>
          <p:nvPr>
            <p:custDataLst>
              <p:tags r:id="rId1"/>
            </p:custDataLst>
            <p:extLst>
              <p:ext uri="{D42A27DB-BD31-4B8C-83A1-F6EECF244321}">
                <p14:modId xmlns:p14="http://schemas.microsoft.com/office/powerpoint/2010/main" val="24644983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10" name="Object 9" hidden="1">
                        <a:extLst>
                          <a:ext uri="{FF2B5EF4-FFF2-40B4-BE49-F238E27FC236}">
                            <a16:creationId xmlns:a16="http://schemas.microsoft.com/office/drawing/2014/main" id="{A15BEAD7-F045-4F94-94C2-E07BB8E7DEB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0" name="Tijdelijke aanduiding voor tekst 9">
            <a:extLst>
              <a:ext uri="{FF2B5EF4-FFF2-40B4-BE49-F238E27FC236}">
                <a16:creationId xmlns:a16="http://schemas.microsoft.com/office/drawing/2014/main" id="{F5C22F9A-AED5-4B65-8DEC-5B7E517367F9}"/>
              </a:ext>
            </a:extLst>
          </p:cNvPr>
          <p:cNvSpPr>
            <a:spLocks noGrp="1"/>
          </p:cNvSpPr>
          <p:nvPr>
            <p:ph type="body" sz="quarter" idx="15"/>
          </p:nvPr>
        </p:nvSpPr>
        <p:spPr/>
        <p:txBody>
          <a:bodyPr/>
          <a:lstStyle/>
          <a:p>
            <a:r>
              <a:rPr lang="nl-NL" dirty="0"/>
              <a:t> </a:t>
            </a:r>
          </a:p>
        </p:txBody>
      </p:sp>
      <p:sp>
        <p:nvSpPr>
          <p:cNvPr id="18" name="Vul hier de naam van je bedrijfsonderdeel in">
            <a:extLst>
              <a:ext uri="{FF2B5EF4-FFF2-40B4-BE49-F238E27FC236}">
                <a16:creationId xmlns:a16="http://schemas.microsoft.com/office/drawing/2014/main" id="{F2584A57-8AF0-4702-9103-D9981A3AEA63}"/>
              </a:ext>
            </a:extLst>
          </p:cNvPr>
          <p:cNvSpPr>
            <a:spLocks noGrp="1"/>
          </p:cNvSpPr>
          <p:nvPr>
            <p:ph type="body" sz="quarter" idx="16"/>
          </p:nvPr>
        </p:nvSpPr>
        <p:spPr>
          <a:xfrm>
            <a:off x="5493818" y="4285399"/>
            <a:ext cx="1204368" cy="421928"/>
          </a:xfrm>
        </p:spPr>
        <p:txBody>
          <a:bodyPr/>
          <a:lstStyle/>
          <a:p>
            <a:r>
              <a:rPr lang="nl-NL" dirty="0"/>
              <a:t>Achmea HR</a:t>
            </a:r>
          </a:p>
        </p:txBody>
      </p:sp>
      <p:sp>
        <p:nvSpPr>
          <p:cNvPr id="3" name="Tijdelijke aanduiding voor dianummer 5">
            <a:extLst>
              <a:ext uri="{FF2B5EF4-FFF2-40B4-BE49-F238E27FC236}">
                <a16:creationId xmlns:a16="http://schemas.microsoft.com/office/drawing/2014/main" id="{5017FFFF-25D7-4EBF-BF9C-BB8B1B5700F0}"/>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7B5DC5B-6873-43DB-ADC7-B15ACCE0DFDB}" type="slidenum">
              <a:rPr kumimoji="0" lang="nl-NL" sz="1200" b="0" i="0" u="none" strike="noStrike" kern="1200" cap="none" spc="0" normalizeH="0" baseline="0" noProof="0" smtClean="0">
                <a:ln>
                  <a:noFill/>
                </a:ln>
                <a:solidFill>
                  <a:srgbClr val="828282"/>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a:t>
            </a:fld>
            <a:endParaRPr kumimoji="0" lang="nl-NL" sz="1200" b="0" i="0" u="none" strike="noStrike" kern="1200" cap="none" spc="0" normalizeH="0" baseline="0" noProof="0" dirty="0">
              <a:ln>
                <a:noFill/>
              </a:ln>
              <a:solidFill>
                <a:srgbClr val="828282"/>
              </a:solidFill>
              <a:effectLst/>
              <a:uLnTx/>
              <a:uFillTx/>
              <a:latin typeface="Calibri"/>
              <a:ea typeface="+mn-ea"/>
              <a:cs typeface="+mn-cs"/>
            </a:endParaRPr>
          </a:p>
        </p:txBody>
      </p:sp>
      <p:sp>
        <p:nvSpPr>
          <p:cNvPr id="4" name="Tijdelijke aanduiding voor tekst 9">
            <a:extLst>
              <a:ext uri="{FF2B5EF4-FFF2-40B4-BE49-F238E27FC236}">
                <a16:creationId xmlns:a16="http://schemas.microsoft.com/office/drawing/2014/main" id="{3167CEC3-5C4E-400B-88AE-896AC69C3923}"/>
              </a:ext>
            </a:extLst>
          </p:cNvPr>
          <p:cNvSpPr>
            <a:spLocks noGrp="1"/>
          </p:cNvSpPr>
          <p:nvPr>
            <p:ph type="body" sz="quarter" idx="17"/>
          </p:nvPr>
        </p:nvSpPr>
        <p:spPr/>
        <p:txBody>
          <a:bodyPr/>
          <a:lstStyle/>
          <a:p>
            <a:r>
              <a:rPr lang="nl-NL" dirty="0"/>
              <a:t> </a:t>
            </a:r>
          </a:p>
        </p:txBody>
      </p:sp>
      <p:sp>
        <p:nvSpPr>
          <p:cNvPr id="2" name="Tijdelijke aanduiding voor voettekst 4">
            <a:extLst>
              <a:ext uri="{FF2B5EF4-FFF2-40B4-BE49-F238E27FC236}">
                <a16:creationId xmlns:a16="http://schemas.microsoft.com/office/drawing/2014/main" id="{BC1EA0EE-D61A-4EA8-8F38-7CF20E7291E7}"/>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nl-NL" sz="1050" b="0" i="0" u="none" strike="noStrike" kern="1200" cap="none" spc="0" normalizeH="0" baseline="0" noProof="0" dirty="0">
                <a:ln>
                  <a:noFill/>
                </a:ln>
                <a:solidFill>
                  <a:srgbClr val="000000"/>
                </a:solidFill>
                <a:effectLst/>
                <a:uLnTx/>
                <a:uFillTx/>
                <a:latin typeface="Calibri"/>
                <a:ea typeface="+mn-ea"/>
                <a:cs typeface="+mn-cs"/>
              </a:rPr>
              <a:t>Achmea HR</a:t>
            </a:r>
          </a:p>
        </p:txBody>
      </p:sp>
      <p:pic>
        <p:nvPicPr>
          <p:cNvPr id="6" name="Afbeelding 5">
            <a:extLst>
              <a:ext uri="{FF2B5EF4-FFF2-40B4-BE49-F238E27FC236}">
                <a16:creationId xmlns:a16="http://schemas.microsoft.com/office/drawing/2014/main" id="{B7D6B54D-511F-D8E7-D8A7-206A2AC7028E}"/>
              </a:ext>
            </a:extLst>
          </p:cNvPr>
          <p:cNvPicPr>
            <a:picLocks noChangeAspect="1"/>
          </p:cNvPicPr>
          <p:nvPr/>
        </p:nvPicPr>
        <p:blipFill>
          <a:blip r:embed="rId6"/>
          <a:stretch>
            <a:fillRect/>
          </a:stretch>
        </p:blipFill>
        <p:spPr>
          <a:xfrm>
            <a:off x="1040675" y="1"/>
            <a:ext cx="10236926" cy="5323202"/>
          </a:xfrm>
          <a:prstGeom prst="rect">
            <a:avLst/>
          </a:prstGeom>
        </p:spPr>
      </p:pic>
      <p:sp>
        <p:nvSpPr>
          <p:cNvPr id="8" name="Titel van de presentatie van maximaal 1 regel">
            <a:extLst>
              <a:ext uri="{FF2B5EF4-FFF2-40B4-BE49-F238E27FC236}">
                <a16:creationId xmlns:a16="http://schemas.microsoft.com/office/drawing/2014/main" id="{DA1FE709-6139-36E1-D9ED-D65EAD75E194}"/>
              </a:ext>
            </a:extLst>
          </p:cNvPr>
          <p:cNvSpPr txBox="1">
            <a:spLocks/>
          </p:cNvSpPr>
          <p:nvPr/>
        </p:nvSpPr>
        <p:spPr>
          <a:xfrm>
            <a:off x="1232415" y="5468117"/>
            <a:ext cx="10031970" cy="477864"/>
          </a:xfrm>
          <a:prstGeom prst="rect">
            <a:avLst/>
          </a:prstGeom>
        </p:spPr>
        <p:txBody>
          <a:bodyPr vert="horz" lIns="36000" tIns="0" rIns="0" bIns="0" rtlCol="0" anchor="b">
            <a:noAutofit/>
          </a:bodyPr>
          <a:lstStyle>
            <a:lvl1pPr algn="ctr" defTabSz="914400" rtl="0" eaLnBrk="1" latinLnBrk="0" hangingPunct="1">
              <a:lnSpc>
                <a:spcPct val="80000"/>
              </a:lnSpc>
              <a:spcBef>
                <a:spcPct val="0"/>
              </a:spcBef>
              <a:buNone/>
              <a:defRPr sz="4000" b="0" kern="1200">
                <a:solidFill>
                  <a:schemeClr val="tx1"/>
                </a:solidFill>
                <a:latin typeface="+mn-lt"/>
                <a:ea typeface="+mj-ea"/>
                <a:cs typeface="+mj-cs"/>
              </a:defRPr>
            </a:lvl1pPr>
          </a:lstStyle>
          <a:p>
            <a:pPr marL="0" marR="0" lvl="0" indent="0" algn="ctr" defTabSz="914400" rtl="0" eaLnBrk="1" fontAlgn="auto" latinLnBrk="0" hangingPunct="1">
              <a:lnSpc>
                <a:spcPct val="80000"/>
              </a:lnSpc>
              <a:spcBef>
                <a:spcPct val="0"/>
              </a:spcBef>
              <a:spcAft>
                <a:spcPts val="0"/>
              </a:spcAft>
              <a:buClrTx/>
              <a:buSzTx/>
              <a:buFontTx/>
              <a:buNone/>
              <a:tabLst/>
              <a:defRPr/>
            </a:pPr>
            <a:r>
              <a:rPr kumimoji="0" lang="nl-NL" sz="3600" b="1" i="0" u="none" strike="noStrike" kern="1200" cap="none" spc="0" normalizeH="0" baseline="0" noProof="0" dirty="0">
                <a:ln>
                  <a:noFill/>
                </a:ln>
                <a:solidFill>
                  <a:srgbClr val="000000"/>
                </a:solidFill>
                <a:effectLst/>
                <a:uLnTx/>
                <a:uFillTx/>
                <a:latin typeface="Calibri"/>
                <a:ea typeface="+mj-ea"/>
                <a:cs typeface="+mj-cs"/>
              </a:rPr>
              <a:t>Van ‘Good’ naar ‘Great’ als leiders van Achmea</a:t>
            </a:r>
          </a:p>
        </p:txBody>
      </p:sp>
      <p:sp>
        <p:nvSpPr>
          <p:cNvPr id="9" name="Ondertitel 2">
            <a:extLst>
              <a:ext uri="{FF2B5EF4-FFF2-40B4-BE49-F238E27FC236}">
                <a16:creationId xmlns:a16="http://schemas.microsoft.com/office/drawing/2014/main" id="{3C87A036-2BB2-893B-0046-F67330959034}"/>
              </a:ext>
            </a:extLst>
          </p:cNvPr>
          <p:cNvSpPr>
            <a:spLocks noGrp="1"/>
          </p:cNvSpPr>
          <p:nvPr>
            <p:ph type="subTitle" idx="1"/>
          </p:nvPr>
        </p:nvSpPr>
        <p:spPr>
          <a:xfrm>
            <a:off x="1080015" y="5954917"/>
            <a:ext cx="10031970" cy="255682"/>
          </a:xfrm>
        </p:spPr>
        <p:txBody>
          <a:bodyPr/>
          <a:lstStyle/>
          <a:p>
            <a:r>
              <a:rPr lang="nl-NL" dirty="0"/>
              <a:t>Aangepast voorstel | 5 september 2023</a:t>
            </a:r>
          </a:p>
        </p:txBody>
      </p:sp>
    </p:spTree>
    <p:extLst>
      <p:ext uri="{BB962C8B-B14F-4D97-AF65-F5344CB8AC3E}">
        <p14:creationId xmlns:p14="http://schemas.microsoft.com/office/powerpoint/2010/main" val="2518536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84E2D90B-30DE-69D6-4C15-A1A3C11C361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13" name="Object 12" hidden="1">
                        <a:extLst>
                          <a:ext uri="{FF2B5EF4-FFF2-40B4-BE49-F238E27FC236}">
                            <a16:creationId xmlns:a16="http://schemas.microsoft.com/office/drawing/2014/main" id="{84E2D90B-30DE-69D6-4C15-A1A3C11C361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itle 9">
            <a:extLst>
              <a:ext uri="{FF2B5EF4-FFF2-40B4-BE49-F238E27FC236}">
                <a16:creationId xmlns:a16="http://schemas.microsoft.com/office/drawing/2014/main" id="{E118CFFC-7E7A-5AC8-2F58-24AEEEA76B65}"/>
              </a:ext>
            </a:extLst>
          </p:cNvPr>
          <p:cNvSpPr>
            <a:spLocks noGrp="1"/>
          </p:cNvSpPr>
          <p:nvPr>
            <p:ph type="title"/>
          </p:nvPr>
        </p:nvSpPr>
        <p:spPr>
          <a:xfrm>
            <a:off x="554736" y="172212"/>
            <a:ext cx="4695689" cy="731520"/>
          </a:xfrm>
        </p:spPr>
        <p:txBody>
          <a:bodyPr vert="horz"/>
          <a:lstStyle/>
          <a:p>
            <a:r>
              <a:rPr lang="en-US" sz="2300" dirty="0"/>
              <a:t>Intro: </a:t>
            </a:r>
            <a:r>
              <a:rPr lang="en-US" sz="2300" dirty="0" err="1"/>
              <a:t>Leiderschap</a:t>
            </a:r>
            <a:r>
              <a:rPr lang="en-US" sz="2300" dirty="0"/>
              <a:t> </a:t>
            </a:r>
            <a:r>
              <a:rPr lang="en-US" sz="2300" dirty="0" err="1"/>
              <a:t>richting</a:t>
            </a:r>
            <a:r>
              <a:rPr lang="en-US" sz="2300" dirty="0"/>
              <a:t> 1Achmea</a:t>
            </a:r>
          </a:p>
        </p:txBody>
      </p:sp>
      <p:sp>
        <p:nvSpPr>
          <p:cNvPr id="11" name="Text Placeholder 10">
            <a:extLst>
              <a:ext uri="{FF2B5EF4-FFF2-40B4-BE49-F238E27FC236}">
                <a16:creationId xmlns:a16="http://schemas.microsoft.com/office/drawing/2014/main" id="{6260DCCE-C9D7-9210-4DDA-AB3B02957412}"/>
              </a:ext>
            </a:extLst>
          </p:cNvPr>
          <p:cNvSpPr>
            <a:spLocks noGrp="1"/>
          </p:cNvSpPr>
          <p:nvPr>
            <p:ph type="body" sz="quarter" idx="10"/>
          </p:nvPr>
        </p:nvSpPr>
        <p:spPr/>
        <p:txBody>
          <a:bodyPr/>
          <a:lstStyle/>
          <a:p>
            <a:endParaRPr lang="en-US"/>
          </a:p>
        </p:txBody>
      </p:sp>
      <p:sp>
        <p:nvSpPr>
          <p:cNvPr id="5" name="Footer Placeholder 4">
            <a:extLst>
              <a:ext uri="{FF2B5EF4-FFF2-40B4-BE49-F238E27FC236}">
                <a16:creationId xmlns:a16="http://schemas.microsoft.com/office/drawing/2014/main" id="{AD9539C3-2313-DF86-8610-AC57954FB402}"/>
              </a:ext>
            </a:extLst>
          </p:cNvPr>
          <p:cNvSpPr>
            <a:spLocks noGrp="1"/>
          </p:cNvSpPr>
          <p:nvPr>
            <p:ph type="ftr" sz="quarter" idx="4294967295"/>
          </p:nvPr>
        </p:nvSpPr>
        <p:spPr>
          <a:xfrm>
            <a:off x="8077200" y="7000875"/>
            <a:ext cx="4114800" cy="152400"/>
          </a:xfrm>
          <a:prstGeom prst="rect">
            <a:avLst/>
          </a:prstGeom>
        </p:spPr>
        <p:txBody>
          <a:bodyPr/>
          <a:lstStyle/>
          <a:p>
            <a:r>
              <a:rPr lang="nl-NL"/>
              <a:t>Achmea HR</a:t>
            </a:r>
          </a:p>
        </p:txBody>
      </p:sp>
      <p:sp>
        <p:nvSpPr>
          <p:cNvPr id="6" name="Slide Number Placeholder 5">
            <a:extLst>
              <a:ext uri="{FF2B5EF4-FFF2-40B4-BE49-F238E27FC236}">
                <a16:creationId xmlns:a16="http://schemas.microsoft.com/office/drawing/2014/main" id="{D9DC1BF9-2C0A-7652-1D1A-92A77694B5DE}"/>
              </a:ext>
            </a:extLst>
          </p:cNvPr>
          <p:cNvSpPr>
            <a:spLocks noGrp="1"/>
          </p:cNvSpPr>
          <p:nvPr>
            <p:ph type="sldNum" sz="quarter" idx="4294967295"/>
          </p:nvPr>
        </p:nvSpPr>
        <p:spPr>
          <a:xfrm>
            <a:off x="11907838" y="7000875"/>
            <a:ext cx="284162" cy="152400"/>
          </a:xfrm>
          <a:prstGeom prst="rect">
            <a:avLst/>
          </a:prstGeom>
        </p:spPr>
        <p:txBody>
          <a:bodyPr/>
          <a:lstStyle/>
          <a:p>
            <a:fld id="{D7B5DC5B-6873-43DB-ADC7-B15ACCE0DFDB}" type="slidenum">
              <a:rPr lang="nl-NL" noProof="0" smtClean="0"/>
              <a:t>2</a:t>
            </a:fld>
            <a:endParaRPr lang="nl-NL" noProof="0"/>
          </a:p>
        </p:txBody>
      </p:sp>
      <p:sp>
        <p:nvSpPr>
          <p:cNvPr id="14" name="Title 9">
            <a:extLst>
              <a:ext uri="{FF2B5EF4-FFF2-40B4-BE49-F238E27FC236}">
                <a16:creationId xmlns:a16="http://schemas.microsoft.com/office/drawing/2014/main" id="{6FE80E3C-AFD3-BF11-937B-58CB90F7F2C3}"/>
              </a:ext>
            </a:extLst>
          </p:cNvPr>
          <p:cNvSpPr txBox="1">
            <a:spLocks/>
          </p:cNvSpPr>
          <p:nvPr/>
        </p:nvSpPr>
        <p:spPr>
          <a:xfrm>
            <a:off x="556972" y="922739"/>
            <a:ext cx="5853075" cy="731520"/>
          </a:xfrm>
          <a:prstGeom prst="rect">
            <a:avLst/>
          </a:prstGeom>
        </p:spPr>
        <p:txBody>
          <a:bodyPr vert="horz" wrap="square" lIns="0" tIns="0" rIns="0" bIns="0" rtlCol="0" anchor="b" anchorCtr="0">
            <a:noAutofit/>
          </a:bodyPr>
          <a:lstStyle>
            <a:lvl1pPr algn="l" defTabSz="914400" rtl="0" eaLnBrk="1" latinLnBrk="0" hangingPunct="1">
              <a:lnSpc>
                <a:spcPct val="100000"/>
              </a:lnSpc>
              <a:spcBef>
                <a:spcPct val="0"/>
              </a:spcBef>
              <a:buNone/>
              <a:defRPr lang="en-US" sz="2500" b="0" kern="1200" spc="0" baseline="0" dirty="0">
                <a:ln w="6350" cap="flat">
                  <a:noFill/>
                  <a:miter lim="800000"/>
                </a:ln>
                <a:solidFill>
                  <a:schemeClr val="tx1"/>
                </a:solidFill>
                <a:latin typeface="+mj-lt"/>
                <a:ea typeface="+mj-ea"/>
                <a:cs typeface="+mj-cs"/>
              </a:defRPr>
            </a:lvl1pPr>
          </a:lstStyle>
          <a:p>
            <a:r>
              <a:rPr lang="en-US" sz="2300" dirty="0" err="1"/>
              <a:t>Doelen</a:t>
            </a:r>
            <a:r>
              <a:rPr lang="en-US" sz="2300" dirty="0"/>
              <a:t> van het </a:t>
            </a:r>
            <a:r>
              <a:rPr lang="en-US" sz="2300" dirty="0" err="1"/>
              <a:t>leiderschapsprogramma</a:t>
            </a:r>
            <a:endParaRPr lang="en-US" sz="2300" dirty="0"/>
          </a:p>
        </p:txBody>
      </p:sp>
      <p:sp>
        <p:nvSpPr>
          <p:cNvPr id="15" name="Subtitle 10">
            <a:extLst>
              <a:ext uri="{FF2B5EF4-FFF2-40B4-BE49-F238E27FC236}">
                <a16:creationId xmlns:a16="http://schemas.microsoft.com/office/drawing/2014/main" id="{3C9DABE4-3969-F556-4EA8-E6C2BD8B10D1}"/>
              </a:ext>
            </a:extLst>
          </p:cNvPr>
          <p:cNvSpPr txBox="1">
            <a:spLocks/>
          </p:cNvSpPr>
          <p:nvPr/>
        </p:nvSpPr>
        <p:spPr>
          <a:xfrm>
            <a:off x="6571490" y="884725"/>
            <a:ext cx="5065776"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800" b="0" kern="1200" dirty="0">
                <a:solidFill>
                  <a:schemeClr val="accent1"/>
                </a:solidFill>
                <a:latin typeface="+mn-lt"/>
                <a:ea typeface="+mn-ea"/>
                <a:cs typeface="Arial" panose="020B0604020202020204" pitchFamily="34" charset="0"/>
              </a:defRPr>
            </a:lvl1pPr>
            <a:lvl2pPr marL="179997"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2pPr>
            <a:lvl3pPr marL="359994" indent="-179997" algn="l" defTabSz="914400" rtl="0" eaLnBrk="1" latinLnBrk="0" hangingPunct="1">
              <a:lnSpc>
                <a:spcPct val="100000"/>
              </a:lnSpc>
              <a:spcBef>
                <a:spcPts val="0"/>
              </a:spcBef>
              <a:spcAft>
                <a:spcPts val="300"/>
              </a:spcAft>
              <a:buClr>
                <a:schemeClr val="accent1"/>
              </a:buClr>
              <a:buSzPct val="100000"/>
              <a:buFont typeface="Wingdings" panose="05000000000000000000" pitchFamily="2" charset="2"/>
              <a:buChar char="§"/>
              <a:defRPr lang="en-US" sz="1600" kern="1200" dirty="0">
                <a:solidFill>
                  <a:schemeClr val="tx1"/>
                </a:solidFill>
                <a:latin typeface="+mn-lt"/>
                <a:ea typeface="+mn-ea"/>
                <a:cs typeface="+mn-cs"/>
              </a:defRPr>
            </a:lvl3pPr>
            <a:lvl4pPr marL="539991"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4pPr>
            <a:lvl5pPr marL="719988" indent="-179997" algn="l" defTabSz="914400" rtl="0" eaLnBrk="1" latinLnBrk="0" hangingPunct="1">
              <a:lnSpc>
                <a:spcPct val="100000"/>
              </a:lnSpc>
              <a:spcBef>
                <a:spcPts val="0"/>
              </a:spcBef>
              <a:spcAft>
                <a:spcPts val="300"/>
              </a:spcAft>
              <a:buClr>
                <a:schemeClr val="accent1"/>
              </a:buClr>
              <a:buSzPct val="100000"/>
              <a:buFont typeface="Calibri" panose="020F050202020403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endParaRPr lang="en-US"/>
          </a:p>
        </p:txBody>
      </p:sp>
      <p:sp>
        <p:nvSpPr>
          <p:cNvPr id="17" name="TextBox 16">
            <a:extLst>
              <a:ext uri="{FF2B5EF4-FFF2-40B4-BE49-F238E27FC236}">
                <a16:creationId xmlns:a16="http://schemas.microsoft.com/office/drawing/2014/main" id="{6B94EEB6-E769-1285-9835-30DD15C2BCB6}"/>
              </a:ext>
            </a:extLst>
          </p:cNvPr>
          <p:cNvSpPr txBox="1"/>
          <p:nvPr/>
        </p:nvSpPr>
        <p:spPr>
          <a:xfrm>
            <a:off x="556973" y="1773751"/>
            <a:ext cx="9815256" cy="378565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nl-NL" sz="1300" dirty="0"/>
              <a:t>Het leiderschapsprogramma ondersteunt de RvB en GC-leden met hun teams om </a:t>
            </a:r>
            <a:r>
              <a:rPr lang="nl-NL" sz="1300" b="1" dirty="0">
                <a:solidFill>
                  <a:schemeClr val="accent1"/>
                </a:solidFill>
              </a:rPr>
              <a:t>performance management binnen Achmea van ‘Good’ naar ‘Great’ te brengen </a:t>
            </a:r>
            <a:r>
              <a:rPr lang="nl-NL" sz="1300" dirty="0"/>
              <a:t>door</a:t>
            </a:r>
            <a:r>
              <a:rPr lang="nl-NL" sz="1300" b="1" dirty="0">
                <a:solidFill>
                  <a:schemeClr val="accent1"/>
                </a:solidFill>
              </a:rPr>
              <a:t> </a:t>
            </a:r>
            <a:r>
              <a:rPr lang="nl-NL" sz="1300" dirty="0"/>
              <a:t>de </a:t>
            </a:r>
            <a:r>
              <a:rPr lang="nl-NL" sz="1300" b="1" dirty="0">
                <a:solidFill>
                  <a:schemeClr val="accent1"/>
                </a:solidFill>
              </a:rPr>
              <a:t>kernpatronen te doorbreken </a:t>
            </a:r>
            <a:r>
              <a:rPr lang="nl-NL" sz="1300" dirty="0"/>
              <a:t>en </a:t>
            </a:r>
            <a:r>
              <a:rPr lang="nl-NL" sz="1300" b="1" dirty="0">
                <a:solidFill>
                  <a:schemeClr val="accent1"/>
                </a:solidFill>
              </a:rPr>
              <a:t>Van-Naar’s te realiseren </a:t>
            </a:r>
            <a:r>
              <a:rPr lang="nl-NL" sz="1300" dirty="0"/>
              <a:t>zodat er </a:t>
            </a:r>
            <a:r>
              <a:rPr lang="nl-NL" sz="1300" b="1" dirty="0">
                <a:solidFill>
                  <a:schemeClr val="accent1"/>
                </a:solidFill>
              </a:rPr>
              <a:t>echte gesprekken plaatsvinden </a:t>
            </a:r>
            <a:r>
              <a:rPr lang="nl-NL" sz="1300" dirty="0"/>
              <a:t>en </a:t>
            </a:r>
            <a:r>
              <a:rPr lang="nl-NL" sz="1300" b="1" dirty="0">
                <a:solidFill>
                  <a:schemeClr val="accent1"/>
                </a:solidFill>
              </a:rPr>
              <a:t>tijdens performance dialogen wordt bijgestuurd </a:t>
            </a:r>
            <a:r>
              <a:rPr lang="nl-NL" sz="1300" dirty="0"/>
              <a:t>en punten </a:t>
            </a:r>
            <a:r>
              <a:rPr lang="nl-NL" sz="1300" b="1" dirty="0">
                <a:solidFill>
                  <a:schemeClr val="accent1"/>
                </a:solidFill>
              </a:rPr>
              <a:t>beslecht</a:t>
            </a:r>
          </a:p>
          <a:p>
            <a:pPr lvl="1"/>
            <a:r>
              <a:rPr lang="nl-NL" sz="1300" dirty="0"/>
              <a:t>Teams worden uitgerust met </a:t>
            </a:r>
            <a:r>
              <a:rPr lang="nl-NL" sz="1300" b="1" dirty="0">
                <a:solidFill>
                  <a:schemeClr val="accent1"/>
                </a:solidFill>
              </a:rPr>
              <a:t>technieken en vaardigheden </a:t>
            </a:r>
            <a:r>
              <a:rPr lang="nl-NL" sz="1300" dirty="0"/>
              <a:t>om: </a:t>
            </a:r>
          </a:p>
          <a:p>
            <a:pPr lvl="2"/>
            <a:r>
              <a:rPr lang="nl-NL" sz="1300" b="1" dirty="0">
                <a:solidFill>
                  <a:schemeClr val="accent1"/>
                </a:solidFill>
              </a:rPr>
              <a:t>Patronen te herkennen en te doorbreken </a:t>
            </a:r>
            <a:r>
              <a:rPr lang="nl-NL" sz="1300" dirty="0"/>
              <a:t>om ruimte te maken voor vernieuwing</a:t>
            </a:r>
          </a:p>
          <a:p>
            <a:pPr lvl="2"/>
            <a:r>
              <a:rPr lang="nl-NL" sz="1300" b="1" dirty="0">
                <a:solidFill>
                  <a:schemeClr val="accent1"/>
                </a:solidFill>
              </a:rPr>
              <a:t>Feedback te geven en te ontvangen </a:t>
            </a:r>
            <a:r>
              <a:rPr lang="nl-NL" sz="1300" dirty="0"/>
              <a:t>om continu te blijven leren en ontwikkelen</a:t>
            </a:r>
          </a:p>
          <a:p>
            <a:pPr lvl="2"/>
            <a:r>
              <a:rPr lang="nl-NL" sz="1300" b="1" dirty="0">
                <a:solidFill>
                  <a:schemeClr val="accent1"/>
                </a:solidFill>
              </a:rPr>
              <a:t>Echte/moedige gesprekken te voeren </a:t>
            </a:r>
            <a:r>
              <a:rPr lang="nl-NL" sz="1300" dirty="0"/>
              <a:t>om steeds beter samen te kunnen werken</a:t>
            </a:r>
          </a:p>
          <a:p>
            <a:pPr lvl="2"/>
            <a:r>
              <a:rPr lang="nl-NL" sz="1300" b="1" dirty="0">
                <a:solidFill>
                  <a:schemeClr val="accent1"/>
                </a:solidFill>
              </a:rPr>
              <a:t>‘Creatief’ (i.p.v. reactief) gedrag te stimuleren </a:t>
            </a:r>
            <a:r>
              <a:rPr lang="nl-NL" sz="1300" dirty="0"/>
              <a:t>om</a:t>
            </a:r>
            <a:r>
              <a:rPr lang="nl-NL" sz="1300" b="1" dirty="0">
                <a:solidFill>
                  <a:schemeClr val="accent1"/>
                </a:solidFill>
              </a:rPr>
              <a:t> </a:t>
            </a:r>
            <a:r>
              <a:rPr lang="nl-NL" sz="1300" dirty="0" err="1"/>
              <a:t>mindsets</a:t>
            </a:r>
            <a:r>
              <a:rPr lang="nl-NL" sz="1300" dirty="0"/>
              <a:t> te kunnen veranderen</a:t>
            </a:r>
          </a:p>
          <a:p>
            <a:pPr lvl="1"/>
            <a:r>
              <a:rPr lang="nl-NL" sz="1300" dirty="0"/>
              <a:t>De </a:t>
            </a:r>
            <a:r>
              <a:rPr lang="nl-NL" sz="1300" b="1" dirty="0">
                <a:solidFill>
                  <a:schemeClr val="accent1"/>
                </a:solidFill>
              </a:rPr>
              <a:t>kern </a:t>
            </a:r>
            <a:r>
              <a:rPr lang="nl-NL" sz="1300" dirty="0"/>
              <a:t>van het programma is dat </a:t>
            </a:r>
            <a:r>
              <a:rPr lang="nl-NL" sz="1300" b="1" dirty="0">
                <a:solidFill>
                  <a:schemeClr val="accent1"/>
                </a:solidFill>
              </a:rPr>
              <a:t>interne facilitators op een duurzame manier in staat worden gesteld  om deze leiderschapsontwikkeling te kunnen begeleiden</a:t>
            </a:r>
            <a:r>
              <a:rPr lang="nl-NL" sz="1300" dirty="0"/>
              <a:t>. Daarvoor wordt een groep van ~30 interne facilitators opgeleid, die in eerste instantie samen met </a:t>
            </a:r>
            <a:r>
              <a:rPr lang="nl-NL" sz="1300" dirty="0" err="1"/>
              <a:t>Aberkyn</a:t>
            </a:r>
            <a:r>
              <a:rPr lang="nl-NL" sz="1300" dirty="0"/>
              <a:t> facilitators en later zelfstandig (team)sessies kunnen begeleiden.</a:t>
            </a:r>
          </a:p>
          <a:p>
            <a:pPr lvl="1"/>
            <a:r>
              <a:rPr lang="nl-NL" sz="1300" dirty="0"/>
              <a:t>De </a:t>
            </a:r>
            <a:r>
              <a:rPr lang="nl-NL" sz="1300" b="1" dirty="0">
                <a:solidFill>
                  <a:schemeClr val="accent1"/>
                </a:solidFill>
              </a:rPr>
              <a:t>facilitators worden opgeleid en ondersteund </a:t>
            </a:r>
            <a:r>
              <a:rPr lang="nl-NL" sz="1300" dirty="0"/>
              <a:t>door:</a:t>
            </a:r>
          </a:p>
          <a:p>
            <a:pPr lvl="2"/>
            <a:r>
              <a:rPr lang="nl-NL" sz="1300" b="1" dirty="0">
                <a:solidFill>
                  <a:schemeClr val="accent1"/>
                </a:solidFill>
              </a:rPr>
              <a:t>Facilitator Training Programma </a:t>
            </a:r>
            <a:r>
              <a:rPr lang="nl-NL" sz="1300" dirty="0"/>
              <a:t>(FTP) van 3 x 3 dagen, inclusief 1-op-1 coaching</a:t>
            </a:r>
          </a:p>
          <a:p>
            <a:pPr lvl="2"/>
            <a:r>
              <a:rPr lang="nl-NL" sz="1300" b="1" dirty="0">
                <a:solidFill>
                  <a:schemeClr val="accent1"/>
                </a:solidFill>
              </a:rPr>
              <a:t>Een uitgebreide set materialen </a:t>
            </a:r>
            <a:r>
              <a:rPr lang="nl-NL" sz="1300" dirty="0"/>
              <a:t>(‘</a:t>
            </a:r>
            <a:r>
              <a:rPr lang="nl-NL" sz="1300" dirty="0" err="1"/>
              <a:t>Playbook</a:t>
            </a:r>
            <a:r>
              <a:rPr lang="nl-NL" sz="1300" dirty="0"/>
              <a:t>’, i.e. trainers &amp; deelnemershandleidingen) met alle materialen, runsheets, werkboeken zodat de facilitators – eenmaal opgeleid door Aberkyn – met behulp van deze materialen de sessies zelf kunnen faciliteren</a:t>
            </a:r>
          </a:p>
          <a:p>
            <a:pPr lvl="2"/>
            <a:r>
              <a:rPr lang="nl-NL" sz="1300" b="1" dirty="0">
                <a:solidFill>
                  <a:schemeClr val="accent1"/>
                </a:solidFill>
              </a:rPr>
              <a:t>On the job training </a:t>
            </a:r>
            <a:r>
              <a:rPr lang="nl-NL" sz="1300" dirty="0"/>
              <a:t>door mee te lopen met ervaren Aberkyn facilitators (‘See One sessie’) en vervolgens de facilitatie over te nemen met coaching van Aberkyn (‘Do One’)</a:t>
            </a:r>
          </a:p>
        </p:txBody>
      </p:sp>
      <p:cxnSp>
        <p:nvCxnSpPr>
          <p:cNvPr id="18" name="Straight Connector 17">
            <a:extLst>
              <a:ext uri="{FF2B5EF4-FFF2-40B4-BE49-F238E27FC236}">
                <a16:creationId xmlns:a16="http://schemas.microsoft.com/office/drawing/2014/main" id="{5ACF831D-700A-E7E8-071F-B062CF277AD4}"/>
              </a:ext>
            </a:extLst>
          </p:cNvPr>
          <p:cNvCxnSpPr/>
          <p:nvPr/>
        </p:nvCxnSpPr>
        <p:spPr>
          <a:xfrm>
            <a:off x="554734" y="903732"/>
            <a:ext cx="11243975" cy="0"/>
          </a:xfrm>
          <a:prstGeom prst="line">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36863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5FEFB936-EC0C-49FB-89A9-463D170CD8FC}"/>
              </a:ext>
            </a:extLst>
          </p:cNvPr>
          <p:cNvGraphicFramePr>
            <a:graphicFrameLocks noChangeAspect="1"/>
          </p:cNvGraphicFramePr>
          <p:nvPr>
            <p:custDataLst>
              <p:tags r:id="rId1"/>
            </p:custDataLst>
            <p:extLst>
              <p:ext uri="{D42A27DB-BD31-4B8C-83A1-F6EECF244321}">
                <p14:modId xmlns:p14="http://schemas.microsoft.com/office/powerpoint/2010/main" val="17073066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13" name="Object 12" hidden="1">
                        <a:extLst>
                          <a:ext uri="{FF2B5EF4-FFF2-40B4-BE49-F238E27FC236}">
                            <a16:creationId xmlns:a16="http://schemas.microsoft.com/office/drawing/2014/main" id="{5FEFB936-EC0C-49FB-89A9-463D170CD8F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itle 9">
            <a:extLst>
              <a:ext uri="{FF2B5EF4-FFF2-40B4-BE49-F238E27FC236}">
                <a16:creationId xmlns:a16="http://schemas.microsoft.com/office/drawing/2014/main" id="{E40CED31-AFAC-4090-A463-F2B310D460F5}"/>
              </a:ext>
            </a:extLst>
          </p:cNvPr>
          <p:cNvSpPr>
            <a:spLocks noGrp="1"/>
          </p:cNvSpPr>
          <p:nvPr>
            <p:ph type="title"/>
          </p:nvPr>
        </p:nvSpPr>
        <p:spPr>
          <a:xfrm>
            <a:off x="497586" y="528352"/>
            <a:ext cx="11353102" cy="769441"/>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US" dirty="0"/>
              <a:t>De </a:t>
            </a:r>
            <a:r>
              <a:rPr lang="en-US" dirty="0" err="1"/>
              <a:t>ondersteuning</a:t>
            </a:r>
            <a:r>
              <a:rPr lang="en-US" dirty="0"/>
              <a:t> </a:t>
            </a:r>
            <a:r>
              <a:rPr lang="en-US" dirty="0" err="1"/>
              <a:t>richt</a:t>
            </a:r>
            <a:r>
              <a:rPr lang="en-US" dirty="0"/>
              <a:t> </a:t>
            </a:r>
            <a:r>
              <a:rPr lang="en-US" dirty="0" err="1"/>
              <a:t>zich</a:t>
            </a:r>
            <a:r>
              <a:rPr lang="en-US" dirty="0"/>
              <a:t> op het </a:t>
            </a:r>
            <a:r>
              <a:rPr lang="en-US" dirty="0" err="1"/>
              <a:t>opleiden</a:t>
            </a:r>
            <a:r>
              <a:rPr lang="en-US" dirty="0"/>
              <a:t> van interne facilitators die teams </a:t>
            </a:r>
            <a:r>
              <a:rPr lang="en-US" dirty="0" err="1"/>
              <a:t>mbv</a:t>
            </a:r>
            <a:r>
              <a:rPr lang="en-US" dirty="0"/>
              <a:t> practices </a:t>
            </a:r>
            <a:r>
              <a:rPr lang="en-US" dirty="0" err="1"/>
              <a:t>ondersteunen</a:t>
            </a:r>
            <a:r>
              <a:rPr lang="en-US" dirty="0"/>
              <a:t> om de Van-</a:t>
            </a:r>
            <a:r>
              <a:rPr lang="en-US" dirty="0" err="1"/>
              <a:t>Naars</a:t>
            </a:r>
            <a:r>
              <a:rPr lang="en-US" dirty="0"/>
              <a:t> </a:t>
            </a:r>
            <a:r>
              <a:rPr lang="en-US" dirty="0" err="1"/>
              <a:t>te</a:t>
            </a:r>
            <a:r>
              <a:rPr lang="en-US" dirty="0"/>
              <a:t> </a:t>
            </a:r>
            <a:r>
              <a:rPr lang="en-US" dirty="0" err="1"/>
              <a:t>realiseren</a:t>
            </a:r>
            <a:r>
              <a:rPr lang="en-US" dirty="0"/>
              <a:t> </a:t>
            </a:r>
            <a:r>
              <a:rPr lang="en-US" dirty="0" err="1"/>
              <a:t>en</a:t>
            </a:r>
            <a:r>
              <a:rPr lang="en-US" dirty="0"/>
              <a:t> ‘</a:t>
            </a:r>
            <a:r>
              <a:rPr lang="en-US" dirty="0" err="1"/>
              <a:t>echte</a:t>
            </a:r>
            <a:r>
              <a:rPr lang="en-US" dirty="0"/>
              <a:t>’ </a:t>
            </a:r>
            <a:r>
              <a:rPr lang="en-US" dirty="0" err="1"/>
              <a:t>gesprekken</a:t>
            </a:r>
            <a:r>
              <a:rPr lang="en-US" dirty="0"/>
              <a:t> </a:t>
            </a:r>
            <a:r>
              <a:rPr lang="en-US" dirty="0" err="1"/>
              <a:t>te</a:t>
            </a:r>
            <a:r>
              <a:rPr lang="en-US" dirty="0"/>
              <a:t> voeren</a:t>
            </a:r>
            <a:r>
              <a:rPr lang="en-US" baseline="30000" dirty="0"/>
              <a:t>1</a:t>
            </a:r>
          </a:p>
        </p:txBody>
      </p:sp>
      <p:sp>
        <p:nvSpPr>
          <p:cNvPr id="4" name="Text Placeholder 3">
            <a:extLst>
              <a:ext uri="{FF2B5EF4-FFF2-40B4-BE49-F238E27FC236}">
                <a16:creationId xmlns:a16="http://schemas.microsoft.com/office/drawing/2014/main" id="{670D3108-E8AD-406E-94FC-3D71845FCC42}"/>
              </a:ext>
            </a:extLst>
          </p:cNvPr>
          <p:cNvSpPr>
            <a:spLocks noGrp="1"/>
          </p:cNvSpPr>
          <p:nvPr>
            <p:ph type="body" sz="quarter" idx="10"/>
          </p:nvPr>
        </p:nvSpPr>
        <p:spPr>
          <a:xfrm>
            <a:off x="554735" y="41597"/>
            <a:ext cx="3843338" cy="123111"/>
          </a:xfrm>
          <a:noFill/>
          <a:ln>
            <a:noFill/>
          </a:ln>
          <a:extLst>
            <a:ext uri="{909E8E84-426E-40DD-AFC4-6F175D3DCCD1}">
              <a14:hiddenFill xmlns:a14="http://schemas.microsoft.com/office/drawing/2010/main">
                <a:solidFill>
                  <a:srgbClr val="FFFFFF"/>
                </a:solidFill>
              </a14:hiddenFill>
            </a:ext>
          </a:extLst>
        </p:spPr>
        <p:txBody>
          <a:bodyPr wrap="square" anchor="t" anchorCtr="0">
            <a:spAutoFit/>
          </a:bodyPr>
          <a:lstStyle/>
          <a:p>
            <a:endParaRPr lang="en-US"/>
          </a:p>
        </p:txBody>
      </p:sp>
      <p:sp>
        <p:nvSpPr>
          <p:cNvPr id="5" name="Footer Placeholder 4">
            <a:extLst>
              <a:ext uri="{FF2B5EF4-FFF2-40B4-BE49-F238E27FC236}">
                <a16:creationId xmlns:a16="http://schemas.microsoft.com/office/drawing/2014/main" id="{353A2B72-96E3-4578-A85C-CE21CBE902D1}"/>
              </a:ext>
            </a:extLst>
          </p:cNvPr>
          <p:cNvSpPr>
            <a:spLocks noGrp="1"/>
          </p:cNvSpPr>
          <p:nvPr>
            <p:ph type="ftr" sz="quarter" idx="4294967295"/>
          </p:nvPr>
        </p:nvSpPr>
        <p:spPr>
          <a:xfrm>
            <a:off x="8077200" y="7000875"/>
            <a:ext cx="4114800" cy="15240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800" b="0" i="0" u="none" strike="noStrike" kern="1200" cap="none" spc="0" normalizeH="0" baseline="0" noProof="0">
                <a:ln>
                  <a:noFill/>
                </a:ln>
                <a:solidFill>
                  <a:srgbClr val="000000"/>
                </a:solidFill>
                <a:effectLst/>
                <a:uLnTx/>
                <a:uFillTx/>
                <a:latin typeface="Calibri"/>
                <a:ea typeface="+mn-ea"/>
                <a:cs typeface="+mn-cs"/>
              </a:rPr>
              <a:t>Achmea HR</a:t>
            </a:r>
          </a:p>
        </p:txBody>
      </p:sp>
      <p:sp>
        <p:nvSpPr>
          <p:cNvPr id="6" name="Slide Number Placeholder 5">
            <a:extLst>
              <a:ext uri="{FF2B5EF4-FFF2-40B4-BE49-F238E27FC236}">
                <a16:creationId xmlns:a16="http://schemas.microsoft.com/office/drawing/2014/main" id="{1B433C80-E902-44A0-B772-4A66B4A8F735}"/>
              </a:ext>
            </a:extLst>
          </p:cNvPr>
          <p:cNvSpPr>
            <a:spLocks noGrp="1"/>
          </p:cNvSpPr>
          <p:nvPr>
            <p:ph type="sldNum" sz="quarter" idx="4294967295"/>
          </p:nvPr>
        </p:nvSpPr>
        <p:spPr>
          <a:xfrm>
            <a:off x="11907838" y="7000875"/>
            <a:ext cx="284162" cy="15240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B5DC5B-6873-43DB-ADC7-B15ACCE0DFDB}" type="slidenum">
              <a:rPr kumimoji="0" lang="nl-NL" sz="1800" b="0" i="0" u="none" strike="noStrike" kern="1200" cap="none" spc="0" normalizeH="0" baseline="0" noProof="0" smtClean="0">
                <a:ln>
                  <a:noFill/>
                </a:ln>
                <a:solidFill>
                  <a:srgbClr val="000000"/>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nl-NL" sz="1800" b="0" i="0" u="none" strike="noStrike" kern="1200" cap="none" spc="0" normalizeH="0" baseline="0" noProof="0">
              <a:ln>
                <a:noFill/>
              </a:ln>
              <a:solidFill>
                <a:srgbClr val="000000"/>
              </a:solidFill>
              <a:effectLst/>
              <a:uLnTx/>
              <a:uFillTx/>
              <a:latin typeface="Calibri"/>
              <a:ea typeface="+mn-ea"/>
              <a:cs typeface="+mn-cs"/>
            </a:endParaRPr>
          </a:p>
        </p:txBody>
      </p:sp>
      <p:grpSp>
        <p:nvGrpSpPr>
          <p:cNvPr id="19" name="Group 18">
            <a:extLst>
              <a:ext uri="{FF2B5EF4-FFF2-40B4-BE49-F238E27FC236}">
                <a16:creationId xmlns:a16="http://schemas.microsoft.com/office/drawing/2014/main" id="{72FFC44D-D537-5CD2-27A8-927ACCB3F420}"/>
              </a:ext>
            </a:extLst>
          </p:cNvPr>
          <p:cNvGrpSpPr/>
          <p:nvPr/>
        </p:nvGrpSpPr>
        <p:grpSpPr>
          <a:xfrm>
            <a:off x="485326" y="1892593"/>
            <a:ext cx="2916582" cy="2688222"/>
            <a:chOff x="542476" y="1003593"/>
            <a:chExt cx="2916582" cy="2688222"/>
          </a:xfrm>
        </p:grpSpPr>
        <p:sp>
          <p:nvSpPr>
            <p:cNvPr id="14" name="Rectangle 13">
              <a:extLst>
                <a:ext uri="{FF2B5EF4-FFF2-40B4-BE49-F238E27FC236}">
                  <a16:creationId xmlns:a16="http://schemas.microsoft.com/office/drawing/2014/main" id="{8968226A-1B64-45BA-8987-A2251A99049F}"/>
                </a:ext>
              </a:extLst>
            </p:cNvPr>
            <p:cNvSpPr>
              <a:spLocks/>
            </p:cNvSpPr>
            <p:nvPr/>
          </p:nvSpPr>
          <p:spPr>
            <a:xfrm>
              <a:off x="554734" y="1003593"/>
              <a:ext cx="2904324" cy="215444"/>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R="0" lvl="0" indent="0" algn="l" defTabSz="914400" rtl="0" eaLnBrk="1" fontAlgn="auto" latinLnBrk="0" hangingPunct="1">
                <a:lnSpc>
                  <a:spcPct val="100000"/>
                </a:lnSpc>
                <a:buClrTx/>
                <a:buSzTx/>
                <a:buFontTx/>
                <a:buNone/>
                <a:tabLst/>
                <a:defRPr/>
              </a:pPr>
              <a:r>
                <a:rPr kumimoji="0" lang="en-US" sz="1400" b="1" i="0" u="none" strike="noStrike" kern="1200" cap="none" spc="0" normalizeH="0" baseline="0" noProof="0" dirty="0">
                  <a:ln>
                    <a:noFill/>
                  </a:ln>
                  <a:solidFill>
                    <a:srgbClr val="C15683"/>
                  </a:solidFill>
                  <a:effectLst/>
                  <a:uLnTx/>
                  <a:uFillTx/>
                  <a:latin typeface="Calibri"/>
                  <a:ea typeface="+mn-ea"/>
                  <a:cs typeface="+mn-cs"/>
                </a:rPr>
                <a:t>1. Facilitator Training </a:t>
              </a:r>
              <a:r>
                <a:rPr kumimoji="0" lang="en-US" sz="1400" b="1" i="0" u="none" strike="noStrike" kern="1200" cap="none" spc="0" normalizeH="0" baseline="0" noProof="0" dirty="0" err="1">
                  <a:ln>
                    <a:noFill/>
                  </a:ln>
                  <a:solidFill>
                    <a:srgbClr val="C15683"/>
                  </a:solidFill>
                  <a:effectLst/>
                  <a:uLnTx/>
                  <a:uFillTx/>
                  <a:latin typeface="Calibri"/>
                  <a:ea typeface="+mn-ea"/>
                  <a:cs typeface="+mn-cs"/>
                </a:rPr>
                <a:t>Programma</a:t>
              </a:r>
              <a:r>
                <a:rPr kumimoji="0" lang="en-US" sz="1400" b="1" i="0" u="none" strike="noStrike" kern="1200" cap="none" spc="0" normalizeH="0" baseline="0" noProof="0" dirty="0">
                  <a:ln>
                    <a:noFill/>
                  </a:ln>
                  <a:solidFill>
                    <a:srgbClr val="C15683"/>
                  </a:solidFill>
                  <a:effectLst/>
                  <a:uLnTx/>
                  <a:uFillTx/>
                  <a:latin typeface="Calibri"/>
                  <a:ea typeface="+mn-ea"/>
                  <a:cs typeface="+mn-cs"/>
                </a:rPr>
                <a:t> (FTP)</a:t>
              </a:r>
            </a:p>
          </p:txBody>
        </p:sp>
        <p:sp>
          <p:nvSpPr>
            <p:cNvPr id="24" name="TextBox 23">
              <a:extLst>
                <a:ext uri="{FF2B5EF4-FFF2-40B4-BE49-F238E27FC236}">
                  <a16:creationId xmlns:a16="http://schemas.microsoft.com/office/drawing/2014/main" id="{6226ABCE-4C8B-4262-ACF5-B62A6C58B38B}"/>
                </a:ext>
              </a:extLst>
            </p:cNvPr>
            <p:cNvSpPr txBox="1"/>
            <p:nvPr/>
          </p:nvSpPr>
          <p:spPr>
            <a:xfrm>
              <a:off x="542476" y="1291158"/>
              <a:ext cx="2760399" cy="2400657"/>
            </a:xfrm>
            <a:prstGeom prst="rect">
              <a:avLst/>
            </a:prstGeom>
            <a:no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9997" marR="0" lvl="1" indent="-179997" algn="l" defTabSz="914400" rtl="0" eaLnBrk="1" fontAlgn="auto" latinLnBrk="0" hangingPunct="1">
                <a:lnSpc>
                  <a:spcPct val="100000"/>
                </a:lnSpc>
                <a:spcBef>
                  <a:spcPts val="0"/>
                </a:spcBef>
                <a:spcAft>
                  <a:spcPts val="0"/>
                </a:spcAft>
                <a:buClr>
                  <a:srgbClr val="C15683"/>
                </a:buClr>
                <a:buSzPct val="100000"/>
                <a:buFont typeface="Wingdings" panose="05000000000000000000" pitchFamily="2" charset="2"/>
                <a:buChar char="§"/>
                <a:tabLst/>
                <a:defRPr/>
              </a:pPr>
              <a:r>
                <a:rPr kumimoji="0" lang="nl-NL" sz="1200" b="1" i="0" u="none" strike="noStrike" kern="1200" cap="none" spc="0" normalizeH="0" baseline="0" noProof="0" dirty="0">
                  <a:ln>
                    <a:noFill/>
                  </a:ln>
                  <a:solidFill>
                    <a:srgbClr val="000000"/>
                  </a:solidFill>
                  <a:effectLst/>
                  <a:uLnTx/>
                  <a:uFillTx/>
                  <a:latin typeface="Calibri"/>
                  <a:ea typeface="+mn-ea"/>
                  <a:cs typeface="+mn-cs"/>
                </a:rPr>
                <a:t>Selectie van interne facilitators </a:t>
              </a:r>
              <a:r>
                <a:rPr kumimoji="0" lang="nl-NL" sz="1200" b="0" i="0" u="none" strike="noStrike" kern="1200" cap="none" spc="0" normalizeH="0" baseline="0" noProof="0" dirty="0">
                  <a:ln>
                    <a:noFill/>
                  </a:ln>
                  <a:solidFill>
                    <a:srgbClr val="000000"/>
                  </a:solidFill>
                  <a:effectLst/>
                  <a:uLnTx/>
                  <a:uFillTx/>
                  <a:latin typeface="Calibri"/>
                  <a:ea typeface="+mn-ea"/>
                  <a:cs typeface="+mn-cs"/>
                </a:rPr>
                <a:t>(gesprekken met kandidaten en terugkoppeling)</a:t>
              </a:r>
            </a:p>
            <a:p>
              <a:pPr marL="179997" marR="0" lvl="1" indent="-179997" algn="l" defTabSz="914400" rtl="0" eaLnBrk="1" fontAlgn="auto" latinLnBrk="0" hangingPunct="1">
                <a:lnSpc>
                  <a:spcPct val="100000"/>
                </a:lnSpc>
                <a:spcBef>
                  <a:spcPts val="0"/>
                </a:spcBef>
                <a:spcAft>
                  <a:spcPts val="0"/>
                </a:spcAft>
                <a:buClr>
                  <a:srgbClr val="C15683"/>
                </a:buClr>
                <a:buSzPct val="100000"/>
                <a:buFont typeface="Wingdings" panose="05000000000000000000" pitchFamily="2" charset="2"/>
                <a:buChar char="§"/>
                <a:tabLst/>
                <a:defRPr/>
              </a:pPr>
              <a:r>
                <a:rPr kumimoji="0" lang="nl-NL" sz="1200" b="1" i="0" u="none" strike="noStrike" kern="1200" cap="none" spc="0" normalizeH="0" baseline="0" noProof="0" dirty="0">
                  <a:ln>
                    <a:noFill/>
                  </a:ln>
                  <a:solidFill>
                    <a:srgbClr val="000000"/>
                  </a:solidFill>
                  <a:effectLst/>
                  <a:uLnTx/>
                  <a:uFillTx/>
                  <a:latin typeface="Calibri"/>
                  <a:ea typeface="+mn-ea"/>
                  <a:cs typeface="+mn-cs"/>
                </a:rPr>
                <a:t>Ontwikkeling materialen Achmea Facilitator Training Programma </a:t>
              </a:r>
              <a:r>
                <a:rPr kumimoji="0" lang="nl-NL" sz="1200" b="0" i="0" u="none" strike="noStrike" kern="1200" cap="none" spc="0" normalizeH="0" baseline="0" noProof="0" dirty="0">
                  <a:ln>
                    <a:noFill/>
                  </a:ln>
                  <a:solidFill>
                    <a:srgbClr val="000000"/>
                  </a:solidFill>
                  <a:effectLst/>
                  <a:uLnTx/>
                  <a:uFillTx/>
                  <a:latin typeface="Calibri"/>
                  <a:ea typeface="+mn-ea"/>
                  <a:cs typeface="+mn-cs"/>
                </a:rPr>
                <a:t>(FTP)</a:t>
              </a:r>
            </a:p>
            <a:p>
              <a:pPr marL="179997" marR="0" lvl="1" indent="-179997" algn="l" defTabSz="914400" rtl="0" eaLnBrk="1" fontAlgn="auto" latinLnBrk="0" hangingPunct="1">
                <a:lnSpc>
                  <a:spcPct val="100000"/>
                </a:lnSpc>
                <a:spcBef>
                  <a:spcPts val="0"/>
                </a:spcBef>
                <a:spcAft>
                  <a:spcPts val="0"/>
                </a:spcAft>
                <a:buClr>
                  <a:srgbClr val="C15683"/>
                </a:buClr>
                <a:buSzPct val="100000"/>
                <a:buFont typeface="Wingdings" panose="05000000000000000000" pitchFamily="2" charset="2"/>
                <a:buChar char="§"/>
                <a:tabLst/>
                <a:defRPr/>
              </a:pPr>
              <a:r>
                <a:rPr lang="nl-NL" sz="1200" b="1" dirty="0">
                  <a:solidFill>
                    <a:srgbClr val="000000"/>
                  </a:solidFill>
                  <a:latin typeface="Calibri"/>
                </a:rPr>
                <a:t>Trainingen voor interne facilitators</a:t>
              </a:r>
              <a:endParaRPr kumimoji="0" lang="nl-NL" sz="1200" b="1" i="0" u="none" strike="noStrike" kern="1200" cap="none" spc="0" normalizeH="0" baseline="0" noProof="0" dirty="0">
                <a:ln>
                  <a:noFill/>
                </a:ln>
                <a:solidFill>
                  <a:srgbClr val="000000"/>
                </a:solidFill>
                <a:effectLst/>
                <a:uLnTx/>
                <a:uFillTx/>
                <a:latin typeface="Calibri"/>
                <a:ea typeface="+mn-ea"/>
                <a:cs typeface="+mn-cs"/>
              </a:endParaRPr>
            </a:p>
            <a:p>
              <a:pPr lvl="2">
                <a:spcAft>
                  <a:spcPts val="0"/>
                </a:spcAft>
                <a:buClr>
                  <a:srgbClr val="C15683"/>
                </a:buClr>
                <a:defRPr/>
              </a:pPr>
              <a:r>
                <a:rPr kumimoji="0" lang="nl-NL" sz="1200" b="0" i="0" u="none" strike="noStrike" kern="1200" cap="none" spc="0" normalizeH="0" baseline="0" noProof="0" dirty="0">
                  <a:ln>
                    <a:noFill/>
                  </a:ln>
                  <a:solidFill>
                    <a:srgbClr val="000000"/>
                  </a:solidFill>
                  <a:effectLst/>
                  <a:uLnTx/>
                  <a:uFillTx/>
                  <a:latin typeface="Calibri"/>
                  <a:ea typeface="+mn-ea"/>
                  <a:cs typeface="+mn-cs"/>
                </a:rPr>
                <a:t>FTP sessie 1 (10-12 oktober)</a:t>
              </a:r>
            </a:p>
            <a:p>
              <a:pPr lvl="2">
                <a:spcAft>
                  <a:spcPts val="0"/>
                </a:spcAft>
                <a:buClr>
                  <a:srgbClr val="C15683"/>
                </a:buClr>
                <a:defRPr/>
              </a:pPr>
              <a:r>
                <a:rPr kumimoji="0" lang="nl-NL" sz="1200" b="0" i="0" u="none" strike="noStrike" kern="1200" cap="none" spc="0" normalizeH="0" baseline="0" noProof="0" dirty="0">
                  <a:ln>
                    <a:noFill/>
                  </a:ln>
                  <a:solidFill>
                    <a:srgbClr val="000000"/>
                  </a:solidFill>
                  <a:effectLst/>
                  <a:uLnTx/>
                  <a:uFillTx/>
                  <a:latin typeface="Calibri"/>
                  <a:ea typeface="+mn-ea"/>
                  <a:cs typeface="+mn-cs"/>
                </a:rPr>
                <a:t>Verdiepingsmiddag (1 december)</a:t>
              </a:r>
            </a:p>
            <a:p>
              <a:pPr lvl="2">
                <a:spcAft>
                  <a:spcPts val="0"/>
                </a:spcAft>
                <a:buClr>
                  <a:srgbClr val="C15683"/>
                </a:buClr>
                <a:defRPr/>
              </a:pPr>
              <a:r>
                <a:rPr kumimoji="0" lang="nl-NL" sz="1200" b="0" i="0" u="none" strike="noStrike" kern="1200" cap="none" spc="0" normalizeH="0" baseline="0" noProof="0" dirty="0">
                  <a:ln>
                    <a:noFill/>
                  </a:ln>
                  <a:solidFill>
                    <a:srgbClr val="000000"/>
                  </a:solidFill>
                  <a:effectLst/>
                  <a:uLnTx/>
                  <a:uFillTx/>
                  <a:latin typeface="Calibri"/>
                  <a:ea typeface="+mn-ea"/>
                  <a:cs typeface="+mn-cs"/>
                </a:rPr>
                <a:t>FTP sessie 2 (24-26 januari)</a:t>
              </a:r>
            </a:p>
            <a:p>
              <a:pPr lvl="2">
                <a:spcAft>
                  <a:spcPts val="0"/>
                </a:spcAft>
                <a:buClr>
                  <a:srgbClr val="C15683"/>
                </a:buClr>
                <a:defRPr/>
              </a:pPr>
              <a:r>
                <a:rPr kumimoji="0" lang="nl-NL" sz="1200" b="0" i="0" u="none" strike="noStrike" kern="1200" cap="none" spc="0" normalizeH="0" baseline="0" noProof="0" dirty="0">
                  <a:ln>
                    <a:noFill/>
                  </a:ln>
                  <a:solidFill>
                    <a:srgbClr val="000000"/>
                  </a:solidFill>
                  <a:effectLst/>
                  <a:uLnTx/>
                  <a:uFillTx/>
                  <a:latin typeface="Calibri"/>
                  <a:ea typeface="+mn-ea"/>
                  <a:cs typeface="+mn-cs"/>
                </a:rPr>
                <a:t>FTP sessie 3 (20-22 maart)</a:t>
              </a:r>
            </a:p>
            <a:p>
              <a:pPr marL="179997" marR="0" lvl="1" indent="-179997" algn="l" defTabSz="914400" rtl="0" eaLnBrk="1" fontAlgn="auto" latinLnBrk="0" hangingPunct="1">
                <a:lnSpc>
                  <a:spcPct val="100000"/>
                </a:lnSpc>
                <a:spcBef>
                  <a:spcPts val="0"/>
                </a:spcBef>
                <a:spcAft>
                  <a:spcPts val="0"/>
                </a:spcAft>
                <a:buClr>
                  <a:srgbClr val="C15683"/>
                </a:buClr>
                <a:buSzPct val="100000"/>
                <a:buFont typeface="Wingdings" panose="05000000000000000000" pitchFamily="2" charset="2"/>
                <a:buChar char="§"/>
                <a:tabLst/>
                <a:defRPr/>
              </a:pPr>
              <a:r>
                <a:rPr kumimoji="0" lang="nl-NL" sz="1200" b="1" i="0" u="none" strike="noStrike" kern="1200" cap="none" spc="0" normalizeH="0" baseline="0" noProof="0" dirty="0">
                  <a:ln>
                    <a:noFill/>
                  </a:ln>
                  <a:solidFill>
                    <a:srgbClr val="000000"/>
                  </a:solidFill>
                  <a:effectLst/>
                  <a:uLnTx/>
                  <a:uFillTx/>
                  <a:latin typeface="Calibri"/>
                  <a:ea typeface="+mn-ea"/>
                  <a:cs typeface="+mn-cs"/>
                </a:rPr>
                <a:t>Gepersonaliseerde coaching voor ~</a:t>
              </a:r>
              <a:r>
                <a:rPr lang="nl-NL" sz="1200" b="1" dirty="0">
                  <a:solidFill>
                    <a:srgbClr val="000000"/>
                  </a:solidFill>
                  <a:latin typeface="Calibri"/>
                </a:rPr>
                <a:t>10</a:t>
              </a:r>
              <a:r>
                <a:rPr kumimoji="0" lang="nl-NL" sz="1200" b="1" i="0" u="none" strike="noStrike" kern="1200" cap="none" spc="0" normalizeH="0" baseline="0" noProof="0" dirty="0">
                  <a:ln>
                    <a:noFill/>
                  </a:ln>
                  <a:solidFill>
                    <a:srgbClr val="000000"/>
                  </a:solidFill>
                  <a:effectLst/>
                  <a:uLnTx/>
                  <a:uFillTx/>
                  <a:latin typeface="Calibri"/>
                  <a:ea typeface="+mn-ea"/>
                  <a:cs typeface="+mn-cs"/>
                </a:rPr>
                <a:t> lead facilitators </a:t>
              </a:r>
            </a:p>
            <a:p>
              <a:pPr marL="179997" marR="0" lvl="1" indent="-179997" algn="l" defTabSz="914400" rtl="0" eaLnBrk="1" fontAlgn="auto" latinLnBrk="0" hangingPunct="1">
                <a:lnSpc>
                  <a:spcPct val="100000"/>
                </a:lnSpc>
                <a:spcBef>
                  <a:spcPts val="0"/>
                </a:spcBef>
                <a:spcAft>
                  <a:spcPts val="300"/>
                </a:spcAft>
                <a:buClr>
                  <a:srgbClr val="C15683"/>
                </a:buClr>
                <a:buSzPct val="100000"/>
                <a:buFont typeface="Wingdings" panose="05000000000000000000" pitchFamily="2" charset="2"/>
                <a:buChar char="§"/>
                <a:tabLst/>
                <a:defRPr/>
              </a:pPr>
              <a:endParaRPr kumimoji="0" lang="nl-NL" sz="1200" b="0" i="0" u="none" strike="noStrike" kern="1200" cap="none" spc="0" normalizeH="0" baseline="0" noProof="0" dirty="0">
                <a:ln>
                  <a:noFill/>
                </a:ln>
                <a:solidFill>
                  <a:srgbClr val="000000"/>
                </a:solidFill>
                <a:effectLst/>
                <a:uLnTx/>
                <a:uFillTx/>
                <a:latin typeface="Calibri"/>
                <a:ea typeface="+mn-ea"/>
                <a:cs typeface="+mn-cs"/>
              </a:endParaRPr>
            </a:p>
          </p:txBody>
        </p:sp>
      </p:grpSp>
      <p:grpSp>
        <p:nvGrpSpPr>
          <p:cNvPr id="18" name="Group 17">
            <a:extLst>
              <a:ext uri="{FF2B5EF4-FFF2-40B4-BE49-F238E27FC236}">
                <a16:creationId xmlns:a16="http://schemas.microsoft.com/office/drawing/2014/main" id="{A2805C14-BF0A-D37E-7510-B92F406FFCD9}"/>
              </a:ext>
            </a:extLst>
          </p:cNvPr>
          <p:cNvGrpSpPr/>
          <p:nvPr/>
        </p:nvGrpSpPr>
        <p:grpSpPr>
          <a:xfrm>
            <a:off x="3480000" y="1892593"/>
            <a:ext cx="3220475" cy="3242220"/>
            <a:chOff x="3459058" y="1003593"/>
            <a:chExt cx="3220475" cy="3242220"/>
          </a:xfrm>
        </p:grpSpPr>
        <p:sp>
          <p:nvSpPr>
            <p:cNvPr id="15" name="Rectangle 14">
              <a:extLst>
                <a:ext uri="{FF2B5EF4-FFF2-40B4-BE49-F238E27FC236}">
                  <a16:creationId xmlns:a16="http://schemas.microsoft.com/office/drawing/2014/main" id="{609B6D62-CBA5-48BA-A574-3D6A7992F2D3}"/>
                </a:ext>
              </a:extLst>
            </p:cNvPr>
            <p:cNvSpPr>
              <a:spLocks/>
            </p:cNvSpPr>
            <p:nvPr/>
          </p:nvSpPr>
          <p:spPr>
            <a:xfrm>
              <a:off x="3459058" y="1003593"/>
              <a:ext cx="3220475" cy="215444"/>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R="0" lvl="0" indent="0" algn="l" defTabSz="914400" rtl="0" eaLnBrk="1" fontAlgn="auto" latinLnBrk="0" hangingPunct="1">
                <a:lnSpc>
                  <a:spcPct val="100000"/>
                </a:lnSpc>
                <a:spcBef>
                  <a:spcPts val="300"/>
                </a:spcBef>
                <a:spcAft>
                  <a:spcPts val="300"/>
                </a:spcAft>
                <a:buClrTx/>
                <a:buSzTx/>
                <a:buFontTx/>
                <a:buNone/>
                <a:tabLst/>
                <a:defRPr/>
              </a:pPr>
              <a:r>
                <a:rPr kumimoji="0" lang="en-US" sz="1400" b="1" i="0" u="none" strike="noStrike" kern="1200" cap="none" spc="0" normalizeH="0" baseline="0" noProof="0" dirty="0">
                  <a:ln>
                    <a:noFill/>
                  </a:ln>
                  <a:solidFill>
                    <a:srgbClr val="C15683"/>
                  </a:solidFill>
                  <a:effectLst/>
                  <a:uLnTx/>
                  <a:uFillTx/>
                  <a:latin typeface="Calibri"/>
                  <a:ea typeface="+mn-ea"/>
                  <a:cs typeface="+mn-cs"/>
                </a:rPr>
                <a:t>2. </a:t>
              </a:r>
              <a:r>
                <a:rPr kumimoji="0" lang="en-US" sz="1400" b="1" i="0" u="none" strike="noStrike" kern="1200" cap="none" spc="0" normalizeH="0" baseline="0" noProof="0" dirty="0" err="1">
                  <a:ln>
                    <a:noFill/>
                  </a:ln>
                  <a:solidFill>
                    <a:srgbClr val="C15683"/>
                  </a:solidFill>
                  <a:effectLst/>
                  <a:uLnTx/>
                  <a:uFillTx/>
                  <a:latin typeface="Calibri"/>
                  <a:ea typeface="+mn-ea"/>
                  <a:cs typeface="+mn-cs"/>
                </a:rPr>
                <a:t>Deelnemers</a:t>
              </a:r>
              <a:r>
                <a:rPr kumimoji="0" lang="en-US" sz="1400" b="1" i="0" u="none" strike="noStrike" kern="1200" cap="none" spc="0" normalizeH="0" baseline="0" noProof="0" dirty="0">
                  <a:ln>
                    <a:noFill/>
                  </a:ln>
                  <a:solidFill>
                    <a:srgbClr val="C15683"/>
                  </a:solidFill>
                  <a:effectLst/>
                  <a:uLnTx/>
                  <a:uFillTx/>
                  <a:latin typeface="Calibri"/>
                  <a:ea typeface="+mn-ea"/>
                  <a:cs typeface="+mn-cs"/>
                </a:rPr>
                <a:t> &amp; trainers </a:t>
              </a:r>
              <a:r>
                <a:rPr kumimoji="0" lang="en-US" sz="1400" b="1" i="0" u="none" strike="noStrike" kern="1200" cap="none" spc="0" normalizeH="0" baseline="0" noProof="0" dirty="0" err="1">
                  <a:ln>
                    <a:noFill/>
                  </a:ln>
                  <a:solidFill>
                    <a:srgbClr val="C15683"/>
                  </a:solidFill>
                  <a:effectLst/>
                  <a:uLnTx/>
                  <a:uFillTx/>
                  <a:latin typeface="Calibri"/>
                  <a:ea typeface="+mn-ea"/>
                  <a:cs typeface="+mn-cs"/>
                </a:rPr>
                <a:t>handleidingen</a:t>
              </a:r>
              <a:endParaRPr kumimoji="0" lang="en-US" sz="1400" b="1" i="0" u="none" strike="noStrike" kern="1200" cap="none" spc="0" normalizeH="0" baseline="0" noProof="0" dirty="0">
                <a:ln>
                  <a:noFill/>
                </a:ln>
                <a:solidFill>
                  <a:srgbClr val="C15683"/>
                </a:solidFill>
                <a:effectLst/>
                <a:uLnTx/>
                <a:uFillTx/>
                <a:latin typeface="Calibri"/>
                <a:ea typeface="+mn-ea"/>
                <a:cs typeface="+mn-cs"/>
              </a:endParaRPr>
            </a:p>
          </p:txBody>
        </p:sp>
        <p:sp>
          <p:nvSpPr>
            <p:cNvPr id="116" name="TextBox 115">
              <a:extLst>
                <a:ext uri="{FF2B5EF4-FFF2-40B4-BE49-F238E27FC236}">
                  <a16:creationId xmlns:a16="http://schemas.microsoft.com/office/drawing/2014/main" id="{211E6657-305E-488F-8B21-351B82D38149}"/>
                </a:ext>
              </a:extLst>
            </p:cNvPr>
            <p:cNvSpPr txBox="1"/>
            <p:nvPr/>
          </p:nvSpPr>
          <p:spPr>
            <a:xfrm>
              <a:off x="3459059" y="1291158"/>
              <a:ext cx="3220474" cy="2954655"/>
            </a:xfrm>
            <a:prstGeom prst="rect">
              <a:avLst/>
            </a:prstGeom>
            <a:no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9997" marR="0" lvl="1" indent="-179997" algn="l" defTabSz="914400" rtl="0" eaLnBrk="1" fontAlgn="auto" latinLnBrk="0" hangingPunct="1">
                <a:lnSpc>
                  <a:spcPct val="100000"/>
                </a:lnSpc>
                <a:spcBef>
                  <a:spcPts val="0"/>
                </a:spcBef>
                <a:spcAft>
                  <a:spcPts val="0"/>
                </a:spcAft>
                <a:buClr>
                  <a:srgbClr val="C15683"/>
                </a:buClr>
                <a:buSzPct val="100000"/>
                <a:buFont typeface="Wingdings" panose="05000000000000000000" pitchFamily="2" charset="2"/>
                <a:buChar char="§"/>
                <a:tabLst/>
                <a:defRPr/>
              </a:pPr>
              <a:r>
                <a:rPr kumimoji="0" lang="nl-NL" sz="1200" b="1" i="0" u="none" strike="noStrike" kern="1200" cap="none" spc="0" normalizeH="0" baseline="0" noProof="0" dirty="0">
                  <a:ln>
                    <a:noFill/>
                  </a:ln>
                  <a:solidFill>
                    <a:srgbClr val="000000"/>
                  </a:solidFill>
                  <a:effectLst/>
                  <a:uLnTx/>
                  <a:uFillTx/>
                  <a:latin typeface="Calibri"/>
                  <a:ea typeface="+mn-ea"/>
                  <a:cs typeface="+mn-cs"/>
                </a:rPr>
                <a:t>Ontwikkeling van handleidingen voor trainingen</a:t>
              </a:r>
              <a:r>
                <a:rPr kumimoji="0" lang="nl-NL" sz="1200" b="0" i="0" u="none" strike="noStrike" kern="1200" cap="none" spc="0" normalizeH="0" baseline="0" noProof="0" dirty="0">
                  <a:ln>
                    <a:noFill/>
                  </a:ln>
                  <a:solidFill>
                    <a:srgbClr val="000000"/>
                  </a:solidFill>
                  <a:effectLst/>
                  <a:uLnTx/>
                  <a:uFillTx/>
                  <a:latin typeface="Calibri"/>
                  <a:ea typeface="+mn-ea"/>
                  <a:cs typeface="+mn-cs"/>
                </a:rPr>
                <a:t>, zodat interne facilitators deze trainingen op den duur kunnen verzorgen </a:t>
              </a:r>
            </a:p>
            <a:p>
              <a:pPr marL="359994" marR="0" lvl="2" indent="-179997" algn="l" defTabSz="914400" rtl="0" eaLnBrk="1" fontAlgn="auto" latinLnBrk="0" hangingPunct="1">
                <a:lnSpc>
                  <a:spcPct val="100000"/>
                </a:lnSpc>
                <a:spcBef>
                  <a:spcPts val="0"/>
                </a:spcBef>
                <a:spcAft>
                  <a:spcPts val="0"/>
                </a:spcAft>
                <a:buClr>
                  <a:srgbClr val="C15683"/>
                </a:buClr>
                <a:buSzPct val="100000"/>
                <a:buFont typeface="Wingdings" panose="05000000000000000000" pitchFamily="2" charset="2"/>
                <a:buChar char="§"/>
                <a:tabLst/>
                <a:defRPr/>
              </a:pPr>
              <a:r>
                <a:rPr kumimoji="0" lang="nl-NL" sz="1200" b="0" i="0" u="none" strike="noStrike" kern="1200" cap="none" spc="0" normalizeH="0" baseline="0" noProof="0" dirty="0">
                  <a:ln>
                    <a:noFill/>
                  </a:ln>
                  <a:solidFill>
                    <a:srgbClr val="000000"/>
                  </a:solidFill>
                  <a:effectLst/>
                  <a:uLnTx/>
                  <a:uFillTx/>
                  <a:latin typeface="Calibri"/>
                  <a:ea typeface="+mn-ea"/>
                  <a:cs typeface="+mn-cs"/>
                </a:rPr>
                <a:t>Presentatiematerialen, posters, werkboeken/hand outs</a:t>
              </a:r>
            </a:p>
            <a:p>
              <a:pPr marL="359994" marR="0" lvl="2" indent="-179997" algn="l" defTabSz="914400" rtl="0" eaLnBrk="1" fontAlgn="auto" latinLnBrk="0" hangingPunct="1">
                <a:lnSpc>
                  <a:spcPct val="100000"/>
                </a:lnSpc>
                <a:spcBef>
                  <a:spcPts val="0"/>
                </a:spcBef>
                <a:spcAft>
                  <a:spcPts val="0"/>
                </a:spcAft>
                <a:buClr>
                  <a:srgbClr val="C15683"/>
                </a:buClr>
                <a:buSzPct val="100000"/>
                <a:buFont typeface="Wingdings" panose="05000000000000000000" pitchFamily="2" charset="2"/>
                <a:buChar char="§"/>
                <a:tabLst/>
                <a:defRPr/>
              </a:pPr>
              <a:r>
                <a:rPr kumimoji="0" lang="nl-NL" sz="1200" b="0" i="0" u="none" strike="noStrike" kern="1200" cap="none" spc="0" normalizeH="0" baseline="0" noProof="0" dirty="0">
                  <a:ln>
                    <a:noFill/>
                  </a:ln>
                  <a:solidFill>
                    <a:srgbClr val="000000"/>
                  </a:solidFill>
                  <a:effectLst/>
                  <a:uLnTx/>
                  <a:uFillTx/>
                  <a:latin typeface="Calibri"/>
                  <a:ea typeface="+mn-ea"/>
                  <a:cs typeface="+mn-cs"/>
                </a:rPr>
                <a:t>Facilitator scripts</a:t>
              </a:r>
            </a:p>
            <a:p>
              <a:pPr marL="179997" marR="0" lvl="1" indent="-179997" algn="l" defTabSz="914400" rtl="0" eaLnBrk="1" fontAlgn="auto" latinLnBrk="0" hangingPunct="1">
                <a:lnSpc>
                  <a:spcPct val="100000"/>
                </a:lnSpc>
                <a:spcBef>
                  <a:spcPts val="0"/>
                </a:spcBef>
                <a:spcAft>
                  <a:spcPts val="0"/>
                </a:spcAft>
                <a:buClr>
                  <a:srgbClr val="C15683"/>
                </a:buClr>
                <a:buSzPct val="100000"/>
                <a:buFont typeface="Wingdings" panose="05000000000000000000" pitchFamily="2" charset="2"/>
                <a:buChar char="§"/>
                <a:tabLst/>
                <a:defRPr/>
              </a:pPr>
              <a:r>
                <a:rPr lang="nl-NL" sz="1200" b="1" dirty="0">
                  <a:solidFill>
                    <a:srgbClr val="000000"/>
                  </a:solidFill>
                  <a:latin typeface="Calibri"/>
                </a:rPr>
                <a:t>Bespreking van trainingsmaterialen </a:t>
              </a:r>
              <a:r>
                <a:rPr lang="nl-NL" sz="1200" dirty="0">
                  <a:solidFill>
                    <a:srgbClr val="000000"/>
                  </a:solidFill>
                  <a:latin typeface="Calibri"/>
                </a:rPr>
                <a:t>in 2 klankbordsessies</a:t>
              </a:r>
            </a:p>
            <a:p>
              <a:pPr marL="179997" marR="0" lvl="1" indent="-179997" algn="l" defTabSz="914400" rtl="0" eaLnBrk="1" fontAlgn="auto" latinLnBrk="0" hangingPunct="1">
                <a:lnSpc>
                  <a:spcPct val="100000"/>
                </a:lnSpc>
                <a:spcBef>
                  <a:spcPts val="0"/>
                </a:spcBef>
                <a:spcAft>
                  <a:spcPts val="0"/>
                </a:spcAft>
                <a:buClr>
                  <a:srgbClr val="C15683"/>
                </a:buClr>
                <a:buSzPct val="100000"/>
                <a:buFont typeface="Wingdings" panose="05000000000000000000" pitchFamily="2" charset="2"/>
                <a:buChar char="§"/>
                <a:tabLst/>
                <a:defRPr/>
              </a:pPr>
              <a:r>
                <a:rPr lang="nl-NL" sz="1200" b="1" dirty="0">
                  <a:solidFill>
                    <a:srgbClr val="000000"/>
                  </a:solidFill>
                  <a:latin typeface="Calibri"/>
                </a:rPr>
                <a:t>Verfijning van materialen </a:t>
              </a:r>
              <a:r>
                <a:rPr lang="nl-NL" sz="1200" dirty="0">
                  <a:solidFill>
                    <a:srgbClr val="000000"/>
                  </a:solidFill>
                  <a:latin typeface="Calibri"/>
                </a:rPr>
                <a:t>op basis van feedback eerste trainingen</a:t>
              </a:r>
            </a:p>
            <a:p>
              <a:pPr marL="179997" marR="0" lvl="1" indent="-179997" algn="l" defTabSz="914400" rtl="0" eaLnBrk="1" fontAlgn="auto" latinLnBrk="0" hangingPunct="1">
                <a:lnSpc>
                  <a:spcPct val="100000"/>
                </a:lnSpc>
                <a:spcBef>
                  <a:spcPts val="0"/>
                </a:spcBef>
                <a:spcAft>
                  <a:spcPts val="0"/>
                </a:spcAft>
                <a:buClr>
                  <a:srgbClr val="C15683"/>
                </a:buClr>
                <a:buSzPct val="100000"/>
                <a:buFont typeface="Wingdings" panose="05000000000000000000" pitchFamily="2" charset="2"/>
                <a:buChar char="§"/>
                <a:tabLst/>
                <a:defRPr/>
              </a:pPr>
              <a:r>
                <a:rPr lang="nl-NL" sz="1200" b="1" dirty="0">
                  <a:solidFill>
                    <a:srgbClr val="000000"/>
                  </a:solidFill>
                  <a:latin typeface="Calibri"/>
                </a:rPr>
                <a:t>Scope</a:t>
              </a:r>
            </a:p>
            <a:p>
              <a:pPr lvl="2">
                <a:spcAft>
                  <a:spcPts val="0"/>
                </a:spcAft>
                <a:buClr>
                  <a:srgbClr val="C15683"/>
                </a:buClr>
                <a:defRPr/>
              </a:pPr>
              <a:r>
                <a:rPr lang="nl-NL" sz="1200" dirty="0">
                  <a:solidFill>
                    <a:srgbClr val="000000"/>
                  </a:solidFill>
                  <a:latin typeface="Calibri"/>
                </a:rPr>
                <a:t>PD training</a:t>
              </a:r>
            </a:p>
            <a:p>
              <a:pPr lvl="2">
                <a:spcAft>
                  <a:spcPts val="0"/>
                </a:spcAft>
                <a:buClr>
                  <a:srgbClr val="C15683"/>
                </a:buClr>
                <a:defRPr/>
              </a:pPr>
              <a:r>
                <a:rPr lang="nl-NL" sz="1200" dirty="0">
                  <a:solidFill>
                    <a:srgbClr val="000000"/>
                  </a:solidFill>
                  <a:latin typeface="Calibri"/>
                </a:rPr>
                <a:t>Gerichte team coaching (16 modules, programma van 1.5 dag)</a:t>
              </a:r>
            </a:p>
            <a:p>
              <a:pPr lvl="2">
                <a:spcAft>
                  <a:spcPts val="0"/>
                </a:spcAft>
                <a:buClr>
                  <a:srgbClr val="C15683"/>
                </a:buClr>
                <a:defRPr/>
              </a:pPr>
              <a:r>
                <a:rPr lang="nl-NL" sz="1200" dirty="0">
                  <a:solidFill>
                    <a:srgbClr val="000000"/>
                  </a:solidFill>
                  <a:latin typeface="Calibri"/>
                </a:rPr>
                <a:t>Team journey (programma van 2x 1.5 dag)</a:t>
              </a:r>
            </a:p>
            <a:p>
              <a:pPr lvl="2">
                <a:spcAft>
                  <a:spcPts val="0"/>
                </a:spcAft>
                <a:buClr>
                  <a:srgbClr val="C15683"/>
                </a:buClr>
                <a:defRPr/>
              </a:pPr>
              <a:r>
                <a:rPr lang="nl-NL" sz="1200" dirty="0">
                  <a:solidFill>
                    <a:srgbClr val="000000"/>
                  </a:solidFill>
                  <a:latin typeface="Calibri"/>
                </a:rPr>
                <a:t>Exclusief: FTP materialen</a:t>
              </a:r>
            </a:p>
          </p:txBody>
        </p:sp>
      </p:grpSp>
      <p:grpSp>
        <p:nvGrpSpPr>
          <p:cNvPr id="12" name="Group 11">
            <a:extLst>
              <a:ext uri="{FF2B5EF4-FFF2-40B4-BE49-F238E27FC236}">
                <a16:creationId xmlns:a16="http://schemas.microsoft.com/office/drawing/2014/main" id="{6FB3FF39-1BA0-777A-963D-BD584D59877C}"/>
              </a:ext>
            </a:extLst>
          </p:cNvPr>
          <p:cNvGrpSpPr/>
          <p:nvPr/>
        </p:nvGrpSpPr>
        <p:grpSpPr>
          <a:xfrm>
            <a:off x="6778566" y="1892593"/>
            <a:ext cx="5072122" cy="3611552"/>
            <a:chOff x="6835716" y="1003593"/>
            <a:chExt cx="5072122" cy="3611552"/>
          </a:xfrm>
        </p:grpSpPr>
        <p:sp>
          <p:nvSpPr>
            <p:cNvPr id="16" name="Rectangle 15">
              <a:extLst>
                <a:ext uri="{FF2B5EF4-FFF2-40B4-BE49-F238E27FC236}">
                  <a16:creationId xmlns:a16="http://schemas.microsoft.com/office/drawing/2014/main" id="{DF460CB2-50EB-4C5E-9F0D-388B2F58EA71}"/>
                </a:ext>
              </a:extLst>
            </p:cNvPr>
            <p:cNvSpPr>
              <a:spLocks/>
            </p:cNvSpPr>
            <p:nvPr/>
          </p:nvSpPr>
          <p:spPr>
            <a:xfrm>
              <a:off x="6835716" y="1003593"/>
              <a:ext cx="4980263" cy="215444"/>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R="0" lvl="0" indent="0" algn="l" defTabSz="914400" rtl="0" eaLnBrk="1" fontAlgn="auto" latinLnBrk="0" hangingPunct="1">
                <a:lnSpc>
                  <a:spcPct val="100000"/>
                </a:lnSpc>
                <a:spcBef>
                  <a:spcPts val="300"/>
                </a:spcBef>
                <a:spcAft>
                  <a:spcPts val="300"/>
                </a:spcAft>
                <a:buClrTx/>
                <a:buSzTx/>
                <a:buFontTx/>
                <a:buNone/>
                <a:tabLst/>
                <a:defRPr/>
              </a:pPr>
              <a:r>
                <a:rPr kumimoji="0" lang="en-US" sz="1400" b="1" i="0" u="none" strike="noStrike" kern="1200" cap="none" spc="0" normalizeH="0" baseline="0" noProof="0" dirty="0">
                  <a:ln>
                    <a:noFill/>
                  </a:ln>
                  <a:solidFill>
                    <a:srgbClr val="C15683"/>
                  </a:solidFill>
                  <a:effectLst/>
                  <a:uLnTx/>
                  <a:uFillTx/>
                  <a:latin typeface="Calibri"/>
                  <a:ea typeface="+mn-ea"/>
                  <a:cs typeface="+mn-cs"/>
                </a:rPr>
                <a:t>3. On the job training </a:t>
              </a:r>
              <a:r>
                <a:rPr kumimoji="0" lang="en-US" sz="1400" b="1" i="0" u="none" strike="noStrike" kern="1200" cap="none" spc="0" normalizeH="0" baseline="0" noProof="0" dirty="0" err="1">
                  <a:ln>
                    <a:noFill/>
                  </a:ln>
                  <a:solidFill>
                    <a:srgbClr val="C15683"/>
                  </a:solidFill>
                  <a:effectLst/>
                  <a:uLnTx/>
                  <a:uFillTx/>
                  <a:latin typeface="Calibri"/>
                  <a:ea typeface="+mn-ea"/>
                  <a:cs typeface="+mn-cs"/>
                </a:rPr>
                <a:t>en</a:t>
              </a:r>
              <a:r>
                <a:rPr kumimoji="0" lang="en-US" sz="1400" b="1" i="0" u="none" strike="noStrike" kern="1200" cap="none" spc="0" normalizeH="0" baseline="0" noProof="0" dirty="0">
                  <a:ln>
                    <a:noFill/>
                  </a:ln>
                  <a:solidFill>
                    <a:srgbClr val="C15683"/>
                  </a:solidFill>
                  <a:effectLst/>
                  <a:uLnTx/>
                  <a:uFillTx/>
                  <a:latin typeface="Calibri"/>
                  <a:ea typeface="+mn-ea"/>
                  <a:cs typeface="+mn-cs"/>
                </a:rPr>
                <a:t> </a:t>
              </a:r>
              <a:r>
                <a:rPr kumimoji="0" lang="en-US" sz="1400" b="1" i="0" u="none" strike="noStrike" kern="1200" cap="none" spc="0" normalizeH="0" baseline="0" noProof="0" dirty="0" err="1">
                  <a:ln>
                    <a:noFill/>
                  </a:ln>
                  <a:solidFill>
                    <a:srgbClr val="C15683"/>
                  </a:solidFill>
                  <a:effectLst/>
                  <a:uLnTx/>
                  <a:uFillTx/>
                  <a:latin typeface="Calibri"/>
                  <a:ea typeface="+mn-ea"/>
                  <a:cs typeface="+mn-cs"/>
                </a:rPr>
                <a:t>facilitatie</a:t>
              </a:r>
              <a:endParaRPr kumimoji="0" lang="en-US" sz="1400" b="1" i="0" u="none" strike="noStrike" kern="1200" cap="none" spc="0" normalizeH="0" baseline="30000" noProof="0" dirty="0">
                <a:ln>
                  <a:noFill/>
                </a:ln>
                <a:solidFill>
                  <a:srgbClr val="C15683"/>
                </a:solidFill>
                <a:effectLst/>
                <a:uLnTx/>
                <a:uFillTx/>
                <a:latin typeface="Calibri"/>
                <a:ea typeface="+mn-ea"/>
                <a:cs typeface="+mn-cs"/>
              </a:endParaRPr>
            </a:p>
          </p:txBody>
        </p:sp>
        <p:sp>
          <p:nvSpPr>
            <p:cNvPr id="9" name="TextBox 8">
              <a:extLst>
                <a:ext uri="{FF2B5EF4-FFF2-40B4-BE49-F238E27FC236}">
                  <a16:creationId xmlns:a16="http://schemas.microsoft.com/office/drawing/2014/main" id="{47E451FA-C7E4-E208-F7D7-B08F57B154FA}"/>
                </a:ext>
              </a:extLst>
            </p:cNvPr>
            <p:cNvSpPr txBox="1"/>
            <p:nvPr/>
          </p:nvSpPr>
          <p:spPr>
            <a:xfrm>
              <a:off x="6835717" y="1291158"/>
              <a:ext cx="5072121" cy="3323987"/>
            </a:xfrm>
            <a:prstGeom prst="rect">
              <a:avLst/>
            </a:prstGeom>
            <a:no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9997" marR="0" lvl="1" indent="-179997" algn="l" defTabSz="914400" rtl="0" eaLnBrk="1" fontAlgn="auto" latinLnBrk="0" hangingPunct="1">
                <a:lnSpc>
                  <a:spcPct val="100000"/>
                </a:lnSpc>
                <a:spcBef>
                  <a:spcPts val="0"/>
                </a:spcBef>
                <a:spcAft>
                  <a:spcPts val="0"/>
                </a:spcAft>
                <a:buClr>
                  <a:srgbClr val="C15683"/>
                </a:buClr>
                <a:buSzPct val="100000"/>
                <a:buFont typeface="Wingdings" panose="05000000000000000000" pitchFamily="2" charset="2"/>
                <a:buChar char="§"/>
                <a:tabLst/>
                <a:defRPr/>
              </a:pPr>
              <a:r>
                <a:rPr lang="nl-NL" sz="1200" b="1" dirty="0">
                  <a:solidFill>
                    <a:srgbClr val="000000"/>
                  </a:solidFill>
                  <a:latin typeface="Calibri"/>
                </a:rPr>
                <a:t>GC offsite in Terschelling</a:t>
              </a:r>
            </a:p>
            <a:p>
              <a:pPr marL="179997" marR="0" lvl="1" indent="-179997" algn="l" defTabSz="914400" rtl="0" eaLnBrk="1" fontAlgn="auto" latinLnBrk="0" hangingPunct="1">
                <a:lnSpc>
                  <a:spcPct val="100000"/>
                </a:lnSpc>
                <a:spcBef>
                  <a:spcPts val="0"/>
                </a:spcBef>
                <a:spcAft>
                  <a:spcPts val="0"/>
                </a:spcAft>
                <a:buClr>
                  <a:srgbClr val="C15683"/>
                </a:buClr>
                <a:buSzPct val="100000"/>
                <a:buFont typeface="Wingdings" panose="05000000000000000000" pitchFamily="2" charset="2"/>
                <a:buChar char="§"/>
                <a:tabLst/>
                <a:defRPr/>
              </a:pPr>
              <a:r>
                <a:rPr lang="nl-NL" sz="1200" b="1" dirty="0">
                  <a:solidFill>
                    <a:srgbClr val="000000"/>
                  </a:solidFill>
                  <a:latin typeface="Calibri"/>
                </a:rPr>
                <a:t>PD training voor 16 teams </a:t>
              </a:r>
              <a:r>
                <a:rPr lang="nl-NL" sz="1200" dirty="0">
                  <a:solidFill>
                    <a:srgbClr val="000000"/>
                  </a:solidFill>
                  <a:latin typeface="Calibri"/>
                </a:rPr>
                <a:t>(0.5 dag)</a:t>
              </a:r>
            </a:p>
            <a:p>
              <a:pPr lvl="2">
                <a:spcAft>
                  <a:spcPts val="0"/>
                </a:spcAft>
                <a:buClr>
                  <a:srgbClr val="C15683"/>
                </a:buClr>
                <a:defRPr/>
              </a:pPr>
              <a:r>
                <a:rPr lang="nl-NL" sz="1200" dirty="0">
                  <a:solidFill>
                    <a:srgbClr val="000000"/>
                  </a:solidFill>
                  <a:latin typeface="Calibri"/>
                </a:rPr>
                <a:t>8</a:t>
              </a:r>
              <a:r>
                <a:rPr kumimoji="0" lang="nl-NL" sz="1200" b="0" i="0" u="none" strike="noStrike" kern="1200" cap="none" spc="0" normalizeH="0" baseline="0" noProof="0" dirty="0">
                  <a:ln>
                    <a:noFill/>
                  </a:ln>
                  <a:solidFill>
                    <a:srgbClr val="000000"/>
                  </a:solidFill>
                  <a:effectLst/>
                  <a:uLnTx/>
                  <a:uFillTx/>
                  <a:latin typeface="Calibri"/>
                  <a:ea typeface="+mn-ea"/>
                  <a:cs typeface="+mn-cs"/>
                </a:rPr>
                <a:t> </a:t>
              </a:r>
              <a:r>
                <a:rPr lang="nl-NL" sz="1200" dirty="0">
                  <a:solidFill>
                    <a:srgbClr val="000000"/>
                  </a:solidFill>
                  <a:latin typeface="Calibri"/>
                </a:rPr>
                <a:t>See one sessies: 1 Aberkyn facilitator + 2 interne facilitators als observant </a:t>
              </a:r>
            </a:p>
            <a:p>
              <a:pPr lvl="2">
                <a:spcAft>
                  <a:spcPts val="0"/>
                </a:spcAft>
                <a:buClr>
                  <a:srgbClr val="C15683"/>
                </a:buClr>
                <a:defRPr/>
              </a:pPr>
              <a:r>
                <a:rPr lang="nl-NL" sz="1200" dirty="0">
                  <a:solidFill>
                    <a:srgbClr val="000000"/>
                  </a:solidFill>
                  <a:latin typeface="Calibri"/>
                </a:rPr>
                <a:t>8</a:t>
              </a:r>
              <a:r>
                <a:rPr kumimoji="0" lang="nl-NL" sz="1200" b="0" i="0" u="none" strike="noStrike" kern="1200" cap="none" spc="0" normalizeH="0" baseline="0" noProof="0" dirty="0">
                  <a:ln>
                    <a:noFill/>
                  </a:ln>
                  <a:solidFill>
                    <a:srgbClr val="000000"/>
                  </a:solidFill>
                  <a:effectLst/>
                  <a:uLnTx/>
                  <a:uFillTx/>
                  <a:latin typeface="Calibri"/>
                  <a:ea typeface="+mn-ea"/>
                  <a:cs typeface="+mn-cs"/>
                </a:rPr>
                <a:t> Do one sessies: 1-2 interne faciliators + 1 Aberkyn facilitator als coach</a:t>
              </a:r>
            </a:p>
            <a:p>
              <a:pPr lvl="1">
                <a:spcAft>
                  <a:spcPts val="0"/>
                </a:spcAft>
                <a:buClr>
                  <a:srgbClr val="C15683"/>
                </a:buClr>
                <a:defRPr/>
              </a:pPr>
              <a:r>
                <a:rPr kumimoji="0" lang="nl-NL" sz="1200" b="1" i="0" u="none" strike="noStrike" kern="1200" cap="none" spc="0" normalizeH="0" baseline="0" noProof="0" dirty="0">
                  <a:ln>
                    <a:noFill/>
                  </a:ln>
                  <a:solidFill>
                    <a:srgbClr val="000000"/>
                  </a:solidFill>
                  <a:effectLst/>
                  <a:uLnTx/>
                  <a:uFillTx/>
                  <a:latin typeface="Calibri"/>
                  <a:ea typeface="+mn-ea"/>
                  <a:cs typeface="+mn-cs"/>
                </a:rPr>
                <a:t>PD coaching voor 20 sessies (1-2 uur per sessie)</a:t>
              </a:r>
            </a:p>
            <a:p>
              <a:pPr lvl="2">
                <a:spcAft>
                  <a:spcPts val="0"/>
                </a:spcAft>
                <a:buClr>
                  <a:srgbClr val="C15683"/>
                </a:buClr>
                <a:defRPr/>
              </a:pPr>
              <a:r>
                <a:rPr kumimoji="0" lang="nl-NL" sz="1200" i="0" u="none" strike="noStrike" kern="1200" cap="none" spc="0" normalizeH="0" baseline="0" noProof="0" dirty="0">
                  <a:ln>
                    <a:noFill/>
                  </a:ln>
                  <a:solidFill>
                    <a:srgbClr val="000000"/>
                  </a:solidFill>
                  <a:effectLst/>
                  <a:uLnTx/>
                  <a:uFillTx/>
                  <a:latin typeface="Calibri"/>
                  <a:ea typeface="+mn-ea"/>
                  <a:cs typeface="+mn-cs"/>
                </a:rPr>
                <a:t>1 Aberkyn facilitator + 1-2 interne facilitators als observant</a:t>
              </a:r>
            </a:p>
            <a:p>
              <a:pPr lvl="1">
                <a:spcAft>
                  <a:spcPts val="0"/>
                </a:spcAft>
                <a:buClr>
                  <a:srgbClr val="C15683"/>
                </a:buClr>
                <a:defRPr/>
              </a:pPr>
              <a:r>
                <a:rPr kumimoji="0" lang="nl-NL" sz="1200" b="1" i="0" u="none" strike="noStrike" kern="1200" cap="none" spc="0" normalizeH="0" baseline="0" noProof="0" dirty="0">
                  <a:ln>
                    <a:noFill/>
                  </a:ln>
                  <a:solidFill>
                    <a:srgbClr val="000000"/>
                  </a:solidFill>
                  <a:effectLst/>
                  <a:uLnTx/>
                  <a:uFillTx/>
                  <a:latin typeface="Calibri"/>
                  <a:ea typeface="+mn-ea"/>
                  <a:cs typeface="+mn-cs"/>
                </a:rPr>
                <a:t>Gerichte team co</a:t>
              </a:r>
              <a:r>
                <a:rPr lang="nl-NL" sz="1200" b="1" dirty="0">
                  <a:solidFill>
                    <a:srgbClr val="000000"/>
                  </a:solidFill>
                  <a:latin typeface="Calibri"/>
                </a:rPr>
                <a:t>aching voor 16 teams </a:t>
              </a:r>
              <a:r>
                <a:rPr lang="nl-NL" sz="1200" dirty="0">
                  <a:solidFill>
                    <a:srgbClr val="000000"/>
                  </a:solidFill>
                  <a:latin typeface="Calibri"/>
                </a:rPr>
                <a:t>(1.5 dag)</a:t>
              </a:r>
              <a:r>
                <a:rPr kumimoji="0" lang="en-US" sz="1200" b="1" i="0" u="none" strike="noStrike" kern="1200" cap="none" spc="0" normalizeH="0" baseline="30000" noProof="0" dirty="0">
                  <a:ln>
                    <a:noFill/>
                  </a:ln>
                  <a:solidFill>
                    <a:srgbClr val="C15683"/>
                  </a:solidFill>
                  <a:effectLst/>
                  <a:uLnTx/>
                  <a:uFillTx/>
                  <a:latin typeface="Calibri"/>
                  <a:ea typeface="+mn-ea"/>
                  <a:cs typeface="+mn-cs"/>
                </a:rPr>
                <a:t> </a:t>
              </a:r>
              <a:endParaRPr lang="nl-NL" sz="1200" dirty="0">
                <a:solidFill>
                  <a:srgbClr val="000000"/>
                </a:solidFill>
                <a:latin typeface="Calibri"/>
              </a:endParaRPr>
            </a:p>
            <a:p>
              <a:pPr lvl="2">
                <a:spcAft>
                  <a:spcPts val="0"/>
                </a:spcAft>
                <a:buClr>
                  <a:srgbClr val="C15683"/>
                </a:buClr>
                <a:defRPr/>
              </a:pPr>
              <a:r>
                <a:rPr lang="nl-NL" sz="1200" dirty="0">
                  <a:solidFill>
                    <a:srgbClr val="000000"/>
                  </a:solidFill>
                  <a:latin typeface="Calibri"/>
                </a:rPr>
                <a:t>3</a:t>
              </a:r>
              <a:r>
                <a:rPr kumimoji="0" lang="nl-NL" sz="1200" b="0" i="0" u="none" strike="noStrike" kern="1200" cap="none" spc="0" normalizeH="0" baseline="0" noProof="0" dirty="0">
                  <a:ln>
                    <a:noFill/>
                  </a:ln>
                  <a:solidFill>
                    <a:srgbClr val="000000"/>
                  </a:solidFill>
                  <a:effectLst/>
                  <a:uLnTx/>
                  <a:uFillTx/>
                  <a:latin typeface="Calibri"/>
                  <a:ea typeface="+mn-ea"/>
                  <a:cs typeface="+mn-cs"/>
                </a:rPr>
                <a:t> </a:t>
              </a:r>
              <a:r>
                <a:rPr lang="nl-NL" sz="1200" dirty="0">
                  <a:solidFill>
                    <a:srgbClr val="000000"/>
                  </a:solidFill>
                  <a:latin typeface="Calibri"/>
                </a:rPr>
                <a:t>See </a:t>
              </a:r>
              <a:r>
                <a:rPr lang="nl-NL" sz="1200" dirty="0" err="1">
                  <a:solidFill>
                    <a:srgbClr val="000000"/>
                  </a:solidFill>
                  <a:latin typeface="Calibri"/>
                </a:rPr>
                <a:t>one</a:t>
              </a:r>
              <a:r>
                <a:rPr lang="nl-NL" sz="1200" dirty="0">
                  <a:solidFill>
                    <a:srgbClr val="000000"/>
                  </a:solidFill>
                  <a:latin typeface="Calibri"/>
                </a:rPr>
                <a:t> sessies voor team met &lt;8 mensen: 1 Aberkyn facilitator + 2 interne facilitators als observant</a:t>
              </a:r>
            </a:p>
            <a:p>
              <a:pPr lvl="2">
                <a:spcAft>
                  <a:spcPts val="0"/>
                </a:spcAft>
                <a:buClr>
                  <a:srgbClr val="C15683"/>
                </a:buClr>
                <a:defRPr/>
              </a:pPr>
              <a:r>
                <a:rPr lang="nl-NL" sz="1200" dirty="0">
                  <a:solidFill>
                    <a:srgbClr val="000000"/>
                  </a:solidFill>
                  <a:latin typeface="Calibri"/>
                </a:rPr>
                <a:t>5</a:t>
              </a:r>
              <a:r>
                <a:rPr kumimoji="0" lang="nl-NL" sz="1200" b="0" i="0" u="none" strike="noStrike" kern="1200" cap="none" spc="0" normalizeH="0" baseline="0" noProof="0" dirty="0">
                  <a:ln>
                    <a:noFill/>
                  </a:ln>
                  <a:solidFill>
                    <a:srgbClr val="000000"/>
                  </a:solidFill>
                  <a:effectLst/>
                  <a:uLnTx/>
                  <a:uFillTx/>
                  <a:latin typeface="Calibri"/>
                  <a:ea typeface="+mn-ea"/>
                  <a:cs typeface="+mn-cs"/>
                </a:rPr>
                <a:t> </a:t>
              </a:r>
              <a:r>
                <a:rPr lang="nl-NL" sz="1200" dirty="0">
                  <a:solidFill>
                    <a:srgbClr val="000000"/>
                  </a:solidFill>
                  <a:latin typeface="Calibri"/>
                </a:rPr>
                <a:t>See one sessies voor team met 8+ mensen: 2 Aberkyn facilitators + 2 interne facilitators als observant </a:t>
              </a:r>
            </a:p>
            <a:p>
              <a:pPr lvl="2">
                <a:spcAft>
                  <a:spcPts val="0"/>
                </a:spcAft>
                <a:buClr>
                  <a:srgbClr val="C15683"/>
                </a:buClr>
                <a:defRPr/>
              </a:pPr>
              <a:r>
                <a:rPr lang="nl-NL" sz="1200" dirty="0">
                  <a:solidFill>
                    <a:srgbClr val="000000"/>
                  </a:solidFill>
                  <a:latin typeface="Calibri"/>
                </a:rPr>
                <a:t>8</a:t>
              </a:r>
              <a:r>
                <a:rPr kumimoji="0" lang="nl-NL" sz="1200" b="0" i="0" u="none" strike="noStrike" kern="1200" cap="none" spc="0" normalizeH="0" baseline="0" noProof="0" dirty="0">
                  <a:ln>
                    <a:noFill/>
                  </a:ln>
                  <a:solidFill>
                    <a:srgbClr val="000000"/>
                  </a:solidFill>
                  <a:effectLst/>
                  <a:uLnTx/>
                  <a:uFillTx/>
                  <a:latin typeface="Calibri"/>
                  <a:ea typeface="+mn-ea"/>
                  <a:cs typeface="+mn-cs"/>
                </a:rPr>
                <a:t> Do one sessies: 1-2 interne faciliators + 1 Aberkyn facilitator als coach</a:t>
              </a:r>
            </a:p>
            <a:p>
              <a:pPr lvl="1">
                <a:spcAft>
                  <a:spcPts val="0"/>
                </a:spcAft>
                <a:buClr>
                  <a:srgbClr val="C15683"/>
                </a:buClr>
                <a:defRPr/>
              </a:pPr>
              <a:r>
                <a:rPr lang="nl-NL" sz="1200" b="1" dirty="0">
                  <a:solidFill>
                    <a:srgbClr val="000000"/>
                  </a:solidFill>
                  <a:latin typeface="Calibri"/>
                </a:rPr>
                <a:t>RvB coaching</a:t>
              </a:r>
              <a:endParaRPr lang="nl-NL" sz="1200" b="1" baseline="30000" dirty="0">
                <a:solidFill>
                  <a:srgbClr val="C15683"/>
                </a:solidFill>
                <a:latin typeface="Calibri"/>
              </a:endParaRPr>
            </a:p>
            <a:p>
              <a:pPr lvl="2">
                <a:spcAft>
                  <a:spcPts val="0"/>
                </a:spcAft>
                <a:buClr>
                  <a:srgbClr val="C15683"/>
                </a:buClr>
                <a:defRPr/>
              </a:pPr>
              <a:r>
                <a:rPr lang="nl-NL" sz="1200" dirty="0">
                  <a:solidFill>
                    <a:srgbClr val="000000"/>
                  </a:solidFill>
                  <a:latin typeface="Calibri"/>
                </a:rPr>
                <a:t>~3 </a:t>
              </a:r>
              <a:r>
                <a:rPr lang="nl-NL" sz="1200" dirty="0" err="1">
                  <a:solidFill>
                    <a:srgbClr val="000000"/>
                  </a:solidFill>
                  <a:latin typeface="Calibri"/>
                </a:rPr>
                <a:t>offsites</a:t>
              </a:r>
              <a:endParaRPr lang="nl-NL" sz="1200" dirty="0">
                <a:solidFill>
                  <a:srgbClr val="000000"/>
                </a:solidFill>
                <a:latin typeface="Calibri"/>
              </a:endParaRPr>
            </a:p>
            <a:p>
              <a:pPr lvl="2">
                <a:spcAft>
                  <a:spcPts val="0"/>
                </a:spcAft>
                <a:buClr>
                  <a:srgbClr val="C15683"/>
                </a:buClr>
                <a:defRPr/>
              </a:pPr>
              <a:r>
                <a:rPr lang="nl-NL" sz="1200" dirty="0">
                  <a:solidFill>
                    <a:srgbClr val="000000"/>
                  </a:solidFill>
                  <a:latin typeface="Calibri"/>
                </a:rPr>
                <a:t>Tussentijdse coaching/check-in met alle RvB leden</a:t>
              </a:r>
            </a:p>
            <a:p>
              <a:pPr lvl="1">
                <a:spcAft>
                  <a:spcPts val="0"/>
                </a:spcAft>
                <a:buClr>
                  <a:srgbClr val="C15683"/>
                </a:buClr>
                <a:defRPr/>
              </a:pPr>
              <a:r>
                <a:rPr lang="nl-NL" sz="1200" b="1" dirty="0">
                  <a:solidFill>
                    <a:srgbClr val="000000"/>
                  </a:solidFill>
                  <a:latin typeface="Calibri"/>
                </a:rPr>
                <a:t>~35 coaching conversaties</a:t>
              </a:r>
            </a:p>
            <a:p>
              <a:pPr lvl="1">
                <a:spcAft>
                  <a:spcPts val="0"/>
                </a:spcAft>
                <a:buClr>
                  <a:srgbClr val="C15683"/>
                </a:buClr>
                <a:defRPr/>
              </a:pPr>
              <a:r>
                <a:rPr lang="nl-NL" sz="1200" b="1" dirty="0">
                  <a:solidFill>
                    <a:srgbClr val="000000"/>
                  </a:solidFill>
                  <a:latin typeface="Calibri"/>
                </a:rPr>
                <a:t>Programma management &amp; support design cascadering</a:t>
              </a:r>
            </a:p>
            <a:p>
              <a:pPr lvl="2">
                <a:spcAft>
                  <a:spcPts val="0"/>
                </a:spcAft>
                <a:buClr>
                  <a:srgbClr val="C15683"/>
                </a:buClr>
                <a:defRPr/>
              </a:pPr>
              <a:endParaRPr lang="nl-NL" sz="1200" dirty="0">
                <a:solidFill>
                  <a:srgbClr val="000000"/>
                </a:solidFill>
                <a:latin typeface="Calibri"/>
              </a:endParaRPr>
            </a:p>
          </p:txBody>
        </p:sp>
      </p:grpSp>
    </p:spTree>
    <p:extLst>
      <p:ext uri="{BB962C8B-B14F-4D97-AF65-F5344CB8AC3E}">
        <p14:creationId xmlns:p14="http://schemas.microsoft.com/office/powerpoint/2010/main" val="39765084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2" name="Object 6" hidden="1">
            <a:extLst>
              <a:ext uri="{FF2B5EF4-FFF2-40B4-BE49-F238E27FC236}">
                <a16:creationId xmlns:a16="http://schemas.microsoft.com/office/drawing/2014/main" id="{BBF097F9-8ABB-4DF1-AD15-831A0301751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52" name="Object 6" hidden="1">
                        <a:extLst>
                          <a:ext uri="{FF2B5EF4-FFF2-40B4-BE49-F238E27FC236}">
                            <a16:creationId xmlns:a16="http://schemas.microsoft.com/office/drawing/2014/main" id="{BBF097F9-8ABB-4DF1-AD15-831A03017515}"/>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116" name="Rectangle 1" hidden="1">
            <a:extLst>
              <a:ext uri="{FF2B5EF4-FFF2-40B4-BE49-F238E27FC236}">
                <a16:creationId xmlns:a16="http://schemas.microsoft.com/office/drawing/2014/main" id="{9CBEA89D-D55B-4883-9C7B-93709CC3C824}"/>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ts val="300"/>
              </a:spcBef>
              <a:spcAft>
                <a:spcPts val="300"/>
              </a:spcAft>
            </a:pPr>
            <a:endParaRPr lang="nl-NL" sz="2500" b="1">
              <a:solidFill>
                <a:schemeClr val="bg1"/>
              </a:solidFill>
              <a:latin typeface="Georgia" panose="02040502050405020303" pitchFamily="18" charset="0"/>
              <a:ea typeface="+mj-ea"/>
              <a:cs typeface="+mj-cs"/>
              <a:sym typeface="Georgia" panose="02040502050405020303" pitchFamily="18" charset="0"/>
            </a:endParaRPr>
          </a:p>
        </p:txBody>
      </p:sp>
      <p:pic>
        <p:nvPicPr>
          <p:cNvPr id="174" name="Picture 18" descr="Image result for road png">
            <a:extLst>
              <a:ext uri="{FF2B5EF4-FFF2-40B4-BE49-F238E27FC236}">
                <a16:creationId xmlns:a16="http://schemas.microsoft.com/office/drawing/2014/main" id="{4ED26FA5-033D-43B5-8927-271EF8E78061}"/>
              </a:ext>
            </a:extLst>
          </p:cNvPr>
          <p:cNvPicPr>
            <a:picLocks noChangeAspect="1" noChangeArrowheads="1"/>
          </p:cNvPicPr>
          <p:nvPr/>
        </p:nvPicPr>
        <p:blipFill>
          <a:blip r:embed="rId10">
            <a:duotone>
              <a:schemeClr val="accent1">
                <a:shade val="45000"/>
                <a:satMod val="135000"/>
              </a:schemeClr>
              <a:prstClr val="white"/>
            </a:duotone>
            <a:alphaModFix amt="50000"/>
            <a:extLst>
              <a:ext uri="{BEBA8EAE-BF5A-486C-A8C5-ECC9F3942E4B}">
                <a14:imgProps xmlns:a14="http://schemas.microsoft.com/office/drawing/2010/main">
                  <a14:imgLayer r:embed="rId11">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551688" y="1591322"/>
            <a:ext cx="4835185" cy="5376215"/>
          </a:xfrm>
          <a:prstGeom prst="rect">
            <a:avLst/>
          </a:prstGeom>
          <a:noFill/>
          <a:extLst>
            <a:ext uri="{909E8E84-426E-40DD-AFC4-6F175D3DCCD1}">
              <a14:hiddenFill xmlns:a14="http://schemas.microsoft.com/office/drawing/2010/main">
                <a:solidFill>
                  <a:srgbClr val="FFFFFF"/>
                </a:solidFill>
              </a14:hiddenFill>
            </a:ext>
          </a:extLst>
        </p:spPr>
      </p:pic>
      <p:sp>
        <p:nvSpPr>
          <p:cNvPr id="46" name="Oval 45">
            <a:extLst>
              <a:ext uri="{FF2B5EF4-FFF2-40B4-BE49-F238E27FC236}">
                <a16:creationId xmlns:a16="http://schemas.microsoft.com/office/drawing/2014/main" id="{15D3D8D1-DF2D-4BE4-95FD-3356E18DFBC0}"/>
              </a:ext>
            </a:extLst>
          </p:cNvPr>
          <p:cNvSpPr>
            <a:spLocks noChangeAspect="1"/>
          </p:cNvSpPr>
          <p:nvPr/>
        </p:nvSpPr>
        <p:spPr>
          <a:xfrm>
            <a:off x="3130183" y="5224503"/>
            <a:ext cx="780089" cy="780089"/>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nl-NL" sz="1600">
              <a:solidFill>
                <a:schemeClr val="bg1"/>
              </a:solidFill>
            </a:endParaRPr>
          </a:p>
        </p:txBody>
      </p:sp>
      <p:pic>
        <p:nvPicPr>
          <p:cNvPr id="48" name="Graphic 47">
            <a:extLst>
              <a:ext uri="{FF2B5EF4-FFF2-40B4-BE49-F238E27FC236}">
                <a16:creationId xmlns:a16="http://schemas.microsoft.com/office/drawing/2014/main" id="{624C29B2-D6F9-4911-8EC6-AFF7BBAB268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287075" y="5381395"/>
            <a:ext cx="466305" cy="466305"/>
          </a:xfrm>
          <a:prstGeom prst="rect">
            <a:avLst/>
          </a:prstGeom>
        </p:spPr>
      </p:pic>
      <p:sp>
        <p:nvSpPr>
          <p:cNvPr id="50" name="TextBox 49">
            <a:extLst>
              <a:ext uri="{FF2B5EF4-FFF2-40B4-BE49-F238E27FC236}">
                <a16:creationId xmlns:a16="http://schemas.microsoft.com/office/drawing/2014/main" id="{8AC6F6C9-7A5E-4BC0-9357-39F8CFD540FD}"/>
              </a:ext>
            </a:extLst>
          </p:cNvPr>
          <p:cNvSpPr txBox="1"/>
          <p:nvPr/>
        </p:nvSpPr>
        <p:spPr>
          <a:xfrm>
            <a:off x="4067164" y="5368326"/>
            <a:ext cx="1978695" cy="492443"/>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nl-NL"/>
              <a:t>Sessie 1: Performance dialoog sessie</a:t>
            </a:r>
          </a:p>
        </p:txBody>
      </p:sp>
      <p:grpSp>
        <p:nvGrpSpPr>
          <p:cNvPr id="34" name="Group 33">
            <a:extLst>
              <a:ext uri="{FF2B5EF4-FFF2-40B4-BE49-F238E27FC236}">
                <a16:creationId xmlns:a16="http://schemas.microsoft.com/office/drawing/2014/main" id="{8CAABAA5-EDA3-AA53-324F-921FF3C38251}"/>
              </a:ext>
            </a:extLst>
          </p:cNvPr>
          <p:cNvGrpSpPr/>
          <p:nvPr/>
        </p:nvGrpSpPr>
        <p:grpSpPr>
          <a:xfrm>
            <a:off x="2898325" y="2893753"/>
            <a:ext cx="2872493" cy="780089"/>
            <a:chOff x="2126547" y="4073075"/>
            <a:chExt cx="2872493" cy="780089"/>
          </a:xfrm>
        </p:grpSpPr>
        <p:sp>
          <p:nvSpPr>
            <p:cNvPr id="145" name="TextBox 144">
              <a:extLst>
                <a:ext uri="{FF2B5EF4-FFF2-40B4-BE49-F238E27FC236}">
                  <a16:creationId xmlns:a16="http://schemas.microsoft.com/office/drawing/2014/main" id="{C991A1BD-389F-4467-B56D-9D5D9A77CCFD}"/>
                </a:ext>
              </a:extLst>
            </p:cNvPr>
            <p:cNvSpPr txBox="1"/>
            <p:nvPr/>
          </p:nvSpPr>
          <p:spPr>
            <a:xfrm>
              <a:off x="3019932" y="4340009"/>
              <a:ext cx="1979108" cy="24622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nl-NL"/>
                <a:t>Sessie 3: Team journey</a:t>
              </a:r>
              <a:r>
                <a:rPr lang="nl-NL" baseline="30000"/>
                <a:t>1</a:t>
              </a:r>
              <a:r>
                <a:rPr lang="nl-NL"/>
                <a:t> </a:t>
              </a:r>
            </a:p>
          </p:txBody>
        </p:sp>
        <p:grpSp>
          <p:nvGrpSpPr>
            <p:cNvPr id="10" name="CustomIcon">
              <a:extLst>
                <a:ext uri="{FF2B5EF4-FFF2-40B4-BE49-F238E27FC236}">
                  <a16:creationId xmlns:a16="http://schemas.microsoft.com/office/drawing/2014/main" id="{E99AB628-6C32-4349-83A8-8B3584CCD1E6}"/>
                </a:ext>
              </a:extLst>
            </p:cNvPr>
            <p:cNvGrpSpPr>
              <a:grpSpLocks noChangeAspect="1"/>
            </p:cNvGrpSpPr>
            <p:nvPr>
              <p:custDataLst>
                <p:tags r:id="rId6"/>
              </p:custDataLst>
            </p:nvPr>
          </p:nvGrpSpPr>
          <p:grpSpPr>
            <a:xfrm>
              <a:off x="2126547" y="4073075"/>
              <a:ext cx="780089" cy="780089"/>
              <a:chOff x="-205105" y="-205105"/>
              <a:chExt cx="1019810" cy="1019810"/>
            </a:xfrm>
            <a:solidFill>
              <a:schemeClr val="bg1"/>
            </a:solidFill>
          </p:grpSpPr>
          <p:sp>
            <p:nvSpPr>
              <p:cNvPr id="7" name="Oval 6">
                <a:extLst>
                  <a:ext uri="{FF2B5EF4-FFF2-40B4-BE49-F238E27FC236}">
                    <a16:creationId xmlns:a16="http://schemas.microsoft.com/office/drawing/2014/main" id="{7EEE0A2C-9C1D-42AF-A7FE-874AE516AFBB}"/>
                  </a:ext>
                </a:extLst>
              </p:cNvPr>
              <p:cNvSpPr>
                <a:spLocks noChangeAspect="1"/>
              </p:cNvSpPr>
              <p:nvPr/>
            </p:nvSpPr>
            <p:spPr>
              <a:xfrm>
                <a:off x="-205105" y="-205105"/>
                <a:ext cx="1019810" cy="1019810"/>
              </a:xfrm>
              <a:prstGeom prst="ellipse">
                <a:avLst/>
              </a:prstGeom>
              <a:grp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nl-NL" sz="1600">
                  <a:solidFill>
                    <a:schemeClr val="bg1"/>
                  </a:solidFill>
                </a:endParaRPr>
              </a:p>
            </p:txBody>
          </p:sp>
          <p:pic>
            <p:nvPicPr>
              <p:cNvPr id="9" name="Graphic 8">
                <a:extLst>
                  <a:ext uri="{FF2B5EF4-FFF2-40B4-BE49-F238E27FC236}">
                    <a16:creationId xmlns:a16="http://schemas.microsoft.com/office/drawing/2014/main" id="{3192EF4A-85F4-4AEC-8F1E-CA99B0D18FD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0" y="0"/>
                <a:ext cx="609600" cy="609600"/>
              </a:xfrm>
              <a:prstGeom prst="rect">
                <a:avLst/>
              </a:prstGeom>
            </p:spPr>
          </p:pic>
        </p:grpSp>
      </p:grpSp>
      <p:grpSp>
        <p:nvGrpSpPr>
          <p:cNvPr id="31" name="Group 30">
            <a:extLst>
              <a:ext uri="{FF2B5EF4-FFF2-40B4-BE49-F238E27FC236}">
                <a16:creationId xmlns:a16="http://schemas.microsoft.com/office/drawing/2014/main" id="{880237F7-175A-1441-2E9E-244C41C763F9}"/>
              </a:ext>
            </a:extLst>
          </p:cNvPr>
          <p:cNvGrpSpPr/>
          <p:nvPr/>
        </p:nvGrpSpPr>
        <p:grpSpPr>
          <a:xfrm>
            <a:off x="2651589" y="1811713"/>
            <a:ext cx="2929959" cy="780089"/>
            <a:chOff x="3130183" y="5224503"/>
            <a:chExt cx="2929959" cy="780089"/>
          </a:xfrm>
        </p:grpSpPr>
        <p:sp>
          <p:nvSpPr>
            <p:cNvPr id="150" name="TextBox 149">
              <a:extLst>
                <a:ext uri="{FF2B5EF4-FFF2-40B4-BE49-F238E27FC236}">
                  <a16:creationId xmlns:a16="http://schemas.microsoft.com/office/drawing/2014/main" id="{623A78C2-6E20-43B9-BA2E-F1FBCA8F3871}"/>
                </a:ext>
              </a:extLst>
            </p:cNvPr>
            <p:cNvSpPr txBox="1"/>
            <p:nvPr/>
          </p:nvSpPr>
          <p:spPr>
            <a:xfrm>
              <a:off x="4023320" y="5491437"/>
              <a:ext cx="2036822" cy="24622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nl-NL"/>
                <a:t>Sessie 4: Team journey</a:t>
              </a:r>
              <a:r>
                <a:rPr lang="nl-NL" baseline="30000"/>
                <a:t>1</a:t>
              </a:r>
            </a:p>
          </p:txBody>
        </p:sp>
        <p:grpSp>
          <p:nvGrpSpPr>
            <p:cNvPr id="53" name="CustomIcon">
              <a:extLst>
                <a:ext uri="{FF2B5EF4-FFF2-40B4-BE49-F238E27FC236}">
                  <a16:creationId xmlns:a16="http://schemas.microsoft.com/office/drawing/2014/main" id="{E03678AD-BB86-4635-9761-15F84A5D6DD5}"/>
                </a:ext>
              </a:extLst>
            </p:cNvPr>
            <p:cNvGrpSpPr>
              <a:grpSpLocks noChangeAspect="1"/>
            </p:cNvGrpSpPr>
            <p:nvPr>
              <p:custDataLst>
                <p:tags r:id="rId5"/>
              </p:custDataLst>
            </p:nvPr>
          </p:nvGrpSpPr>
          <p:grpSpPr>
            <a:xfrm>
              <a:off x="3130183" y="5224503"/>
              <a:ext cx="780089" cy="780089"/>
              <a:chOff x="-205105" y="-205105"/>
              <a:chExt cx="1019810" cy="1019810"/>
            </a:xfrm>
            <a:solidFill>
              <a:schemeClr val="bg1"/>
            </a:solidFill>
          </p:grpSpPr>
          <p:sp>
            <p:nvSpPr>
              <p:cNvPr id="55" name="Oval 54">
                <a:extLst>
                  <a:ext uri="{FF2B5EF4-FFF2-40B4-BE49-F238E27FC236}">
                    <a16:creationId xmlns:a16="http://schemas.microsoft.com/office/drawing/2014/main" id="{A0B27093-011F-4138-93D4-5FFF8E07AF91}"/>
                  </a:ext>
                </a:extLst>
              </p:cNvPr>
              <p:cNvSpPr>
                <a:spLocks noChangeAspect="1"/>
              </p:cNvSpPr>
              <p:nvPr/>
            </p:nvSpPr>
            <p:spPr>
              <a:xfrm>
                <a:off x="-205105" y="-205105"/>
                <a:ext cx="1019810" cy="1019810"/>
              </a:xfrm>
              <a:prstGeom prst="ellipse">
                <a:avLst/>
              </a:prstGeom>
              <a:grp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nl-NL" sz="1600">
                  <a:solidFill>
                    <a:schemeClr val="bg1"/>
                  </a:solidFill>
                </a:endParaRPr>
              </a:p>
            </p:txBody>
          </p:sp>
          <p:pic>
            <p:nvPicPr>
              <p:cNvPr id="57" name="Graphic 56">
                <a:extLst>
                  <a:ext uri="{FF2B5EF4-FFF2-40B4-BE49-F238E27FC236}">
                    <a16:creationId xmlns:a16="http://schemas.microsoft.com/office/drawing/2014/main" id="{2D4C66A1-9864-4147-930A-E3C942E026B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0" y="0"/>
                <a:ext cx="609600" cy="609600"/>
              </a:xfrm>
              <a:prstGeom prst="rect">
                <a:avLst/>
              </a:prstGeom>
            </p:spPr>
          </p:pic>
        </p:grpSp>
      </p:grpSp>
      <p:cxnSp>
        <p:nvCxnSpPr>
          <p:cNvPr id="17" name="Connector: Elbow 16">
            <a:extLst>
              <a:ext uri="{FF2B5EF4-FFF2-40B4-BE49-F238E27FC236}">
                <a16:creationId xmlns:a16="http://schemas.microsoft.com/office/drawing/2014/main" id="{48C910CD-8A76-4393-9C32-8A8594B209AB}"/>
              </a:ext>
            </a:extLst>
          </p:cNvPr>
          <p:cNvCxnSpPr>
            <a:cxnSpLocks/>
            <a:stCxn id="11" idx="1"/>
            <a:endCxn id="145" idx="3"/>
          </p:cNvCxnSpPr>
          <p:nvPr/>
        </p:nvCxnSpPr>
        <p:spPr>
          <a:xfrm flipH="1">
            <a:off x="5770818" y="3278411"/>
            <a:ext cx="853917" cy="0"/>
          </a:xfrm>
          <a:prstGeom prst="straightConnector1">
            <a:avLst/>
          </a:prstGeom>
          <a:ln w="6350" cap="flat">
            <a:solidFill>
              <a:schemeClr val="accent1"/>
            </a:solidFill>
            <a:miter lim="800000"/>
            <a:tailEnd type="oval"/>
          </a:ln>
        </p:spPr>
        <p:style>
          <a:lnRef idx="1">
            <a:schemeClr val="accent1"/>
          </a:lnRef>
          <a:fillRef idx="0">
            <a:schemeClr val="accent1"/>
          </a:fillRef>
          <a:effectRef idx="0">
            <a:schemeClr val="accent1"/>
          </a:effectRef>
          <a:fontRef idx="minor">
            <a:schemeClr val="tx1"/>
          </a:fontRef>
        </p:style>
      </p:cxnSp>
      <p:cxnSp>
        <p:nvCxnSpPr>
          <p:cNvPr id="62" name="Connector: Elbow 61">
            <a:extLst>
              <a:ext uri="{FF2B5EF4-FFF2-40B4-BE49-F238E27FC236}">
                <a16:creationId xmlns:a16="http://schemas.microsoft.com/office/drawing/2014/main" id="{10579A6F-341F-48DC-B981-E8AADB5038A8}"/>
              </a:ext>
            </a:extLst>
          </p:cNvPr>
          <p:cNvCxnSpPr>
            <a:cxnSpLocks/>
            <a:stCxn id="59" idx="1"/>
            <a:endCxn id="150" idx="3"/>
          </p:cNvCxnSpPr>
          <p:nvPr/>
        </p:nvCxnSpPr>
        <p:spPr>
          <a:xfrm flipH="1" flipV="1">
            <a:off x="5581548" y="2201758"/>
            <a:ext cx="1043187" cy="0"/>
          </a:xfrm>
          <a:prstGeom prst="straightConnector1">
            <a:avLst/>
          </a:prstGeom>
          <a:ln w="6350" cap="flat">
            <a:solidFill>
              <a:schemeClr val="accent1"/>
            </a:solidFill>
            <a:miter lim="800000"/>
            <a:tailEnd type="oval"/>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9BFFB40F-24BE-46C7-B656-88BF25FE346C}"/>
              </a:ext>
            </a:extLst>
          </p:cNvPr>
          <p:cNvCxnSpPr>
            <a:cxnSpLocks/>
            <a:stCxn id="44" idx="1"/>
            <a:endCxn id="127" idx="3"/>
          </p:cNvCxnSpPr>
          <p:nvPr/>
        </p:nvCxnSpPr>
        <p:spPr>
          <a:xfrm flipH="1" flipV="1">
            <a:off x="4757647" y="4432956"/>
            <a:ext cx="1853683" cy="0"/>
          </a:xfrm>
          <a:prstGeom prst="straightConnector1">
            <a:avLst/>
          </a:prstGeom>
          <a:ln w="6350" cap="flat">
            <a:solidFill>
              <a:schemeClr val="accent1"/>
            </a:solidFill>
            <a:miter lim="800000"/>
            <a:tailEnd type="oval"/>
          </a:ln>
        </p:spPr>
        <p:style>
          <a:lnRef idx="1">
            <a:schemeClr val="accent1"/>
          </a:lnRef>
          <a:fillRef idx="0">
            <a:schemeClr val="accent1"/>
          </a:fillRef>
          <a:effectRef idx="0">
            <a:schemeClr val="accent1"/>
          </a:effectRef>
          <a:fontRef idx="minor">
            <a:schemeClr val="tx1"/>
          </a:fontRef>
        </p:style>
      </p:cxnSp>
      <p:cxnSp>
        <p:nvCxnSpPr>
          <p:cNvPr id="60" name="Connector: Elbow 59">
            <a:extLst>
              <a:ext uri="{FF2B5EF4-FFF2-40B4-BE49-F238E27FC236}">
                <a16:creationId xmlns:a16="http://schemas.microsoft.com/office/drawing/2014/main" id="{7F523F59-43F3-4558-9BFC-69A6AF3B1BD1}"/>
              </a:ext>
            </a:extLst>
          </p:cNvPr>
          <p:cNvCxnSpPr>
            <a:cxnSpLocks/>
            <a:stCxn id="56" idx="1"/>
            <a:endCxn id="50" idx="3"/>
          </p:cNvCxnSpPr>
          <p:nvPr/>
        </p:nvCxnSpPr>
        <p:spPr>
          <a:xfrm flipH="1" flipV="1">
            <a:off x="6045859" y="5614548"/>
            <a:ext cx="578876" cy="0"/>
          </a:xfrm>
          <a:prstGeom prst="straightConnector1">
            <a:avLst/>
          </a:prstGeom>
          <a:ln w="6350" cap="flat">
            <a:solidFill>
              <a:schemeClr val="accent1"/>
            </a:solidFill>
            <a:miter lim="800000"/>
            <a:tailEnd type="oval"/>
          </a:ln>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7A73D512-38C6-A7C9-BF70-085D1C3E978F}"/>
              </a:ext>
            </a:extLst>
          </p:cNvPr>
          <p:cNvGrpSpPr/>
          <p:nvPr/>
        </p:nvGrpSpPr>
        <p:grpSpPr>
          <a:xfrm>
            <a:off x="6624735" y="5124423"/>
            <a:ext cx="5100506" cy="993509"/>
            <a:chOff x="6624735" y="1705003"/>
            <a:chExt cx="5100506" cy="993509"/>
          </a:xfrm>
        </p:grpSpPr>
        <p:grpSp>
          <p:nvGrpSpPr>
            <p:cNvPr id="26" name="Group 25">
              <a:extLst>
                <a:ext uri="{FF2B5EF4-FFF2-40B4-BE49-F238E27FC236}">
                  <a16:creationId xmlns:a16="http://schemas.microsoft.com/office/drawing/2014/main" id="{ABF72A5A-0B41-7842-A90E-021AC5AD0117}"/>
                </a:ext>
              </a:extLst>
            </p:cNvPr>
            <p:cNvGrpSpPr/>
            <p:nvPr/>
          </p:nvGrpSpPr>
          <p:grpSpPr>
            <a:xfrm>
              <a:off x="6624735" y="1705003"/>
              <a:ext cx="5100506" cy="993509"/>
              <a:chOff x="6624735" y="1705003"/>
              <a:chExt cx="5100506" cy="993509"/>
            </a:xfrm>
          </p:grpSpPr>
          <p:sp>
            <p:nvSpPr>
              <p:cNvPr id="56" name="Rectangle 55">
                <a:extLst>
                  <a:ext uri="{FF2B5EF4-FFF2-40B4-BE49-F238E27FC236}">
                    <a16:creationId xmlns:a16="http://schemas.microsoft.com/office/drawing/2014/main" id="{B282478D-F1A0-45CA-8C73-E4C340E23737}"/>
                  </a:ext>
                </a:extLst>
              </p:cNvPr>
              <p:cNvSpPr/>
              <p:nvPr/>
            </p:nvSpPr>
            <p:spPr>
              <a:xfrm>
                <a:off x="6624735" y="1705003"/>
                <a:ext cx="5100506" cy="993509"/>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nl-NL" sz="1600">
                  <a:solidFill>
                    <a:schemeClr val="bg1"/>
                  </a:solidFill>
                </a:endParaRPr>
              </a:p>
            </p:txBody>
          </p:sp>
          <p:sp>
            <p:nvSpPr>
              <p:cNvPr id="61" name="TextBox 60">
                <a:extLst>
                  <a:ext uri="{FF2B5EF4-FFF2-40B4-BE49-F238E27FC236}">
                    <a16:creationId xmlns:a16="http://schemas.microsoft.com/office/drawing/2014/main" id="{856F7B0A-099C-4962-A588-F7DE4AB21F87}"/>
                  </a:ext>
                </a:extLst>
              </p:cNvPr>
              <p:cNvSpPr txBox="1">
                <a:spLocks/>
              </p:cNvSpPr>
              <p:nvPr/>
            </p:nvSpPr>
            <p:spPr>
              <a:xfrm>
                <a:off x="6687369" y="1846275"/>
                <a:ext cx="2462997" cy="646331"/>
              </a:xfrm>
              <a:prstGeom prst="rect">
                <a:avLst/>
              </a:prstGeom>
              <a:noFill/>
              <a:ln w="6350">
                <a:noFill/>
                <a:miter lim="800000"/>
              </a:ln>
            </p:spPr>
            <p:txBody>
              <a:bodyPr wrap="square">
                <a:spAutoFit/>
              </a:bodyPr>
              <a:lstStyle/>
              <a:p>
                <a:pPr marL="171450" indent="-171450">
                  <a:buClr>
                    <a:schemeClr val="accent1"/>
                  </a:buClr>
                  <a:buFont typeface="Wingdings" panose="05000000000000000000" pitchFamily="2" charset="2"/>
                  <a:buChar char="§"/>
                </a:pPr>
                <a:r>
                  <a:rPr lang="nl-NL" sz="1200" dirty="0"/>
                  <a:t>Verbeteren van performance dialogen</a:t>
                </a:r>
              </a:p>
              <a:p>
                <a:pPr marL="171450" indent="-171450">
                  <a:buClr>
                    <a:schemeClr val="accent1"/>
                  </a:buClr>
                  <a:buFont typeface="Wingdings" panose="05000000000000000000" pitchFamily="2" charset="2"/>
                  <a:buChar char="§"/>
                </a:pPr>
                <a:r>
                  <a:rPr lang="nl-NL" sz="1200" dirty="0"/>
                  <a:t>Oefenen met deze dialogen</a:t>
                </a:r>
              </a:p>
            </p:txBody>
          </p:sp>
        </p:grpSp>
        <p:pic>
          <p:nvPicPr>
            <p:cNvPr id="4" name="Picture 3">
              <a:extLst>
                <a:ext uri="{FF2B5EF4-FFF2-40B4-BE49-F238E27FC236}">
                  <a16:creationId xmlns:a16="http://schemas.microsoft.com/office/drawing/2014/main" id="{105044C8-CB14-4366-BEE6-75470AB4D3D6}"/>
                </a:ext>
              </a:extLst>
            </p:cNvPr>
            <p:cNvPicPr>
              <a:picLocks noChangeAspect="1"/>
            </p:cNvPicPr>
            <p:nvPr/>
          </p:nvPicPr>
          <p:blipFill rotWithShape="1">
            <a:blip r:embed="rId16"/>
            <a:srcRect b="82850"/>
            <a:stretch/>
          </p:blipFill>
          <p:spPr>
            <a:xfrm>
              <a:off x="9225761" y="1846275"/>
              <a:ext cx="2462997" cy="710965"/>
            </a:xfrm>
            <a:prstGeom prst="rect">
              <a:avLst/>
            </a:prstGeom>
            <a:ln>
              <a:noFill/>
            </a:ln>
          </p:spPr>
        </p:pic>
      </p:grpSp>
      <p:grpSp>
        <p:nvGrpSpPr>
          <p:cNvPr id="35" name="Group 34">
            <a:extLst>
              <a:ext uri="{FF2B5EF4-FFF2-40B4-BE49-F238E27FC236}">
                <a16:creationId xmlns:a16="http://schemas.microsoft.com/office/drawing/2014/main" id="{5E59107D-B9C9-79C0-1697-5E7EFCB74EDA}"/>
              </a:ext>
            </a:extLst>
          </p:cNvPr>
          <p:cNvGrpSpPr/>
          <p:nvPr/>
        </p:nvGrpSpPr>
        <p:grpSpPr>
          <a:xfrm>
            <a:off x="2126547" y="4042911"/>
            <a:ext cx="2631100" cy="1012590"/>
            <a:chOff x="2898325" y="2893753"/>
            <a:chExt cx="2631100" cy="1012590"/>
          </a:xfrm>
        </p:grpSpPr>
        <p:sp>
          <p:nvSpPr>
            <p:cNvPr id="127" name="TextBox 126">
              <a:extLst>
                <a:ext uri="{FF2B5EF4-FFF2-40B4-BE49-F238E27FC236}">
                  <a16:creationId xmlns:a16="http://schemas.microsoft.com/office/drawing/2014/main" id="{6290EB49-83B4-4CFF-8411-AA22705976BA}"/>
                </a:ext>
              </a:extLst>
            </p:cNvPr>
            <p:cNvSpPr txBox="1"/>
            <p:nvPr/>
          </p:nvSpPr>
          <p:spPr>
            <a:xfrm>
              <a:off x="3835307" y="3037576"/>
              <a:ext cx="1694118" cy="492443"/>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nl-NL"/>
                <a:t>Sessie 2: Gerichte team coaching</a:t>
              </a:r>
            </a:p>
          </p:txBody>
        </p:sp>
        <p:grpSp>
          <p:nvGrpSpPr>
            <p:cNvPr id="6" name="CustomIcon">
              <a:extLst>
                <a:ext uri="{FF2B5EF4-FFF2-40B4-BE49-F238E27FC236}">
                  <a16:creationId xmlns:a16="http://schemas.microsoft.com/office/drawing/2014/main" id="{E285C00B-A2D5-4289-95EF-0E03FD35A592}"/>
                </a:ext>
              </a:extLst>
            </p:cNvPr>
            <p:cNvGrpSpPr>
              <a:grpSpLocks noChangeAspect="1"/>
            </p:cNvGrpSpPr>
            <p:nvPr>
              <p:custDataLst>
                <p:tags r:id="rId4"/>
              </p:custDataLst>
            </p:nvPr>
          </p:nvGrpSpPr>
          <p:grpSpPr>
            <a:xfrm>
              <a:off x="2898325" y="2893753"/>
              <a:ext cx="780089" cy="780089"/>
              <a:chOff x="-205105" y="-205105"/>
              <a:chExt cx="1019810" cy="1019810"/>
            </a:xfrm>
          </p:grpSpPr>
          <p:sp>
            <p:nvSpPr>
              <p:cNvPr id="3" name="Oval 2">
                <a:extLst>
                  <a:ext uri="{FF2B5EF4-FFF2-40B4-BE49-F238E27FC236}">
                    <a16:creationId xmlns:a16="http://schemas.microsoft.com/office/drawing/2014/main" id="{45437662-A2EE-4B6A-A8EF-EB95FCA2F877}"/>
                  </a:ext>
                </a:extLst>
              </p:cNvPr>
              <p:cNvSpPr>
                <a:spLocks noChangeAspect="1"/>
              </p:cNvSpPr>
              <p:nvPr/>
            </p:nvSpPr>
            <p:spPr>
              <a:xfrm>
                <a:off x="-205105" y="-205105"/>
                <a:ext cx="1019810" cy="1019810"/>
              </a:xfrm>
              <a:prstGeom prst="ellipse">
                <a:avLst/>
              </a:prstGeom>
              <a:solidFill>
                <a:schemeClr val="accent1"/>
              </a:solidFill>
              <a:ln w="6350" cap="sq">
                <a:pattFill prst="solidDmnd">
                  <a:fgClr>
                    <a:srgbClr val="C15683"/>
                  </a:fgClr>
                  <a:bgClr>
                    <a:srgbClr val="C15683"/>
                  </a:bgClr>
                </a:patt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nl-NL" sz="1600">
                  <a:solidFill>
                    <a:schemeClr val="bg1"/>
                  </a:solidFill>
                </a:endParaRPr>
              </a:p>
            </p:txBody>
          </p:sp>
          <p:pic>
            <p:nvPicPr>
              <p:cNvPr id="5" name="Graphic 4">
                <a:extLst>
                  <a:ext uri="{FF2B5EF4-FFF2-40B4-BE49-F238E27FC236}">
                    <a16:creationId xmlns:a16="http://schemas.microsoft.com/office/drawing/2014/main" id="{F850B528-6212-467E-9A36-DDEA7A88220B}"/>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0" y="0"/>
                <a:ext cx="609600" cy="609600"/>
              </a:xfrm>
              <a:prstGeom prst="rect">
                <a:avLst/>
              </a:prstGeom>
            </p:spPr>
          </p:pic>
        </p:grpSp>
        <p:pic>
          <p:nvPicPr>
            <p:cNvPr id="65" name="Picture 64">
              <a:extLst>
                <a:ext uri="{FF2B5EF4-FFF2-40B4-BE49-F238E27FC236}">
                  <a16:creationId xmlns:a16="http://schemas.microsoft.com/office/drawing/2014/main" id="{4C7C3DBA-21D4-4A6E-97FD-ADB42E8EF740}"/>
                </a:ext>
              </a:extLst>
            </p:cNvPr>
            <p:cNvPicPr>
              <a:picLocks/>
            </p:cNvPicPr>
            <p:nvPr/>
          </p:nvPicPr>
          <p:blipFill>
            <a:blip r:embed="rId19">
              <a:clrChange>
                <a:clrFrom>
                  <a:srgbClr val="FFFFFF"/>
                </a:clrFrom>
                <a:clrTo>
                  <a:srgbClr val="FFFFFF">
                    <a:alpha val="0"/>
                  </a:srgbClr>
                </a:clrTo>
              </a:clrChange>
            </a:blip>
            <a:stretch>
              <a:fillRect/>
            </a:stretch>
          </p:blipFill>
          <p:spPr>
            <a:xfrm>
              <a:off x="3804254" y="3618520"/>
              <a:ext cx="359465" cy="287823"/>
            </a:xfrm>
            <a:prstGeom prst="rect">
              <a:avLst/>
            </a:prstGeom>
          </p:spPr>
        </p:pic>
        <p:pic>
          <p:nvPicPr>
            <p:cNvPr id="66" name="Picture 65">
              <a:extLst>
                <a:ext uri="{FF2B5EF4-FFF2-40B4-BE49-F238E27FC236}">
                  <a16:creationId xmlns:a16="http://schemas.microsoft.com/office/drawing/2014/main" id="{228ABA96-4601-4587-BCF5-4CAF6AF7A6E6}"/>
                </a:ext>
              </a:extLst>
            </p:cNvPr>
            <p:cNvPicPr>
              <a:picLocks/>
            </p:cNvPicPr>
            <p:nvPr/>
          </p:nvPicPr>
          <p:blipFill>
            <a:blip r:embed="rId20">
              <a:clrChange>
                <a:clrFrom>
                  <a:srgbClr val="FFFFFF"/>
                </a:clrFrom>
                <a:clrTo>
                  <a:srgbClr val="FFFFFF">
                    <a:alpha val="0"/>
                  </a:srgbClr>
                </a:clrTo>
              </a:clrChange>
            </a:blip>
            <a:stretch>
              <a:fillRect/>
            </a:stretch>
          </p:blipFill>
          <p:spPr>
            <a:xfrm>
              <a:off x="4211972" y="3618520"/>
              <a:ext cx="359465" cy="287823"/>
            </a:xfrm>
            <a:prstGeom prst="rect">
              <a:avLst/>
            </a:prstGeom>
          </p:spPr>
        </p:pic>
        <p:pic>
          <p:nvPicPr>
            <p:cNvPr id="67" name="Picture 66">
              <a:extLst>
                <a:ext uri="{FF2B5EF4-FFF2-40B4-BE49-F238E27FC236}">
                  <a16:creationId xmlns:a16="http://schemas.microsoft.com/office/drawing/2014/main" id="{D7A5E243-2B93-465E-BF20-67A3212D9E40}"/>
                </a:ext>
              </a:extLst>
            </p:cNvPr>
            <p:cNvPicPr>
              <a:picLocks/>
            </p:cNvPicPr>
            <p:nvPr/>
          </p:nvPicPr>
          <p:blipFill>
            <a:blip r:embed="rId21">
              <a:clrChange>
                <a:clrFrom>
                  <a:srgbClr val="FFFFFF"/>
                </a:clrFrom>
                <a:clrTo>
                  <a:srgbClr val="FFFFFF">
                    <a:alpha val="0"/>
                  </a:srgbClr>
                </a:clrTo>
              </a:clrChange>
            </a:blip>
            <a:stretch>
              <a:fillRect/>
            </a:stretch>
          </p:blipFill>
          <p:spPr>
            <a:xfrm>
              <a:off x="4619690" y="3618520"/>
              <a:ext cx="359465" cy="287823"/>
            </a:xfrm>
            <a:prstGeom prst="rect">
              <a:avLst/>
            </a:prstGeom>
          </p:spPr>
        </p:pic>
        <p:pic>
          <p:nvPicPr>
            <p:cNvPr id="68" name="Picture 67">
              <a:extLst>
                <a:ext uri="{FF2B5EF4-FFF2-40B4-BE49-F238E27FC236}">
                  <a16:creationId xmlns:a16="http://schemas.microsoft.com/office/drawing/2014/main" id="{90E5C793-9237-4736-8B8F-D6B45080E0D4}"/>
                </a:ext>
              </a:extLst>
            </p:cNvPr>
            <p:cNvPicPr>
              <a:picLocks/>
            </p:cNvPicPr>
            <p:nvPr/>
          </p:nvPicPr>
          <p:blipFill>
            <a:blip r:embed="rId22">
              <a:clrChange>
                <a:clrFrom>
                  <a:srgbClr val="FFFFFF"/>
                </a:clrFrom>
                <a:clrTo>
                  <a:srgbClr val="FFFFFF">
                    <a:alpha val="0"/>
                  </a:srgbClr>
                </a:clrTo>
              </a:clrChange>
              <a:duotone>
                <a:prstClr val="black"/>
                <a:srgbClr val="00B050">
                  <a:tint val="45000"/>
                  <a:satMod val="400000"/>
                </a:srgbClr>
              </a:duotone>
              <a:extLst>
                <a:ext uri="{BEBA8EAE-BF5A-486C-A8C5-ECC9F3942E4B}">
                  <a14:imgProps xmlns:a14="http://schemas.microsoft.com/office/drawing/2010/main">
                    <a14:imgLayer r:embed="rId23">
                      <a14:imgEffect>
                        <a14:saturation sat="33000"/>
                      </a14:imgEffect>
                    </a14:imgLayer>
                  </a14:imgProps>
                </a:ext>
              </a:extLst>
            </a:blip>
            <a:stretch>
              <a:fillRect/>
            </a:stretch>
          </p:blipFill>
          <p:spPr>
            <a:xfrm>
              <a:off x="5027408" y="3618520"/>
              <a:ext cx="359465" cy="287823"/>
            </a:xfrm>
            <a:prstGeom prst="rect">
              <a:avLst/>
            </a:prstGeom>
          </p:spPr>
        </p:pic>
      </p:grpSp>
      <p:sp>
        <p:nvSpPr>
          <p:cNvPr id="44" name="Rectangle 43">
            <a:extLst>
              <a:ext uri="{FF2B5EF4-FFF2-40B4-BE49-F238E27FC236}">
                <a16:creationId xmlns:a16="http://schemas.microsoft.com/office/drawing/2014/main" id="{D54AD0ED-5D5E-44CD-938B-7BF30E344BF4}"/>
              </a:ext>
            </a:extLst>
          </p:cNvPr>
          <p:cNvSpPr/>
          <p:nvPr/>
        </p:nvSpPr>
        <p:spPr>
          <a:xfrm>
            <a:off x="6611330" y="3941588"/>
            <a:ext cx="5100506" cy="993509"/>
          </a:xfrm>
          <a:prstGeom prst="rect">
            <a:avLst/>
          </a:prstGeom>
          <a:no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nl-NL" sz="1600">
              <a:solidFill>
                <a:schemeClr val="bg1"/>
              </a:solidFill>
            </a:endParaRPr>
          </a:p>
        </p:txBody>
      </p:sp>
      <p:sp>
        <p:nvSpPr>
          <p:cNvPr id="47" name="TextBox 46">
            <a:extLst>
              <a:ext uri="{FF2B5EF4-FFF2-40B4-BE49-F238E27FC236}">
                <a16:creationId xmlns:a16="http://schemas.microsoft.com/office/drawing/2014/main" id="{56BDEFE2-1325-46E3-9122-3DC599263AB1}"/>
              </a:ext>
            </a:extLst>
          </p:cNvPr>
          <p:cNvSpPr txBox="1">
            <a:spLocks/>
          </p:cNvSpPr>
          <p:nvPr/>
        </p:nvSpPr>
        <p:spPr>
          <a:xfrm>
            <a:off x="6673964" y="4006176"/>
            <a:ext cx="2560899" cy="830997"/>
          </a:xfrm>
          <a:prstGeom prst="rect">
            <a:avLst/>
          </a:prstGeom>
          <a:noFill/>
          <a:ln w="28575">
            <a:noFill/>
            <a:miter lim="800000"/>
          </a:ln>
        </p:spPr>
        <p:txBody>
          <a:bodyPr wrap="square">
            <a:spAutoFit/>
          </a:bodyPr>
          <a:lstStyle/>
          <a:p>
            <a:pPr marL="171450" indent="-171450">
              <a:buClr>
                <a:schemeClr val="accent1"/>
              </a:buClr>
              <a:buFont typeface="Wingdings" panose="05000000000000000000" pitchFamily="2" charset="2"/>
              <a:buChar char="§"/>
            </a:pPr>
            <a:r>
              <a:rPr lang="nl-NL" sz="1200" dirty="0"/>
              <a:t>Ontwikkelen van nieuwe leiderschapsvaardigheden</a:t>
            </a:r>
          </a:p>
          <a:p>
            <a:pPr marL="171450" indent="-171450">
              <a:buClr>
                <a:schemeClr val="accent1"/>
              </a:buClr>
              <a:buFont typeface="Wingdings" panose="05000000000000000000" pitchFamily="2" charset="2"/>
              <a:buChar char="§"/>
            </a:pPr>
            <a:r>
              <a:rPr lang="nl-NL" sz="1200" dirty="0"/>
              <a:t>Oefenen en in de praktijk brengen van deze leiderschapsvaardigheden</a:t>
            </a:r>
          </a:p>
        </p:txBody>
      </p:sp>
      <p:pic>
        <p:nvPicPr>
          <p:cNvPr id="69" name="Picture 68">
            <a:extLst>
              <a:ext uri="{FF2B5EF4-FFF2-40B4-BE49-F238E27FC236}">
                <a16:creationId xmlns:a16="http://schemas.microsoft.com/office/drawing/2014/main" id="{08472353-2220-4262-A596-2B0608FF6E7E}"/>
              </a:ext>
            </a:extLst>
          </p:cNvPr>
          <p:cNvPicPr>
            <a:picLocks noChangeAspect="1"/>
          </p:cNvPicPr>
          <p:nvPr/>
        </p:nvPicPr>
        <p:blipFill rotWithShape="1">
          <a:blip r:embed="rId16"/>
          <a:srcRect t="28413" b="54437"/>
          <a:stretch/>
        </p:blipFill>
        <p:spPr>
          <a:xfrm>
            <a:off x="9212356" y="4042235"/>
            <a:ext cx="2462997" cy="710965"/>
          </a:xfrm>
          <a:prstGeom prst="rect">
            <a:avLst/>
          </a:prstGeom>
          <a:ln w="28575">
            <a:noFill/>
          </a:ln>
        </p:spPr>
      </p:pic>
      <p:grpSp>
        <p:nvGrpSpPr>
          <p:cNvPr id="28" name="Group 27">
            <a:extLst>
              <a:ext uri="{FF2B5EF4-FFF2-40B4-BE49-F238E27FC236}">
                <a16:creationId xmlns:a16="http://schemas.microsoft.com/office/drawing/2014/main" id="{8A39420B-8496-9E34-1B44-A2CFAB06D53B}"/>
              </a:ext>
            </a:extLst>
          </p:cNvPr>
          <p:cNvGrpSpPr/>
          <p:nvPr/>
        </p:nvGrpSpPr>
        <p:grpSpPr>
          <a:xfrm>
            <a:off x="6624735" y="1736902"/>
            <a:ext cx="5100506" cy="937716"/>
            <a:chOff x="6624735" y="5145689"/>
            <a:chExt cx="5100506" cy="937716"/>
          </a:xfrm>
        </p:grpSpPr>
        <p:sp>
          <p:nvSpPr>
            <p:cNvPr id="59" name="Rectangle 58">
              <a:extLst>
                <a:ext uri="{FF2B5EF4-FFF2-40B4-BE49-F238E27FC236}">
                  <a16:creationId xmlns:a16="http://schemas.microsoft.com/office/drawing/2014/main" id="{B64A2CBE-2868-42F0-A948-0692D8DEA824}"/>
                </a:ext>
              </a:extLst>
            </p:cNvPr>
            <p:cNvSpPr/>
            <p:nvPr/>
          </p:nvSpPr>
          <p:spPr>
            <a:xfrm>
              <a:off x="6624735" y="5145689"/>
              <a:ext cx="5100506" cy="937716"/>
            </a:xfrm>
            <a:prstGeom prst="rect">
              <a:avLst/>
            </a:prstGeom>
            <a:no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nl-NL" sz="1600">
                <a:solidFill>
                  <a:schemeClr val="bg1"/>
                </a:solidFill>
              </a:endParaRPr>
            </a:p>
          </p:txBody>
        </p:sp>
        <p:grpSp>
          <p:nvGrpSpPr>
            <p:cNvPr id="18" name="Group 17">
              <a:extLst>
                <a:ext uri="{FF2B5EF4-FFF2-40B4-BE49-F238E27FC236}">
                  <a16:creationId xmlns:a16="http://schemas.microsoft.com/office/drawing/2014/main" id="{AE07F51C-9272-816C-C1E6-3F3C245CA2D4}"/>
                </a:ext>
              </a:extLst>
            </p:cNvPr>
            <p:cNvGrpSpPr/>
            <p:nvPr/>
          </p:nvGrpSpPr>
          <p:grpSpPr>
            <a:xfrm>
              <a:off x="6687368" y="5199049"/>
              <a:ext cx="5001390" cy="830997"/>
              <a:chOff x="6687368" y="5199049"/>
              <a:chExt cx="5001390" cy="830997"/>
            </a:xfrm>
          </p:grpSpPr>
          <p:sp>
            <p:nvSpPr>
              <p:cNvPr id="160" name="TextBox 159">
                <a:extLst>
                  <a:ext uri="{FF2B5EF4-FFF2-40B4-BE49-F238E27FC236}">
                    <a16:creationId xmlns:a16="http://schemas.microsoft.com/office/drawing/2014/main" id="{FFF7D17E-AC90-442A-A1A1-A85131CEA251}"/>
                  </a:ext>
                </a:extLst>
              </p:cNvPr>
              <p:cNvSpPr txBox="1">
                <a:spLocks/>
              </p:cNvSpPr>
              <p:nvPr/>
            </p:nvSpPr>
            <p:spPr>
              <a:xfrm>
                <a:off x="6687368" y="5199049"/>
                <a:ext cx="2462997" cy="830997"/>
              </a:xfrm>
              <a:prstGeom prst="rect">
                <a:avLst/>
              </a:prstGeom>
              <a:noFill/>
              <a:ln w="6350">
                <a:noFill/>
                <a:miter lim="800000"/>
              </a:ln>
            </p:spPr>
            <p:txBody>
              <a:bodyPr wrap="square">
                <a:spAutoFit/>
              </a:bodyPr>
              <a:lstStyle/>
              <a:p>
                <a:pPr marL="171450" indent="-171450">
                  <a:buClr>
                    <a:schemeClr val="accent1"/>
                  </a:buClr>
                  <a:buFont typeface="Wingdings" panose="05000000000000000000" pitchFamily="2" charset="2"/>
                  <a:buChar char="§"/>
                </a:pPr>
                <a:r>
                  <a:rPr lang="nl-NL" sz="1200" dirty="0"/>
                  <a:t>Verdiepen en uitbreiden van leidinggevende vaardigheden</a:t>
                </a:r>
              </a:p>
              <a:p>
                <a:pPr marL="171450" indent="-171450">
                  <a:buClr>
                    <a:schemeClr val="accent1"/>
                  </a:buClr>
                  <a:buFont typeface="Wingdings" panose="05000000000000000000" pitchFamily="2" charset="2"/>
                  <a:buChar char="§"/>
                </a:pPr>
                <a:r>
                  <a:rPr lang="nl-NL" sz="1200" dirty="0"/>
                  <a:t>Toepassen van deze vaardigheden op business uitdagingen</a:t>
                </a:r>
              </a:p>
            </p:txBody>
          </p:sp>
          <p:pic>
            <p:nvPicPr>
              <p:cNvPr id="70" name="Picture 69">
                <a:extLst>
                  <a:ext uri="{FF2B5EF4-FFF2-40B4-BE49-F238E27FC236}">
                    <a16:creationId xmlns:a16="http://schemas.microsoft.com/office/drawing/2014/main" id="{3F7A4818-E1A4-406F-9507-5DC844504495}"/>
                  </a:ext>
                </a:extLst>
              </p:cNvPr>
              <p:cNvPicPr>
                <a:picLocks noChangeAspect="1"/>
              </p:cNvPicPr>
              <p:nvPr/>
            </p:nvPicPr>
            <p:blipFill rotWithShape="1">
              <a:blip r:embed="rId16"/>
              <a:srcRect t="54470" r="51202" b="28380"/>
              <a:stretch/>
            </p:blipFill>
            <p:spPr>
              <a:xfrm>
                <a:off x="10486879" y="5259065"/>
                <a:ext cx="1201879" cy="710965"/>
              </a:xfrm>
              <a:prstGeom prst="rect">
                <a:avLst/>
              </a:prstGeom>
            </p:spPr>
          </p:pic>
          <p:pic>
            <p:nvPicPr>
              <p:cNvPr id="22" name="Picture 21">
                <a:extLst>
                  <a:ext uri="{FF2B5EF4-FFF2-40B4-BE49-F238E27FC236}">
                    <a16:creationId xmlns:a16="http://schemas.microsoft.com/office/drawing/2014/main" id="{89013185-E81C-8637-6ECE-41C6CB779AE2}"/>
                  </a:ext>
                </a:extLst>
              </p:cNvPr>
              <p:cNvPicPr>
                <a:picLocks noChangeAspect="1"/>
              </p:cNvPicPr>
              <p:nvPr/>
            </p:nvPicPr>
            <p:blipFill rotWithShape="1">
              <a:blip r:embed="rId16"/>
              <a:srcRect t="83041" r="50000" b="-191"/>
              <a:stretch/>
            </p:blipFill>
            <p:spPr>
              <a:xfrm>
                <a:off x="9225761" y="5253312"/>
                <a:ext cx="1231500" cy="710965"/>
              </a:xfrm>
              <a:prstGeom prst="rect">
                <a:avLst/>
              </a:prstGeom>
            </p:spPr>
          </p:pic>
        </p:grpSp>
      </p:grpSp>
      <p:grpSp>
        <p:nvGrpSpPr>
          <p:cNvPr id="30" name="Group 29">
            <a:extLst>
              <a:ext uri="{FF2B5EF4-FFF2-40B4-BE49-F238E27FC236}">
                <a16:creationId xmlns:a16="http://schemas.microsoft.com/office/drawing/2014/main" id="{533D63D5-82F1-5ED5-4D25-F91547133532}"/>
              </a:ext>
            </a:extLst>
          </p:cNvPr>
          <p:cNvGrpSpPr/>
          <p:nvPr/>
        </p:nvGrpSpPr>
        <p:grpSpPr>
          <a:xfrm>
            <a:off x="6624735" y="2765777"/>
            <a:ext cx="5100506" cy="1052435"/>
            <a:chOff x="6611330" y="3929220"/>
            <a:chExt cx="5100506" cy="1052435"/>
          </a:xfrm>
        </p:grpSpPr>
        <p:sp>
          <p:nvSpPr>
            <p:cNvPr id="11" name="Rectangle 10">
              <a:extLst>
                <a:ext uri="{FF2B5EF4-FFF2-40B4-BE49-F238E27FC236}">
                  <a16:creationId xmlns:a16="http://schemas.microsoft.com/office/drawing/2014/main" id="{F930451D-D466-4885-80B7-B4DB3EFABB65}"/>
                </a:ext>
              </a:extLst>
            </p:cNvPr>
            <p:cNvSpPr/>
            <p:nvPr/>
          </p:nvSpPr>
          <p:spPr>
            <a:xfrm>
              <a:off x="6611330" y="3929220"/>
              <a:ext cx="5100506" cy="1025268"/>
            </a:xfrm>
            <a:prstGeom prst="rect">
              <a:avLst/>
            </a:prstGeom>
            <a:no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nl-NL" sz="1600">
                <a:solidFill>
                  <a:schemeClr val="bg1"/>
                </a:solidFill>
              </a:endParaRPr>
            </a:p>
          </p:txBody>
        </p:sp>
        <p:cxnSp>
          <p:nvCxnSpPr>
            <p:cNvPr id="15" name="Straight Connector 14">
              <a:extLst>
                <a:ext uri="{FF2B5EF4-FFF2-40B4-BE49-F238E27FC236}">
                  <a16:creationId xmlns:a16="http://schemas.microsoft.com/office/drawing/2014/main" id="{6776DCC8-870B-4D59-AAFD-4F3CA2AC6401}"/>
                </a:ext>
              </a:extLst>
            </p:cNvPr>
            <p:cNvCxnSpPr>
              <a:cxnSpLocks/>
              <a:stCxn id="11" idx="1"/>
              <a:endCxn id="11" idx="1"/>
            </p:cNvCxnSpPr>
            <p:nvPr/>
          </p:nvCxnSpPr>
          <p:spPr>
            <a:xfrm>
              <a:off x="6611330" y="4441854"/>
              <a:ext cx="0" cy="0"/>
            </a:xfrm>
            <a:prstGeom prst="line">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BD2C4C3A-F4E5-BC55-2F93-E73B28F68573}"/>
                </a:ext>
              </a:extLst>
            </p:cNvPr>
            <p:cNvGrpSpPr/>
            <p:nvPr/>
          </p:nvGrpSpPr>
          <p:grpSpPr>
            <a:xfrm>
              <a:off x="6687367" y="3965992"/>
              <a:ext cx="5001391" cy="1015663"/>
              <a:chOff x="6687367" y="3856808"/>
              <a:chExt cx="5001391" cy="1015663"/>
            </a:xfrm>
          </p:grpSpPr>
          <p:sp>
            <p:nvSpPr>
              <p:cNvPr id="155" name="TextBox 154">
                <a:extLst>
                  <a:ext uri="{FF2B5EF4-FFF2-40B4-BE49-F238E27FC236}">
                    <a16:creationId xmlns:a16="http://schemas.microsoft.com/office/drawing/2014/main" id="{6F1FABCD-725D-4D51-B3F8-485FB90D3C94}"/>
                  </a:ext>
                </a:extLst>
              </p:cNvPr>
              <p:cNvSpPr txBox="1">
                <a:spLocks/>
              </p:cNvSpPr>
              <p:nvPr/>
            </p:nvSpPr>
            <p:spPr>
              <a:xfrm>
                <a:off x="6687367" y="3856808"/>
                <a:ext cx="2449593" cy="1015663"/>
              </a:xfrm>
              <a:prstGeom prst="rect">
                <a:avLst/>
              </a:prstGeom>
              <a:noFill/>
              <a:ln w="6350">
                <a:noFill/>
                <a:miter lim="800000"/>
              </a:ln>
            </p:spPr>
            <p:txBody>
              <a:bodyPr wrap="square">
                <a:spAutoFit/>
              </a:bodyPr>
              <a:lstStyle/>
              <a:p>
                <a:pPr marL="171450" indent="-171450">
                  <a:buClr>
                    <a:schemeClr val="accent1"/>
                  </a:buClr>
                  <a:buFont typeface="Wingdings" panose="05000000000000000000" pitchFamily="2" charset="2"/>
                  <a:buChar char="§"/>
                </a:pPr>
                <a:r>
                  <a:rPr lang="nl-NL" sz="1200" dirty="0"/>
                  <a:t>Verbeteren van afstemming, verbinding en prestaties in het team</a:t>
                </a:r>
              </a:p>
              <a:p>
                <a:pPr marL="171450" indent="-171450">
                  <a:buClr>
                    <a:schemeClr val="accent1"/>
                  </a:buClr>
                  <a:buFont typeface="Wingdings" panose="05000000000000000000" pitchFamily="2" charset="2"/>
                  <a:buChar char="§"/>
                </a:pPr>
                <a:r>
                  <a:rPr lang="nl-NL" sz="1200" dirty="0"/>
                  <a:t>Doorbreken van team patronen met het team ijsberg model</a:t>
                </a:r>
              </a:p>
            </p:txBody>
          </p:sp>
          <p:pic>
            <p:nvPicPr>
              <p:cNvPr id="71" name="Picture 70">
                <a:extLst>
                  <a:ext uri="{FF2B5EF4-FFF2-40B4-BE49-F238E27FC236}">
                    <a16:creationId xmlns:a16="http://schemas.microsoft.com/office/drawing/2014/main" id="{30D987E6-C5E1-4A05-B3C2-F8433EA826EB}"/>
                  </a:ext>
                </a:extLst>
              </p:cNvPr>
              <p:cNvPicPr>
                <a:picLocks noChangeAspect="1"/>
              </p:cNvPicPr>
              <p:nvPr/>
            </p:nvPicPr>
            <p:blipFill rotWithShape="1">
              <a:blip r:embed="rId16"/>
              <a:srcRect l="50000" t="83041" b="-191"/>
              <a:stretch/>
            </p:blipFill>
            <p:spPr>
              <a:xfrm>
                <a:off x="10457261" y="3977187"/>
                <a:ext cx="1231497" cy="710965"/>
              </a:xfrm>
              <a:prstGeom prst="rect">
                <a:avLst/>
              </a:prstGeom>
            </p:spPr>
          </p:pic>
          <p:pic>
            <p:nvPicPr>
              <p:cNvPr id="24" name="Picture 23">
                <a:extLst>
                  <a:ext uri="{FF2B5EF4-FFF2-40B4-BE49-F238E27FC236}">
                    <a16:creationId xmlns:a16="http://schemas.microsoft.com/office/drawing/2014/main" id="{B6F0CFB4-D2BE-BBC1-CAE7-545295AFD829}"/>
                  </a:ext>
                </a:extLst>
              </p:cNvPr>
              <p:cNvPicPr>
                <a:picLocks noChangeAspect="1"/>
              </p:cNvPicPr>
              <p:nvPr/>
            </p:nvPicPr>
            <p:blipFill>
              <a:blip r:embed="rId24"/>
              <a:stretch>
                <a:fillRect/>
              </a:stretch>
            </p:blipFill>
            <p:spPr>
              <a:xfrm>
                <a:off x="9221458" y="3993825"/>
                <a:ext cx="1235803" cy="694327"/>
              </a:xfrm>
              <a:prstGeom prst="rect">
                <a:avLst/>
              </a:prstGeom>
              <a:ln>
                <a:solidFill>
                  <a:schemeClr val="bg1">
                    <a:lumMod val="85000"/>
                  </a:schemeClr>
                </a:solidFill>
              </a:ln>
            </p:spPr>
          </p:pic>
        </p:grpSp>
      </p:grpSp>
      <p:sp>
        <p:nvSpPr>
          <p:cNvPr id="13" name="Title 7">
            <a:extLst>
              <a:ext uri="{FF2B5EF4-FFF2-40B4-BE49-F238E27FC236}">
                <a16:creationId xmlns:a16="http://schemas.microsoft.com/office/drawing/2014/main" id="{EC75976A-BB44-3CB9-0D63-EE7BF2417069}"/>
              </a:ext>
            </a:extLst>
          </p:cNvPr>
          <p:cNvSpPr>
            <a:spLocks noGrp="1"/>
          </p:cNvSpPr>
          <p:nvPr>
            <p:ph type="title"/>
          </p:nvPr>
        </p:nvSpPr>
        <p:spPr>
          <a:xfrm>
            <a:off x="554736" y="172212"/>
            <a:ext cx="11082528" cy="731520"/>
          </a:xfrm>
        </p:spPr>
        <p:txBody>
          <a:bodyPr vert="horz"/>
          <a:lstStyle/>
          <a:p>
            <a:r>
              <a:rPr lang="nl-NL" sz="2500">
                <a:ea typeface="+mj-ea"/>
                <a:cs typeface="+mj-cs"/>
              </a:rPr>
              <a:t>Het leiderschapsprogramma bestaat uit een aantal sessies</a:t>
            </a:r>
            <a:endParaRPr lang="nl-NL"/>
          </a:p>
        </p:txBody>
      </p:sp>
      <p:sp>
        <p:nvSpPr>
          <p:cNvPr id="19" name="4. Footnote">
            <a:extLst>
              <a:ext uri="{FF2B5EF4-FFF2-40B4-BE49-F238E27FC236}">
                <a16:creationId xmlns:a16="http://schemas.microsoft.com/office/drawing/2014/main" id="{2EA9DED2-34DC-8EF3-ED64-5ACA4F25CAE2}"/>
              </a:ext>
            </a:extLst>
          </p:cNvPr>
          <p:cNvSpPr txBox="1"/>
          <p:nvPr>
            <p:custDataLst>
              <p:tags r:id="rId3"/>
            </p:custDataLst>
          </p:nvPr>
        </p:nvSpPr>
        <p:spPr>
          <a:xfrm>
            <a:off x="553972" y="6278400"/>
            <a:ext cx="7278624" cy="123111"/>
          </a:xfrm>
          <a:prstGeom prst="rect">
            <a:avLst/>
          </a:prstGeom>
          <a:noFill/>
        </p:spPr>
        <p:txBody>
          <a:bodyPr wrap="square" lIns="0" tIns="0" rIns="0" bIns="0" rtlCol="0" anchor="b">
            <a:no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a:r>
              <a:rPr lang="nl-NL" sz="1100"/>
              <a:t>1.	Optioneel</a:t>
            </a:r>
          </a:p>
        </p:txBody>
      </p:sp>
    </p:spTree>
    <p:extLst>
      <p:ext uri="{BB962C8B-B14F-4D97-AF65-F5344CB8AC3E}">
        <p14:creationId xmlns:p14="http://schemas.microsoft.com/office/powerpoint/2010/main" val="1285619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2" hidden="1">
            <a:extLst>
              <a:ext uri="{FF2B5EF4-FFF2-40B4-BE49-F238E27FC236}">
                <a16:creationId xmlns:a16="http://schemas.microsoft.com/office/drawing/2014/main" id="{15E6DFA8-CAF8-CD53-4876-DCD0BD18CAA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92" imgH="595" progId="TCLayout.ActiveDocument.1">
                  <p:embed/>
                </p:oleObj>
              </mc:Choice>
              <mc:Fallback>
                <p:oleObj name="think-cell Slide" r:id="rId5" imgW="592" imgH="595" progId="TCLayout.ActiveDocument.1">
                  <p:embed/>
                  <p:pic>
                    <p:nvPicPr>
                      <p:cNvPr id="6" name="Object 2" hidden="1">
                        <a:extLst>
                          <a:ext uri="{FF2B5EF4-FFF2-40B4-BE49-F238E27FC236}">
                            <a16:creationId xmlns:a16="http://schemas.microsoft.com/office/drawing/2014/main" id="{15E6DFA8-CAF8-CD53-4876-DCD0BD18CAA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BFA9F87D-D0AF-55D5-10C4-DAFD4275CA64}"/>
              </a:ext>
            </a:extLst>
          </p:cNvPr>
          <p:cNvSpPr>
            <a:spLocks noGrp="1"/>
          </p:cNvSpPr>
          <p:nvPr>
            <p:ph type="title"/>
            <p:custDataLst>
              <p:tags r:id="rId2"/>
            </p:custDataLst>
          </p:nvPr>
        </p:nvSpPr>
        <p:spPr>
          <a:xfrm>
            <a:off x="554736" y="158745"/>
            <a:ext cx="5065776" cy="731520"/>
          </a:xfrm>
        </p:spPr>
        <p:txBody>
          <a:bodyPr vert="horz"/>
          <a:lstStyle/>
          <a:p>
            <a:r>
              <a:rPr lang="nl-NL"/>
              <a:t>Gerichte team coaching</a:t>
            </a:r>
          </a:p>
        </p:txBody>
      </p:sp>
      <p:sp>
        <p:nvSpPr>
          <p:cNvPr id="8" name="TextBox 7">
            <a:extLst>
              <a:ext uri="{FF2B5EF4-FFF2-40B4-BE49-F238E27FC236}">
                <a16:creationId xmlns:a16="http://schemas.microsoft.com/office/drawing/2014/main" id="{36FAD92E-9369-DFDE-5371-426BE15DB128}"/>
              </a:ext>
            </a:extLst>
          </p:cNvPr>
          <p:cNvSpPr txBox="1">
            <a:spLocks/>
          </p:cNvSpPr>
          <p:nvPr/>
        </p:nvSpPr>
        <p:spPr>
          <a:xfrm>
            <a:off x="554737" y="4099568"/>
            <a:ext cx="5065775" cy="246221"/>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nl-NL" b="1"/>
              <a:t>Waarom een gerichte team coaching sessie?</a:t>
            </a:r>
          </a:p>
        </p:txBody>
      </p:sp>
      <p:sp>
        <p:nvSpPr>
          <p:cNvPr id="9" name="TextBox 8">
            <a:extLst>
              <a:ext uri="{FF2B5EF4-FFF2-40B4-BE49-F238E27FC236}">
                <a16:creationId xmlns:a16="http://schemas.microsoft.com/office/drawing/2014/main" id="{545408E4-5159-B918-6228-97B831EF7ABF}"/>
              </a:ext>
            </a:extLst>
          </p:cNvPr>
          <p:cNvSpPr txBox="1">
            <a:spLocks/>
          </p:cNvSpPr>
          <p:nvPr/>
        </p:nvSpPr>
        <p:spPr>
          <a:xfrm>
            <a:off x="6502529" y="1393942"/>
            <a:ext cx="5065775" cy="246221"/>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nl-NL" b="1"/>
              <a:t>Wat haal je uit de sessie?</a:t>
            </a:r>
          </a:p>
        </p:txBody>
      </p:sp>
      <p:sp>
        <p:nvSpPr>
          <p:cNvPr id="13" name="TextBox 12">
            <a:extLst>
              <a:ext uri="{FF2B5EF4-FFF2-40B4-BE49-F238E27FC236}">
                <a16:creationId xmlns:a16="http://schemas.microsoft.com/office/drawing/2014/main" id="{36E9C57E-53F2-02F5-F871-8EFA1133A265}"/>
              </a:ext>
            </a:extLst>
          </p:cNvPr>
          <p:cNvSpPr txBox="1">
            <a:spLocks/>
          </p:cNvSpPr>
          <p:nvPr/>
        </p:nvSpPr>
        <p:spPr>
          <a:xfrm>
            <a:off x="554737" y="1393942"/>
            <a:ext cx="5065775" cy="246221"/>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nl-NL" b="1"/>
              <a:t>Leiderschapsontwikkeling binnen Achmea</a:t>
            </a:r>
          </a:p>
        </p:txBody>
      </p:sp>
      <p:sp>
        <p:nvSpPr>
          <p:cNvPr id="14" name="TextBox 13">
            <a:extLst>
              <a:ext uri="{FF2B5EF4-FFF2-40B4-BE49-F238E27FC236}">
                <a16:creationId xmlns:a16="http://schemas.microsoft.com/office/drawing/2014/main" id="{6A44B3C8-0B33-697D-7F48-537055D71BC1}"/>
              </a:ext>
            </a:extLst>
          </p:cNvPr>
          <p:cNvSpPr txBox="1"/>
          <p:nvPr/>
        </p:nvSpPr>
        <p:spPr>
          <a:xfrm>
            <a:off x="6502529" y="3739757"/>
            <a:ext cx="5065775" cy="24622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nl-NL" b="1"/>
              <a:t>Hoe bereid je je goed voor?</a:t>
            </a:r>
          </a:p>
        </p:txBody>
      </p:sp>
      <p:sp>
        <p:nvSpPr>
          <p:cNvPr id="19" name="TextBox 18">
            <a:extLst>
              <a:ext uri="{FF2B5EF4-FFF2-40B4-BE49-F238E27FC236}">
                <a16:creationId xmlns:a16="http://schemas.microsoft.com/office/drawing/2014/main" id="{C3F4C3B2-C917-77D7-855D-AB20451B068D}"/>
              </a:ext>
            </a:extLst>
          </p:cNvPr>
          <p:cNvSpPr txBox="1">
            <a:spLocks/>
          </p:cNvSpPr>
          <p:nvPr/>
        </p:nvSpPr>
        <p:spPr>
          <a:xfrm>
            <a:off x="554737" y="4403142"/>
            <a:ext cx="5151463" cy="720810"/>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nl-NL" sz="1100" dirty="0">
                <a:ea typeface="Verdana" panose="020B0604030504040204" pitchFamily="34" charset="0"/>
                <a:cs typeface="Calibri" panose="020F0502020204030204" pitchFamily="34" charset="0"/>
              </a:rPr>
              <a:t>Naast het verbeteren van onze performance dialogen, willen we ook de kernpatronen doorbreken in ons dagelijks werk. Om dat te kunnen doen, gaan we leiderschaps-vaardigheden ontwikkelen die leren en veranderen op diepere lagen mogelijk maakt. Deze vaardigheden zal je je in de gerichte team coaching sessie eigen maken en (leren) toepassen op dagelijks werk</a:t>
            </a:r>
          </a:p>
        </p:txBody>
      </p:sp>
      <p:sp>
        <p:nvSpPr>
          <p:cNvPr id="21" name="TextBox 20">
            <a:extLst>
              <a:ext uri="{FF2B5EF4-FFF2-40B4-BE49-F238E27FC236}">
                <a16:creationId xmlns:a16="http://schemas.microsoft.com/office/drawing/2014/main" id="{B6FDC791-8D6E-2947-D182-E1447E344716}"/>
              </a:ext>
            </a:extLst>
          </p:cNvPr>
          <p:cNvSpPr txBox="1">
            <a:spLocks/>
          </p:cNvSpPr>
          <p:nvPr/>
        </p:nvSpPr>
        <p:spPr>
          <a:xfrm>
            <a:off x="554737" y="1721785"/>
            <a:ext cx="5065775" cy="228637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nl-NL" sz="1100" dirty="0"/>
              <a:t>Duurzaam Samen Leven. Daar staan we voor. Via onze BEATS, leiderschapsprincipes en strategie geven we hier invulling aan. Ons leiderschap brengt het Achmea verhaal tot leven, onze strategie in beweging en focus en discipline in de uitvoering. We doen als Achmea leiders al veel goed, maar een aantal kernpatronen zitten ons echt in de weg om van ‘</a:t>
            </a:r>
            <a:r>
              <a:rPr lang="nl-NL" sz="1100" dirty="0" err="1"/>
              <a:t>Good</a:t>
            </a:r>
            <a:r>
              <a:rPr lang="nl-NL" sz="1100" dirty="0"/>
              <a:t>’ naar ‘Great’ te gaan. We gaan voor het realiseren van duurzame beweging en groei. Dit doen we door samen deze Achmea-brede leiderschapsuitdagingen aan te pakken (Van-Naars), door vaardigheden te ontwikkelen die leren en veranderen op diepere lagen mogelijk maakt en door leiderschapsontwikkeling te koppelen aan het verbeteren van business performance. Dit gaat alleen lukken als Achmea leiders eigenaarschap nemen. Voor hun vak, resultaten en voor het zijn van of ontwikkelen naar een goede leider</a:t>
            </a:r>
          </a:p>
          <a:p>
            <a:r>
              <a:rPr lang="nl-NL" sz="1100" dirty="0"/>
              <a:t>Het leiderschapsprogramma ondersteunt ons hierbij d.m.v. een aantal sessies: de performance dialoog sessie, gerichte team coaching en 2 optionele sessies team </a:t>
            </a:r>
            <a:r>
              <a:rPr lang="nl-NL" sz="1100" dirty="0" err="1"/>
              <a:t>journey</a:t>
            </a:r>
            <a:endParaRPr lang="nl-NL" sz="1100" dirty="0"/>
          </a:p>
        </p:txBody>
      </p:sp>
      <p:sp>
        <p:nvSpPr>
          <p:cNvPr id="7" name="TextBox 6">
            <a:extLst>
              <a:ext uri="{FF2B5EF4-FFF2-40B4-BE49-F238E27FC236}">
                <a16:creationId xmlns:a16="http://schemas.microsoft.com/office/drawing/2014/main" id="{3117E29C-3449-FCF9-ACBA-CF0A725E0CDF}"/>
              </a:ext>
            </a:extLst>
          </p:cNvPr>
          <p:cNvSpPr txBox="1"/>
          <p:nvPr/>
        </p:nvSpPr>
        <p:spPr>
          <a:xfrm>
            <a:off x="6502529" y="2557631"/>
            <a:ext cx="5065775" cy="24622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nl-NL" b="1"/>
              <a:t>Wat gaan we bespreken in de sessie?</a:t>
            </a:r>
          </a:p>
        </p:txBody>
      </p:sp>
      <p:sp>
        <p:nvSpPr>
          <p:cNvPr id="30" name="TextBox 29">
            <a:extLst>
              <a:ext uri="{FF2B5EF4-FFF2-40B4-BE49-F238E27FC236}">
                <a16:creationId xmlns:a16="http://schemas.microsoft.com/office/drawing/2014/main" id="{842EF885-580A-1D9A-AC77-4873BE72D3EE}"/>
              </a:ext>
            </a:extLst>
          </p:cNvPr>
          <p:cNvSpPr txBox="1"/>
          <p:nvPr/>
        </p:nvSpPr>
        <p:spPr>
          <a:xfrm>
            <a:off x="6500689" y="2861202"/>
            <a:ext cx="5065775" cy="724629"/>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nl-NL" sz="1100" dirty="0">
                <a:ea typeface="Verdana" panose="020B0604030504040204" pitchFamily="34" charset="0"/>
                <a:cs typeface="Calibri" panose="020F0502020204030204" pitchFamily="34" charset="0"/>
              </a:rPr>
              <a:t>Leren identificeren van onderliggende overtuigingen en veranderen daarvan</a:t>
            </a:r>
          </a:p>
          <a:p>
            <a:pPr lvl="1"/>
            <a:r>
              <a:rPr lang="nl-NL" sz="1100" dirty="0">
                <a:ea typeface="Verdana" panose="020B0604030504040204" pitchFamily="34" charset="0"/>
                <a:cs typeface="Calibri" panose="020F0502020204030204" pitchFamily="34" charset="0"/>
              </a:rPr>
              <a:t>Bewust worden van rode knoppen en leren </a:t>
            </a:r>
            <a:r>
              <a:rPr lang="nl-NL" sz="1100" dirty="0" err="1">
                <a:ea typeface="Verdana" panose="020B0604030504040204" pitchFamily="34" charset="0"/>
                <a:cs typeface="Calibri" panose="020F0502020204030204" pitchFamily="34" charset="0"/>
              </a:rPr>
              <a:t>herkaderen</a:t>
            </a:r>
            <a:r>
              <a:rPr lang="nl-NL" sz="1100" dirty="0">
                <a:ea typeface="Verdana" panose="020B0604030504040204" pitchFamily="34" charset="0"/>
                <a:cs typeface="Calibri" panose="020F0502020204030204" pitchFamily="34" charset="0"/>
              </a:rPr>
              <a:t>: leren bewegen van onbewust reactief naar bewust creatief gedrag</a:t>
            </a:r>
          </a:p>
          <a:p>
            <a:pPr lvl="1"/>
            <a:r>
              <a:rPr lang="nl-NL" sz="1100" dirty="0">
                <a:ea typeface="Verdana" panose="020B0604030504040204" pitchFamily="34" charset="0"/>
                <a:cs typeface="Calibri" panose="020F0502020204030204" pitchFamily="34" charset="0"/>
              </a:rPr>
              <a:t>Voorbereiden en voeren van effectieve moedige gesprekken</a:t>
            </a:r>
          </a:p>
        </p:txBody>
      </p:sp>
      <p:sp>
        <p:nvSpPr>
          <p:cNvPr id="32" name="TextBox 31">
            <a:extLst>
              <a:ext uri="{FF2B5EF4-FFF2-40B4-BE49-F238E27FC236}">
                <a16:creationId xmlns:a16="http://schemas.microsoft.com/office/drawing/2014/main" id="{16471A6F-040E-E97B-FA4A-13F4812FA6B0}"/>
              </a:ext>
            </a:extLst>
          </p:cNvPr>
          <p:cNvSpPr txBox="1"/>
          <p:nvPr/>
        </p:nvSpPr>
        <p:spPr>
          <a:xfrm>
            <a:off x="6502530" y="4075637"/>
            <a:ext cx="2459616" cy="244682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9705" lvl="1" indent="-179705"/>
            <a:r>
              <a:rPr lang="nl-NL" sz="1100" dirty="0">
                <a:ea typeface="Verdana" panose="020B0604030504040204" pitchFamily="34" charset="0"/>
                <a:cs typeface="Calibri" panose="020F0502020204030204" pitchFamily="34" charset="0"/>
              </a:rPr>
              <a:t>Reflecteer op een recente uitdagende werksituatie (iets waar je bij wijze van spreken van wakker ligt of wat belangrijk is voor jou/je team). Wat vind je er lastig aan? Hoe heb je tot nu toe gereageerd en wat was daarvan het effect?</a:t>
            </a:r>
            <a:endParaRPr lang="nl-NL" dirty="0"/>
          </a:p>
          <a:p>
            <a:pPr marL="179705" lvl="1" indent="-179705"/>
            <a:r>
              <a:rPr lang="nl-NL" sz="1100" dirty="0">
                <a:ea typeface="Verdana" panose="020B0604030504040204" pitchFamily="34" charset="0"/>
                <a:cs typeface="Calibri" panose="020F0502020204030204" pitchFamily="34" charset="0"/>
              </a:rPr>
              <a:t>Denk na over wat je zou willen ontwikkelen in je persoonlijke leiderschapsvaardigheden</a:t>
            </a:r>
          </a:p>
          <a:p>
            <a:pPr marL="179705" lvl="1" indent="-179705"/>
            <a:r>
              <a:rPr lang="nl-NL" sz="1100" dirty="0">
                <a:ea typeface="Verdana"/>
                <a:cs typeface="Calibri"/>
              </a:rPr>
              <a:t>Bekijk het </a:t>
            </a:r>
            <a:r>
              <a:rPr lang="nl-NL" sz="1100" dirty="0">
                <a:ea typeface="Verdana"/>
                <a:cs typeface="Calibri"/>
                <a:hlinkClick r:id="rId7">
                  <a:extLst>
                    <a:ext uri="{A12FA001-AC4F-418D-AE19-62706E023703}">
                      <ahyp:hlinkClr xmlns:ahyp="http://schemas.microsoft.com/office/drawing/2018/hyperlinkcolor" val="tx"/>
                    </a:ext>
                  </a:extLst>
                </a:hlinkClick>
              </a:rPr>
              <a:t>filmpje</a:t>
            </a:r>
            <a:r>
              <a:rPr lang="nl-NL" sz="1100" dirty="0">
                <a:ea typeface="Verdana"/>
                <a:cs typeface="Calibri"/>
              </a:rPr>
              <a:t> over een manier van kijken naar leiderschap en lees de pre-</a:t>
            </a:r>
            <a:r>
              <a:rPr lang="nl-NL" sz="1100" dirty="0" err="1">
                <a:ea typeface="Verdana"/>
                <a:cs typeface="Calibri"/>
              </a:rPr>
              <a:t>read</a:t>
            </a:r>
            <a:r>
              <a:rPr lang="nl-NL" sz="1100" dirty="0">
                <a:ea typeface="Verdana"/>
                <a:cs typeface="Calibri"/>
              </a:rPr>
              <a:t> over SCARF in dit document (</a:t>
            </a:r>
            <a:r>
              <a:rPr lang="nl-NL" sz="1100">
                <a:ea typeface="Verdana"/>
                <a:cs typeface="Calibri"/>
              </a:rPr>
              <a:t>max 15 </a:t>
            </a:r>
            <a:r>
              <a:rPr lang="nl-NL" sz="1100" dirty="0">
                <a:ea typeface="Verdana"/>
                <a:cs typeface="Calibri"/>
              </a:rPr>
              <a:t>minuten)</a:t>
            </a:r>
          </a:p>
        </p:txBody>
      </p:sp>
      <p:sp>
        <p:nvSpPr>
          <p:cNvPr id="34" name="TextBox 33">
            <a:extLst>
              <a:ext uri="{FF2B5EF4-FFF2-40B4-BE49-F238E27FC236}">
                <a16:creationId xmlns:a16="http://schemas.microsoft.com/office/drawing/2014/main" id="{2D5EC54D-2575-B2A5-5696-DBD8037A76DA}"/>
              </a:ext>
            </a:extLst>
          </p:cNvPr>
          <p:cNvSpPr txBox="1"/>
          <p:nvPr/>
        </p:nvSpPr>
        <p:spPr>
          <a:xfrm>
            <a:off x="6526617" y="1721785"/>
            <a:ext cx="5065775" cy="895593"/>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nl-NL" sz="1100">
                <a:ea typeface="Verdana" panose="020B0604030504040204" pitchFamily="34" charset="0"/>
                <a:cs typeface="Calibri" panose="020F0502020204030204" pitchFamily="34" charset="0"/>
              </a:rPr>
              <a:t>Ontwikkelen van nieuwe leiderschapsvaardigheden (bijv. leren identificeren van onderliggende overtuigingen, voeren van moedige gesprekken, bewust worden van rode knoppen en leren herkaderen)</a:t>
            </a:r>
          </a:p>
          <a:p>
            <a:pPr lvl="1"/>
            <a:r>
              <a:rPr lang="nl-NL" sz="1100">
                <a:ea typeface="Verdana" panose="020B0604030504040204" pitchFamily="34" charset="0"/>
                <a:cs typeface="Calibri" panose="020F0502020204030204" pitchFamily="34" charset="0"/>
              </a:rPr>
              <a:t>Oefenen en in de praktijk brengen van deze leiderschapsvaardigheden</a:t>
            </a:r>
          </a:p>
        </p:txBody>
      </p:sp>
      <p:grpSp>
        <p:nvGrpSpPr>
          <p:cNvPr id="5" name="Group 4">
            <a:extLst>
              <a:ext uri="{FF2B5EF4-FFF2-40B4-BE49-F238E27FC236}">
                <a16:creationId xmlns:a16="http://schemas.microsoft.com/office/drawing/2014/main" id="{8398FE91-02DD-2A00-8572-69A5CA63982F}"/>
              </a:ext>
            </a:extLst>
          </p:cNvPr>
          <p:cNvGrpSpPr/>
          <p:nvPr/>
        </p:nvGrpSpPr>
        <p:grpSpPr>
          <a:xfrm>
            <a:off x="8862409" y="3939817"/>
            <a:ext cx="3011727" cy="1822350"/>
            <a:chOff x="8831436" y="4295117"/>
            <a:chExt cx="3075792" cy="1861114"/>
          </a:xfrm>
        </p:grpSpPr>
        <p:sp>
          <p:nvSpPr>
            <p:cNvPr id="12" name="Freeform: Shape 11">
              <a:extLst>
                <a:ext uri="{FF2B5EF4-FFF2-40B4-BE49-F238E27FC236}">
                  <a16:creationId xmlns:a16="http://schemas.microsoft.com/office/drawing/2014/main" id="{86AFD13A-D6CB-F6D0-1C8B-E52C99C1A22F}"/>
                </a:ext>
              </a:extLst>
            </p:cNvPr>
            <p:cNvSpPr/>
            <p:nvPr/>
          </p:nvSpPr>
          <p:spPr>
            <a:xfrm rot="10800000" flipV="1">
              <a:off x="9036092" y="5423686"/>
              <a:ext cx="79500" cy="516751"/>
            </a:xfrm>
            <a:custGeom>
              <a:avLst/>
              <a:gdLst>
                <a:gd name="connsiteX0" fmla="*/ 152461 w 152577"/>
                <a:gd name="connsiteY0" fmla="*/ -177 h 991750"/>
                <a:gd name="connsiteX1" fmla="*/ 52952 w 152577"/>
                <a:gd name="connsiteY1" fmla="*/ 984940 h 991750"/>
                <a:gd name="connsiteX2" fmla="*/ -117 w 152577"/>
                <a:gd name="connsiteY2" fmla="*/ 991573 h 991750"/>
                <a:gd name="connsiteX3" fmla="*/ 152461 w 152577"/>
                <a:gd name="connsiteY3" fmla="*/ -177 h 991750"/>
              </a:gdLst>
              <a:ahLst/>
              <a:cxnLst>
                <a:cxn ang="0">
                  <a:pos x="connsiteX0" y="connsiteY0"/>
                </a:cxn>
                <a:cxn ang="0">
                  <a:pos x="connsiteX1" y="connsiteY1"/>
                </a:cxn>
                <a:cxn ang="0">
                  <a:pos x="connsiteX2" y="connsiteY2"/>
                </a:cxn>
                <a:cxn ang="0">
                  <a:pos x="connsiteX3" y="connsiteY3"/>
                </a:cxn>
              </a:cxnLst>
              <a:rect l="l" t="t" r="r" b="b"/>
              <a:pathLst>
                <a:path w="152577" h="991750">
                  <a:moveTo>
                    <a:pt x="152461" y="-177"/>
                  </a:moveTo>
                  <a:cubicBezTo>
                    <a:pt x="152461" y="-177"/>
                    <a:pt x="62908" y="178941"/>
                    <a:pt x="52952" y="984940"/>
                  </a:cubicBezTo>
                  <a:lnTo>
                    <a:pt x="-117" y="991573"/>
                  </a:lnTo>
                  <a:cubicBezTo>
                    <a:pt x="-117" y="991573"/>
                    <a:pt x="43001" y="258543"/>
                    <a:pt x="152461" y="-177"/>
                  </a:cubicBezTo>
                  <a:close/>
                </a:path>
              </a:pathLst>
            </a:custGeom>
            <a:solidFill>
              <a:schemeClr val="accent1"/>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6" name="Freeform: Shape 15">
              <a:extLst>
                <a:ext uri="{FF2B5EF4-FFF2-40B4-BE49-F238E27FC236}">
                  <a16:creationId xmlns:a16="http://schemas.microsoft.com/office/drawing/2014/main" id="{4FB9877F-A6FF-2317-7969-FAB1E860F444}"/>
                </a:ext>
              </a:extLst>
            </p:cNvPr>
            <p:cNvSpPr/>
            <p:nvPr/>
          </p:nvSpPr>
          <p:spPr>
            <a:xfrm rot="10800000" flipV="1">
              <a:off x="9094853" y="5224936"/>
              <a:ext cx="119249" cy="712045"/>
            </a:xfrm>
            <a:custGeom>
              <a:avLst/>
              <a:gdLst>
                <a:gd name="connsiteX0" fmla="*/ 228746 w 228863"/>
                <a:gd name="connsiteY0" fmla="*/ 1366380 h 1366557"/>
                <a:gd name="connsiteX1" fmla="*/ -117 w 228863"/>
                <a:gd name="connsiteY1" fmla="*/ -177 h 1366557"/>
                <a:gd name="connsiteX2" fmla="*/ 172362 w 228863"/>
                <a:gd name="connsiteY2" fmla="*/ 1366380 h 1366557"/>
                <a:gd name="connsiteX3" fmla="*/ 228746 w 228863"/>
                <a:gd name="connsiteY3" fmla="*/ 1366380 h 1366557"/>
              </a:gdLst>
              <a:ahLst/>
              <a:cxnLst>
                <a:cxn ang="0">
                  <a:pos x="connsiteX0" y="connsiteY0"/>
                </a:cxn>
                <a:cxn ang="0">
                  <a:pos x="connsiteX1" y="connsiteY1"/>
                </a:cxn>
                <a:cxn ang="0">
                  <a:pos x="connsiteX2" y="connsiteY2"/>
                </a:cxn>
                <a:cxn ang="0">
                  <a:pos x="connsiteX3" y="connsiteY3"/>
                </a:cxn>
              </a:cxnLst>
              <a:rect l="l" t="t" r="r" b="b"/>
              <a:pathLst>
                <a:path w="228863" h="1366557">
                  <a:moveTo>
                    <a:pt x="228746" y="1366380"/>
                  </a:moveTo>
                  <a:cubicBezTo>
                    <a:pt x="218796" y="358046"/>
                    <a:pt x="-117" y="-177"/>
                    <a:pt x="-117" y="-177"/>
                  </a:cubicBezTo>
                  <a:cubicBezTo>
                    <a:pt x="-117" y="-177"/>
                    <a:pt x="178995" y="304978"/>
                    <a:pt x="172362" y="1366380"/>
                  </a:cubicBezTo>
                  <a:lnTo>
                    <a:pt x="228746" y="1366380"/>
                  </a:lnTo>
                  <a:close/>
                </a:path>
              </a:pathLst>
            </a:custGeom>
            <a:solidFill>
              <a:schemeClr val="accent1"/>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7" name="Freeform: Shape 16">
              <a:extLst>
                <a:ext uri="{FF2B5EF4-FFF2-40B4-BE49-F238E27FC236}">
                  <a16:creationId xmlns:a16="http://schemas.microsoft.com/office/drawing/2014/main" id="{D7FD3831-C862-2554-DEA9-895DEE8533EB}"/>
                </a:ext>
              </a:extLst>
            </p:cNvPr>
            <p:cNvSpPr/>
            <p:nvPr/>
          </p:nvSpPr>
          <p:spPr>
            <a:xfrm rot="10800000" flipV="1">
              <a:off x="9022266" y="5753785"/>
              <a:ext cx="76474" cy="151655"/>
            </a:xfrm>
            <a:custGeom>
              <a:avLst/>
              <a:gdLst>
                <a:gd name="connsiteX0" fmla="*/ 146653 w 146770"/>
                <a:gd name="connsiteY0" fmla="*/ -177 h 291055"/>
                <a:gd name="connsiteX1" fmla="*/ -117 w 146770"/>
                <a:gd name="connsiteY1" fmla="*/ 228686 h 291055"/>
                <a:gd name="connsiteX2" fmla="*/ 14809 w 146770"/>
                <a:gd name="connsiteY2" fmla="*/ 290878 h 291055"/>
                <a:gd name="connsiteX3" fmla="*/ 146653 w 146770"/>
                <a:gd name="connsiteY3" fmla="*/ -177 h 291055"/>
              </a:gdLst>
              <a:ahLst/>
              <a:cxnLst>
                <a:cxn ang="0">
                  <a:pos x="connsiteX0" y="connsiteY0"/>
                </a:cxn>
                <a:cxn ang="0">
                  <a:pos x="connsiteX1" y="connsiteY1"/>
                </a:cxn>
                <a:cxn ang="0">
                  <a:pos x="connsiteX2" y="connsiteY2"/>
                </a:cxn>
                <a:cxn ang="0">
                  <a:pos x="connsiteX3" y="connsiteY3"/>
                </a:cxn>
              </a:cxnLst>
              <a:rect l="l" t="t" r="r" b="b"/>
              <a:pathLst>
                <a:path w="146770" h="291055">
                  <a:moveTo>
                    <a:pt x="146653" y="-177"/>
                  </a:moveTo>
                  <a:cubicBezTo>
                    <a:pt x="146653" y="-177"/>
                    <a:pt x="54610" y="89375"/>
                    <a:pt x="-117" y="228686"/>
                  </a:cubicBezTo>
                  <a:lnTo>
                    <a:pt x="14809" y="290878"/>
                  </a:lnTo>
                  <a:lnTo>
                    <a:pt x="146653" y="-177"/>
                  </a:lnTo>
                  <a:close/>
                </a:path>
              </a:pathLst>
            </a:custGeom>
            <a:solidFill>
              <a:schemeClr val="accent1"/>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8" name="Freeform: Shape 17">
              <a:extLst>
                <a:ext uri="{FF2B5EF4-FFF2-40B4-BE49-F238E27FC236}">
                  <a16:creationId xmlns:a16="http://schemas.microsoft.com/office/drawing/2014/main" id="{327E54FF-2CF3-9C2C-6EAC-DBD12ABBABC6}"/>
                </a:ext>
              </a:extLst>
            </p:cNvPr>
            <p:cNvSpPr/>
            <p:nvPr/>
          </p:nvSpPr>
          <p:spPr>
            <a:xfrm rot="10800000" flipV="1">
              <a:off x="9115592" y="5599475"/>
              <a:ext cx="66105" cy="283928"/>
            </a:xfrm>
            <a:custGeom>
              <a:avLst/>
              <a:gdLst>
                <a:gd name="connsiteX0" fmla="*/ 126753 w 126869"/>
                <a:gd name="connsiteY0" fmla="*/ 395483 h 544914"/>
                <a:gd name="connsiteX1" fmla="*/ -117 w 126869"/>
                <a:gd name="connsiteY1" fmla="*/ -58 h 544914"/>
                <a:gd name="connsiteX2" fmla="*/ 116803 w 126869"/>
                <a:gd name="connsiteY2" fmla="*/ 544737 h 544914"/>
                <a:gd name="connsiteX3" fmla="*/ 126753 w 126869"/>
                <a:gd name="connsiteY3" fmla="*/ 395483 h 544914"/>
              </a:gdLst>
              <a:ahLst/>
              <a:cxnLst>
                <a:cxn ang="0">
                  <a:pos x="connsiteX0" y="connsiteY0"/>
                </a:cxn>
                <a:cxn ang="0">
                  <a:pos x="connsiteX1" y="connsiteY1"/>
                </a:cxn>
                <a:cxn ang="0">
                  <a:pos x="connsiteX2" y="connsiteY2"/>
                </a:cxn>
                <a:cxn ang="0">
                  <a:pos x="connsiteX3" y="connsiteY3"/>
                </a:cxn>
              </a:cxnLst>
              <a:rect l="l" t="t" r="r" b="b"/>
              <a:pathLst>
                <a:path w="126869" h="544914">
                  <a:moveTo>
                    <a:pt x="126753" y="395483"/>
                  </a:moveTo>
                  <a:cubicBezTo>
                    <a:pt x="126753" y="395483"/>
                    <a:pt x="111827" y="67110"/>
                    <a:pt x="-117" y="-58"/>
                  </a:cubicBezTo>
                  <a:cubicBezTo>
                    <a:pt x="-117" y="-58"/>
                    <a:pt x="47150" y="-22449"/>
                    <a:pt x="116803" y="544737"/>
                  </a:cubicBezTo>
                  <a:lnTo>
                    <a:pt x="126753" y="395483"/>
                  </a:lnTo>
                  <a:close/>
                </a:path>
              </a:pathLst>
            </a:custGeom>
            <a:solidFill>
              <a:schemeClr val="accent1"/>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20" name="Freeform: Shape 19">
              <a:extLst>
                <a:ext uri="{FF2B5EF4-FFF2-40B4-BE49-F238E27FC236}">
                  <a16:creationId xmlns:a16="http://schemas.microsoft.com/office/drawing/2014/main" id="{E10FF68F-5C9A-8142-C995-391A5CAF3565}"/>
                </a:ext>
              </a:extLst>
            </p:cNvPr>
            <p:cNvSpPr/>
            <p:nvPr/>
          </p:nvSpPr>
          <p:spPr>
            <a:xfrm rot="10800000" flipV="1">
              <a:off x="8989789" y="5924016"/>
              <a:ext cx="208760" cy="192991"/>
            </a:xfrm>
            <a:custGeom>
              <a:avLst/>
              <a:gdLst>
                <a:gd name="connsiteX0" fmla="*/ -117 w 400652"/>
                <a:gd name="connsiteY0" fmla="*/ -177 h 370389"/>
                <a:gd name="connsiteX1" fmla="*/ 400536 w 400652"/>
                <a:gd name="connsiteY1" fmla="*/ -177 h 370389"/>
                <a:gd name="connsiteX2" fmla="*/ 305082 w 400652"/>
                <a:gd name="connsiteY2" fmla="*/ 370212 h 370389"/>
                <a:gd name="connsiteX3" fmla="*/ 95368 w 400652"/>
                <a:gd name="connsiteY3" fmla="*/ 370212 h 370389"/>
                <a:gd name="connsiteX4" fmla="*/ -117 w 400652"/>
                <a:gd name="connsiteY4" fmla="*/ -177 h 3703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652" h="370389">
                  <a:moveTo>
                    <a:pt x="-117" y="-177"/>
                  </a:moveTo>
                  <a:lnTo>
                    <a:pt x="400536" y="-177"/>
                  </a:lnTo>
                  <a:cubicBezTo>
                    <a:pt x="400536" y="-177"/>
                    <a:pt x="395217" y="188590"/>
                    <a:pt x="305082" y="370212"/>
                  </a:cubicBezTo>
                  <a:lnTo>
                    <a:pt x="95368" y="370212"/>
                  </a:lnTo>
                  <a:cubicBezTo>
                    <a:pt x="5215" y="188590"/>
                    <a:pt x="-117" y="-177"/>
                    <a:pt x="-117" y="-177"/>
                  </a:cubicBez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22" name="Freeform: Shape 21">
              <a:extLst>
                <a:ext uri="{FF2B5EF4-FFF2-40B4-BE49-F238E27FC236}">
                  <a16:creationId xmlns:a16="http://schemas.microsoft.com/office/drawing/2014/main" id="{04CF3345-FBEA-7B85-FE01-5CFAFCF20191}"/>
                </a:ext>
              </a:extLst>
            </p:cNvPr>
            <p:cNvSpPr/>
            <p:nvPr/>
          </p:nvSpPr>
          <p:spPr>
            <a:xfrm rot="10800000" flipV="1">
              <a:off x="9111855" y="5129135"/>
              <a:ext cx="255954" cy="288762"/>
            </a:xfrm>
            <a:custGeom>
              <a:avLst/>
              <a:gdLst>
                <a:gd name="connsiteX0" fmla="*/ 143614 w 491227"/>
                <a:gd name="connsiteY0" fmla="*/ 239043 h 554193"/>
                <a:gd name="connsiteX1" fmla="*/ 167157 w 491227"/>
                <a:gd name="connsiteY1" fmla="*/ 226032 h 554193"/>
                <a:gd name="connsiteX2" fmla="*/ 190706 w 491227"/>
                <a:gd name="connsiteY2" fmla="*/ 239043 h 554193"/>
                <a:gd name="connsiteX3" fmla="*/ 167157 w 491227"/>
                <a:gd name="connsiteY3" fmla="*/ 252060 h 554193"/>
                <a:gd name="connsiteX4" fmla="*/ 143614 w 491227"/>
                <a:gd name="connsiteY4" fmla="*/ 239043 h 554193"/>
                <a:gd name="connsiteX5" fmla="*/ 16163 w 491227"/>
                <a:gd name="connsiteY5" fmla="*/ 524191 h 554193"/>
                <a:gd name="connsiteX6" fmla="*/ 20274 w 491227"/>
                <a:gd name="connsiteY6" fmla="*/ 546557 h 554193"/>
                <a:gd name="connsiteX7" fmla="*/ 141418 w 491227"/>
                <a:gd name="connsiteY7" fmla="*/ 553572 h 554193"/>
                <a:gd name="connsiteX8" fmla="*/ 148571 w 491227"/>
                <a:gd name="connsiteY8" fmla="*/ 521600 h 554193"/>
                <a:gd name="connsiteX9" fmla="*/ 163890 w 491227"/>
                <a:gd name="connsiteY9" fmla="*/ 552315 h 554193"/>
                <a:gd name="connsiteX10" fmla="*/ 225463 w 491227"/>
                <a:gd name="connsiteY10" fmla="*/ 543910 h 554193"/>
                <a:gd name="connsiteX11" fmla="*/ 225407 w 491227"/>
                <a:gd name="connsiteY11" fmla="*/ 509209 h 554193"/>
                <a:gd name="connsiteX12" fmla="*/ 211777 w 491227"/>
                <a:gd name="connsiteY12" fmla="*/ 407585 h 554193"/>
                <a:gd name="connsiteX13" fmla="*/ 267179 w 491227"/>
                <a:gd name="connsiteY13" fmla="*/ 533278 h 554193"/>
                <a:gd name="connsiteX14" fmla="*/ 307475 w 491227"/>
                <a:gd name="connsiteY14" fmla="*/ 517858 h 554193"/>
                <a:gd name="connsiteX15" fmla="*/ 302863 w 491227"/>
                <a:gd name="connsiteY15" fmla="*/ 462117 h 554193"/>
                <a:gd name="connsiteX16" fmla="*/ 330774 w 491227"/>
                <a:gd name="connsiteY16" fmla="*/ 505886 h 554193"/>
                <a:gd name="connsiteX17" fmla="*/ 351106 w 491227"/>
                <a:gd name="connsiteY17" fmla="*/ 493139 h 554193"/>
                <a:gd name="connsiteX18" fmla="*/ 364198 w 491227"/>
                <a:gd name="connsiteY18" fmla="*/ 483388 h 554193"/>
                <a:gd name="connsiteX19" fmla="*/ 289846 w 491227"/>
                <a:gd name="connsiteY19" fmla="*/ 315260 h 554193"/>
                <a:gd name="connsiteX20" fmla="*/ 393554 w 491227"/>
                <a:gd name="connsiteY20" fmla="*/ 457117 h 554193"/>
                <a:gd name="connsiteX21" fmla="*/ 451272 w 491227"/>
                <a:gd name="connsiteY21" fmla="*/ 378454 h 554193"/>
                <a:gd name="connsiteX22" fmla="*/ 359072 w 491227"/>
                <a:gd name="connsiteY22" fmla="*/ 223704 h 554193"/>
                <a:gd name="connsiteX23" fmla="*/ 460866 w 491227"/>
                <a:gd name="connsiteY23" fmla="*/ 356776 h 554193"/>
                <a:gd name="connsiteX24" fmla="*/ 460960 w 491227"/>
                <a:gd name="connsiteY24" fmla="*/ 359091 h 554193"/>
                <a:gd name="connsiteX25" fmla="*/ 486117 w 491227"/>
                <a:gd name="connsiteY25" fmla="*/ 282280 h 554193"/>
                <a:gd name="connsiteX26" fmla="*/ 386508 w 491227"/>
                <a:gd name="connsiteY26" fmla="*/ 162826 h 554193"/>
                <a:gd name="connsiteX27" fmla="*/ 491111 w 491227"/>
                <a:gd name="connsiteY27" fmla="*/ 228373 h 554193"/>
                <a:gd name="connsiteX28" fmla="*/ 466179 w 491227"/>
                <a:gd name="connsiteY28" fmla="*/ 149966 h 554193"/>
                <a:gd name="connsiteX29" fmla="*/ 361382 w 491227"/>
                <a:gd name="connsiteY29" fmla="*/ 110922 h 554193"/>
                <a:gd name="connsiteX30" fmla="*/ 281241 w 491227"/>
                <a:gd name="connsiteY30" fmla="*/ 12289 h 554193"/>
                <a:gd name="connsiteX31" fmla="*/ 191507 w 491227"/>
                <a:gd name="connsiteY31" fmla="*/ 2676 h 554193"/>
                <a:gd name="connsiteX32" fmla="*/ 206814 w 491227"/>
                <a:gd name="connsiteY32" fmla="*/ 4817 h 554193"/>
                <a:gd name="connsiteX33" fmla="*/ 274977 w 491227"/>
                <a:gd name="connsiteY33" fmla="*/ 71740 h 554193"/>
                <a:gd name="connsiteX34" fmla="*/ 180205 w 491227"/>
                <a:gd name="connsiteY34" fmla="*/ 5449 h 554193"/>
                <a:gd name="connsiteX35" fmla="*/ 92561 w 491227"/>
                <a:gd name="connsiteY35" fmla="*/ 67779 h 554193"/>
                <a:gd name="connsiteX36" fmla="*/ 234081 w 491227"/>
                <a:gd name="connsiteY36" fmla="*/ 138664 h 554193"/>
                <a:gd name="connsiteX37" fmla="*/ 76171 w 491227"/>
                <a:gd name="connsiteY37" fmla="*/ 90083 h 554193"/>
                <a:gd name="connsiteX38" fmla="*/ 45225 w 491227"/>
                <a:gd name="connsiteY38" fmla="*/ 146587 h 554193"/>
                <a:gd name="connsiteX39" fmla="*/ 196901 w 491227"/>
                <a:gd name="connsiteY39" fmla="*/ 194429 h 554193"/>
                <a:gd name="connsiteX40" fmla="*/ 24836 w 491227"/>
                <a:gd name="connsiteY40" fmla="*/ 199404 h 554193"/>
                <a:gd name="connsiteX41" fmla="*/ 7871 w 491227"/>
                <a:gd name="connsiteY41" fmla="*/ 268894 h 554193"/>
                <a:gd name="connsiteX42" fmla="*/ 146712 w 491227"/>
                <a:gd name="connsiteY42" fmla="*/ 287374 h 554193"/>
                <a:gd name="connsiteX43" fmla="*/ 2289 w 491227"/>
                <a:gd name="connsiteY43" fmla="*/ 311674 h 554193"/>
                <a:gd name="connsiteX44" fmla="*/ 605 w 491227"/>
                <a:gd name="connsiteY44" fmla="*/ 396927 h 554193"/>
                <a:gd name="connsiteX45" fmla="*/ 107674 w 491227"/>
                <a:gd name="connsiteY45" fmla="*/ 387759 h 554193"/>
                <a:gd name="connsiteX46" fmla="*/ 3378 w 491227"/>
                <a:gd name="connsiteY46" fmla="*/ 435439 h 554193"/>
                <a:gd name="connsiteX47" fmla="*/ 10461 w 491227"/>
                <a:gd name="connsiteY47" fmla="*/ 490573 h 554193"/>
                <a:gd name="connsiteX48" fmla="*/ 59343 w 491227"/>
                <a:gd name="connsiteY48" fmla="*/ 480704 h 554193"/>
                <a:gd name="connsiteX49" fmla="*/ 16163 w 491227"/>
                <a:gd name="connsiteY49" fmla="*/ 524191 h 554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491227" h="554193">
                  <a:moveTo>
                    <a:pt x="143614" y="239043"/>
                  </a:moveTo>
                  <a:cubicBezTo>
                    <a:pt x="143614" y="231859"/>
                    <a:pt x="154153" y="226032"/>
                    <a:pt x="167157" y="226032"/>
                  </a:cubicBezTo>
                  <a:cubicBezTo>
                    <a:pt x="180161" y="226032"/>
                    <a:pt x="190706" y="231859"/>
                    <a:pt x="190706" y="239043"/>
                  </a:cubicBezTo>
                  <a:cubicBezTo>
                    <a:pt x="190706" y="246227"/>
                    <a:pt x="180161" y="252060"/>
                    <a:pt x="167157" y="252060"/>
                  </a:cubicBezTo>
                  <a:cubicBezTo>
                    <a:pt x="154153" y="252060"/>
                    <a:pt x="143614" y="246227"/>
                    <a:pt x="143614" y="239043"/>
                  </a:cubicBezTo>
                  <a:close/>
                  <a:moveTo>
                    <a:pt x="16163" y="524191"/>
                  </a:moveTo>
                  <a:cubicBezTo>
                    <a:pt x="17564" y="531976"/>
                    <a:pt x="18954" y="539461"/>
                    <a:pt x="20274" y="546557"/>
                  </a:cubicBezTo>
                  <a:cubicBezTo>
                    <a:pt x="20274" y="546557"/>
                    <a:pt x="72804" y="556163"/>
                    <a:pt x="141418" y="553572"/>
                  </a:cubicBezTo>
                  <a:cubicBezTo>
                    <a:pt x="142143" y="544361"/>
                    <a:pt x="144008" y="532546"/>
                    <a:pt x="148571" y="521600"/>
                  </a:cubicBezTo>
                  <a:cubicBezTo>
                    <a:pt x="155454" y="505085"/>
                    <a:pt x="161312" y="535437"/>
                    <a:pt x="163890" y="552315"/>
                  </a:cubicBezTo>
                  <a:cubicBezTo>
                    <a:pt x="183734" y="550800"/>
                    <a:pt x="204511" y="548128"/>
                    <a:pt x="225463" y="543910"/>
                  </a:cubicBezTo>
                  <a:cubicBezTo>
                    <a:pt x="224888" y="534730"/>
                    <a:pt x="224731" y="523352"/>
                    <a:pt x="225407" y="509209"/>
                  </a:cubicBezTo>
                  <a:cubicBezTo>
                    <a:pt x="227885" y="457161"/>
                    <a:pt x="193703" y="411715"/>
                    <a:pt x="211777" y="407585"/>
                  </a:cubicBezTo>
                  <a:cubicBezTo>
                    <a:pt x="228561" y="403749"/>
                    <a:pt x="255032" y="489340"/>
                    <a:pt x="267179" y="533278"/>
                  </a:cubicBezTo>
                  <a:cubicBezTo>
                    <a:pt x="280841" y="528997"/>
                    <a:pt x="294333" y="523897"/>
                    <a:pt x="307475" y="517858"/>
                  </a:cubicBezTo>
                  <a:cubicBezTo>
                    <a:pt x="304008" y="507275"/>
                    <a:pt x="299014" y="486467"/>
                    <a:pt x="302863" y="462117"/>
                  </a:cubicBezTo>
                  <a:cubicBezTo>
                    <a:pt x="307506" y="432686"/>
                    <a:pt x="325054" y="484540"/>
                    <a:pt x="330774" y="505886"/>
                  </a:cubicBezTo>
                  <a:cubicBezTo>
                    <a:pt x="337701" y="501925"/>
                    <a:pt x="344516" y="497732"/>
                    <a:pt x="351106" y="493139"/>
                  </a:cubicBezTo>
                  <a:cubicBezTo>
                    <a:pt x="355580" y="490003"/>
                    <a:pt x="359930" y="486737"/>
                    <a:pt x="364198" y="483388"/>
                  </a:cubicBezTo>
                  <a:cubicBezTo>
                    <a:pt x="336105" y="437217"/>
                    <a:pt x="275046" y="332257"/>
                    <a:pt x="289846" y="315260"/>
                  </a:cubicBezTo>
                  <a:cubicBezTo>
                    <a:pt x="305228" y="297600"/>
                    <a:pt x="369317" y="412116"/>
                    <a:pt x="393554" y="457117"/>
                  </a:cubicBezTo>
                  <a:cubicBezTo>
                    <a:pt x="416903" y="433437"/>
                    <a:pt x="436178" y="406502"/>
                    <a:pt x="451272" y="378454"/>
                  </a:cubicBezTo>
                  <a:cubicBezTo>
                    <a:pt x="418230" y="320016"/>
                    <a:pt x="331187" y="217553"/>
                    <a:pt x="359072" y="223704"/>
                  </a:cubicBezTo>
                  <a:cubicBezTo>
                    <a:pt x="428650" y="239043"/>
                    <a:pt x="460866" y="356776"/>
                    <a:pt x="460866" y="356776"/>
                  </a:cubicBezTo>
                  <a:lnTo>
                    <a:pt x="460960" y="359091"/>
                  </a:lnTo>
                  <a:cubicBezTo>
                    <a:pt x="472831" y="333446"/>
                    <a:pt x="481236" y="307337"/>
                    <a:pt x="486117" y="282280"/>
                  </a:cubicBezTo>
                  <a:cubicBezTo>
                    <a:pt x="442674" y="233561"/>
                    <a:pt x="372965" y="187658"/>
                    <a:pt x="386508" y="162826"/>
                  </a:cubicBezTo>
                  <a:cubicBezTo>
                    <a:pt x="398661" y="140548"/>
                    <a:pt x="466642" y="204305"/>
                    <a:pt x="491111" y="228373"/>
                  </a:cubicBezTo>
                  <a:cubicBezTo>
                    <a:pt x="490391" y="195981"/>
                    <a:pt x="482193" y="168271"/>
                    <a:pt x="466179" y="149966"/>
                  </a:cubicBezTo>
                  <a:cubicBezTo>
                    <a:pt x="408643" y="84206"/>
                    <a:pt x="361382" y="110922"/>
                    <a:pt x="361382" y="110922"/>
                  </a:cubicBezTo>
                  <a:cubicBezTo>
                    <a:pt x="361382" y="110922"/>
                    <a:pt x="390513" y="55995"/>
                    <a:pt x="281241" y="12289"/>
                  </a:cubicBezTo>
                  <a:cubicBezTo>
                    <a:pt x="250940" y="167"/>
                    <a:pt x="220651" y="-3281"/>
                    <a:pt x="191507" y="2676"/>
                  </a:cubicBezTo>
                  <a:cubicBezTo>
                    <a:pt x="196113" y="3703"/>
                    <a:pt x="201163" y="4479"/>
                    <a:pt x="206814" y="4817"/>
                  </a:cubicBezTo>
                  <a:cubicBezTo>
                    <a:pt x="247710" y="7295"/>
                    <a:pt x="304721" y="68023"/>
                    <a:pt x="274977" y="71740"/>
                  </a:cubicBezTo>
                  <a:cubicBezTo>
                    <a:pt x="255546" y="74168"/>
                    <a:pt x="209680" y="33760"/>
                    <a:pt x="180205" y="5449"/>
                  </a:cubicBezTo>
                  <a:cubicBezTo>
                    <a:pt x="148959" y="14592"/>
                    <a:pt x="119258" y="35012"/>
                    <a:pt x="92561" y="67779"/>
                  </a:cubicBezTo>
                  <a:cubicBezTo>
                    <a:pt x="167376" y="62554"/>
                    <a:pt x="234081" y="124020"/>
                    <a:pt x="234081" y="138664"/>
                  </a:cubicBezTo>
                  <a:cubicBezTo>
                    <a:pt x="234081" y="152569"/>
                    <a:pt x="125691" y="98193"/>
                    <a:pt x="76171" y="90083"/>
                  </a:cubicBezTo>
                  <a:cubicBezTo>
                    <a:pt x="65195" y="106529"/>
                    <a:pt x="54844" y="125341"/>
                    <a:pt x="45225" y="146587"/>
                  </a:cubicBezTo>
                  <a:cubicBezTo>
                    <a:pt x="100528" y="151430"/>
                    <a:pt x="196901" y="178428"/>
                    <a:pt x="196901" y="194429"/>
                  </a:cubicBezTo>
                  <a:cubicBezTo>
                    <a:pt x="196901" y="209530"/>
                    <a:pt x="71815" y="202552"/>
                    <a:pt x="24836" y="199404"/>
                  </a:cubicBezTo>
                  <a:cubicBezTo>
                    <a:pt x="17308" y="222835"/>
                    <a:pt x="11776" y="246065"/>
                    <a:pt x="7871" y="268894"/>
                  </a:cubicBezTo>
                  <a:cubicBezTo>
                    <a:pt x="59956" y="268762"/>
                    <a:pt x="143232" y="271116"/>
                    <a:pt x="146712" y="287374"/>
                  </a:cubicBezTo>
                  <a:cubicBezTo>
                    <a:pt x="150279" y="304070"/>
                    <a:pt x="57610" y="309765"/>
                    <a:pt x="2289" y="311674"/>
                  </a:cubicBezTo>
                  <a:cubicBezTo>
                    <a:pt x="-384" y="341218"/>
                    <a:pt x="-646" y="369786"/>
                    <a:pt x="605" y="396927"/>
                  </a:cubicBezTo>
                  <a:cubicBezTo>
                    <a:pt x="37240" y="388279"/>
                    <a:pt x="104964" y="374223"/>
                    <a:pt x="107674" y="387759"/>
                  </a:cubicBezTo>
                  <a:cubicBezTo>
                    <a:pt x="110716" y="402979"/>
                    <a:pt x="36489" y="425677"/>
                    <a:pt x="3378" y="435439"/>
                  </a:cubicBezTo>
                  <a:cubicBezTo>
                    <a:pt x="5267" y="454852"/>
                    <a:pt x="7758" y="473307"/>
                    <a:pt x="10461" y="490573"/>
                  </a:cubicBezTo>
                  <a:cubicBezTo>
                    <a:pt x="24379" y="484440"/>
                    <a:pt x="55050" y="472118"/>
                    <a:pt x="59343" y="480704"/>
                  </a:cubicBezTo>
                  <a:cubicBezTo>
                    <a:pt x="63674" y="489377"/>
                    <a:pt x="30957" y="513759"/>
                    <a:pt x="16163" y="524191"/>
                  </a:cubicBezTo>
                  <a:close/>
                </a:path>
              </a:pathLst>
            </a:custGeom>
            <a:solidFill>
              <a:schemeClr val="accent1"/>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23" name="Freeform: Shape 22">
              <a:extLst>
                <a:ext uri="{FF2B5EF4-FFF2-40B4-BE49-F238E27FC236}">
                  <a16:creationId xmlns:a16="http://schemas.microsoft.com/office/drawing/2014/main" id="{099E02B1-0DB5-1DC0-A2E5-5C27EDFB5412}"/>
                </a:ext>
              </a:extLst>
            </p:cNvPr>
            <p:cNvSpPr/>
            <p:nvPr/>
          </p:nvSpPr>
          <p:spPr>
            <a:xfrm rot="10800000" flipV="1">
              <a:off x="9114027" y="5552989"/>
              <a:ext cx="216735" cy="243984"/>
            </a:xfrm>
            <a:custGeom>
              <a:avLst/>
              <a:gdLst>
                <a:gd name="connsiteX0" fmla="*/ 324493 w 415958"/>
                <a:gd name="connsiteY0" fmla="*/ 306452 h 468255"/>
                <a:gd name="connsiteX1" fmla="*/ 295688 w 415958"/>
                <a:gd name="connsiteY1" fmla="*/ 208832 h 468255"/>
                <a:gd name="connsiteX2" fmla="*/ 255680 w 415958"/>
                <a:gd name="connsiteY2" fmla="*/ 164025 h 468255"/>
                <a:gd name="connsiteX3" fmla="*/ 319687 w 415958"/>
                <a:gd name="connsiteY3" fmla="*/ 192831 h 468255"/>
                <a:gd name="connsiteX4" fmla="*/ 324493 w 415958"/>
                <a:gd name="connsiteY4" fmla="*/ 306452 h 468255"/>
                <a:gd name="connsiteX5" fmla="*/ 332491 w 415958"/>
                <a:gd name="connsiteY5" fmla="*/ 20002 h 468255"/>
                <a:gd name="connsiteX6" fmla="*/ 256982 w 415958"/>
                <a:gd name="connsiteY6" fmla="*/ 32381 h 468255"/>
                <a:gd name="connsiteX7" fmla="*/ 67632 w 415958"/>
                <a:gd name="connsiteY7" fmla="*/ 41574 h 468255"/>
                <a:gd name="connsiteX8" fmla="*/ 8837 w 415958"/>
                <a:gd name="connsiteY8" fmla="*/ 157936 h 468255"/>
                <a:gd name="connsiteX9" fmla="*/ 143661 w 415958"/>
                <a:gd name="connsiteY9" fmla="*/ 101613 h 468255"/>
                <a:gd name="connsiteX10" fmla="*/ 145 w 415958"/>
                <a:gd name="connsiteY10" fmla="*/ 218601 h 468255"/>
                <a:gd name="connsiteX11" fmla="*/ 8994 w 415958"/>
                <a:gd name="connsiteY11" fmla="*/ 305344 h 468255"/>
                <a:gd name="connsiteX12" fmla="*/ 103653 w 415958"/>
                <a:gd name="connsiteY12" fmla="*/ 215234 h 468255"/>
                <a:gd name="connsiteX13" fmla="*/ 19463 w 415958"/>
                <a:gd name="connsiteY13" fmla="*/ 339526 h 468255"/>
                <a:gd name="connsiteX14" fmla="*/ 39032 w 415958"/>
                <a:gd name="connsiteY14" fmla="*/ 383276 h 468255"/>
                <a:gd name="connsiteX15" fmla="*/ 36980 w 415958"/>
                <a:gd name="connsiteY15" fmla="*/ 358193 h 468255"/>
                <a:gd name="connsiteX16" fmla="*/ 96456 w 415958"/>
                <a:gd name="connsiteY16" fmla="*/ 311252 h 468255"/>
                <a:gd name="connsiteX17" fmla="*/ 60447 w 415958"/>
                <a:gd name="connsiteY17" fmla="*/ 370459 h 468255"/>
                <a:gd name="connsiteX18" fmla="*/ 56780 w 415958"/>
                <a:gd name="connsiteY18" fmla="*/ 413352 h 468255"/>
                <a:gd name="connsiteX19" fmla="*/ 98885 w 415958"/>
                <a:gd name="connsiteY19" fmla="*/ 468078 h 468255"/>
                <a:gd name="connsiteX20" fmla="*/ 199996 w 415958"/>
                <a:gd name="connsiteY20" fmla="*/ 403733 h 468255"/>
                <a:gd name="connsiteX21" fmla="*/ 222149 w 415958"/>
                <a:gd name="connsiteY21" fmla="*/ 395235 h 468255"/>
                <a:gd name="connsiteX22" fmla="*/ 215672 w 415958"/>
                <a:gd name="connsiteY22" fmla="*/ 324056 h 468255"/>
                <a:gd name="connsiteX23" fmla="*/ 193268 w 415958"/>
                <a:gd name="connsiteY23" fmla="*/ 261644 h 468255"/>
                <a:gd name="connsiteX24" fmla="*/ 243702 w 415958"/>
                <a:gd name="connsiteY24" fmla="*/ 383795 h 468255"/>
                <a:gd name="connsiteX25" fmla="*/ 372874 w 415958"/>
                <a:gd name="connsiteY25" fmla="*/ 249022 h 468255"/>
                <a:gd name="connsiteX26" fmla="*/ 375703 w 415958"/>
                <a:gd name="connsiteY26" fmla="*/ 192030 h 468255"/>
                <a:gd name="connsiteX27" fmla="*/ 327691 w 415958"/>
                <a:gd name="connsiteY27" fmla="*/ 100017 h 468255"/>
                <a:gd name="connsiteX28" fmla="*/ 397293 w 415958"/>
                <a:gd name="connsiteY28" fmla="*/ 198313 h 468255"/>
                <a:gd name="connsiteX29" fmla="*/ 401837 w 415958"/>
                <a:gd name="connsiteY29" fmla="*/ 185365 h 468255"/>
                <a:gd name="connsiteX30" fmla="*/ 332491 w 415958"/>
                <a:gd name="connsiteY30" fmla="*/ 20002 h 46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5958" h="468255">
                  <a:moveTo>
                    <a:pt x="324493" y="306452"/>
                  </a:moveTo>
                  <a:cubicBezTo>
                    <a:pt x="324493" y="306452"/>
                    <a:pt x="316489" y="239240"/>
                    <a:pt x="295688" y="208832"/>
                  </a:cubicBezTo>
                  <a:cubicBezTo>
                    <a:pt x="274886" y="178431"/>
                    <a:pt x="250880" y="188031"/>
                    <a:pt x="255680" y="164025"/>
                  </a:cubicBezTo>
                  <a:cubicBezTo>
                    <a:pt x="260486" y="140025"/>
                    <a:pt x="306889" y="156027"/>
                    <a:pt x="319687" y="192831"/>
                  </a:cubicBezTo>
                  <a:cubicBezTo>
                    <a:pt x="332491" y="229634"/>
                    <a:pt x="324493" y="306452"/>
                    <a:pt x="324493" y="306452"/>
                  </a:cubicBezTo>
                  <a:close/>
                  <a:moveTo>
                    <a:pt x="332491" y="20002"/>
                  </a:moveTo>
                  <a:cubicBezTo>
                    <a:pt x="293122" y="27875"/>
                    <a:pt x="256982" y="32381"/>
                    <a:pt x="256982" y="32381"/>
                  </a:cubicBezTo>
                  <a:cubicBezTo>
                    <a:pt x="256982" y="32381"/>
                    <a:pt x="143010" y="-46665"/>
                    <a:pt x="67632" y="41574"/>
                  </a:cubicBezTo>
                  <a:cubicBezTo>
                    <a:pt x="41967" y="71619"/>
                    <a:pt x="20377" y="111701"/>
                    <a:pt x="8837" y="157936"/>
                  </a:cubicBezTo>
                  <a:cubicBezTo>
                    <a:pt x="41761" y="115976"/>
                    <a:pt x="128391" y="83290"/>
                    <a:pt x="143661" y="101613"/>
                  </a:cubicBezTo>
                  <a:cubicBezTo>
                    <a:pt x="157979" y="118792"/>
                    <a:pt x="35353" y="165427"/>
                    <a:pt x="145" y="218601"/>
                  </a:cubicBezTo>
                  <a:cubicBezTo>
                    <a:pt x="-1013" y="246356"/>
                    <a:pt x="1622" y="275475"/>
                    <a:pt x="8994" y="305344"/>
                  </a:cubicBezTo>
                  <a:cubicBezTo>
                    <a:pt x="30409" y="256231"/>
                    <a:pt x="94817" y="191667"/>
                    <a:pt x="103653" y="215234"/>
                  </a:cubicBezTo>
                  <a:cubicBezTo>
                    <a:pt x="113028" y="240223"/>
                    <a:pt x="15265" y="275381"/>
                    <a:pt x="19463" y="339526"/>
                  </a:cubicBezTo>
                  <a:cubicBezTo>
                    <a:pt x="24770" y="354019"/>
                    <a:pt x="31279" y="368619"/>
                    <a:pt x="39032" y="383276"/>
                  </a:cubicBezTo>
                  <a:cubicBezTo>
                    <a:pt x="36667" y="373776"/>
                    <a:pt x="35528" y="364783"/>
                    <a:pt x="36980" y="358193"/>
                  </a:cubicBezTo>
                  <a:cubicBezTo>
                    <a:pt x="44183" y="325389"/>
                    <a:pt x="90054" y="288848"/>
                    <a:pt x="96456" y="311252"/>
                  </a:cubicBezTo>
                  <a:cubicBezTo>
                    <a:pt x="100024" y="323749"/>
                    <a:pt x="70323" y="337623"/>
                    <a:pt x="60447" y="370459"/>
                  </a:cubicBezTo>
                  <a:cubicBezTo>
                    <a:pt x="56417" y="383864"/>
                    <a:pt x="56123" y="400416"/>
                    <a:pt x="56780" y="413352"/>
                  </a:cubicBezTo>
                  <a:cubicBezTo>
                    <a:pt x="68689" y="431638"/>
                    <a:pt x="82570" y="449930"/>
                    <a:pt x="98885" y="468078"/>
                  </a:cubicBezTo>
                  <a:cubicBezTo>
                    <a:pt x="98885" y="468078"/>
                    <a:pt x="120944" y="427633"/>
                    <a:pt x="199996" y="403733"/>
                  </a:cubicBezTo>
                  <a:cubicBezTo>
                    <a:pt x="207286" y="401531"/>
                    <a:pt x="214690" y="398670"/>
                    <a:pt x="222149" y="395235"/>
                  </a:cubicBezTo>
                  <a:cubicBezTo>
                    <a:pt x="221473" y="374633"/>
                    <a:pt x="219802" y="344689"/>
                    <a:pt x="215672" y="324056"/>
                  </a:cubicBezTo>
                  <a:cubicBezTo>
                    <a:pt x="207674" y="284048"/>
                    <a:pt x="172467" y="272846"/>
                    <a:pt x="193268" y="261644"/>
                  </a:cubicBezTo>
                  <a:cubicBezTo>
                    <a:pt x="222230" y="246049"/>
                    <a:pt x="255173" y="281739"/>
                    <a:pt x="243702" y="383795"/>
                  </a:cubicBezTo>
                  <a:cubicBezTo>
                    <a:pt x="292152" y="354827"/>
                    <a:pt x="340533" y="304205"/>
                    <a:pt x="372874" y="249022"/>
                  </a:cubicBezTo>
                  <a:cubicBezTo>
                    <a:pt x="375246" y="238965"/>
                    <a:pt x="380059" y="214064"/>
                    <a:pt x="375703" y="192030"/>
                  </a:cubicBezTo>
                  <a:cubicBezTo>
                    <a:pt x="360496" y="115218"/>
                    <a:pt x="327691" y="100017"/>
                    <a:pt x="327691" y="100017"/>
                  </a:cubicBezTo>
                  <a:cubicBezTo>
                    <a:pt x="370008" y="77708"/>
                    <a:pt x="390121" y="124943"/>
                    <a:pt x="397293" y="198313"/>
                  </a:cubicBezTo>
                  <a:cubicBezTo>
                    <a:pt x="398920" y="193989"/>
                    <a:pt x="400466" y="189671"/>
                    <a:pt x="401837" y="185365"/>
                  </a:cubicBezTo>
                  <a:cubicBezTo>
                    <a:pt x="437814" y="72438"/>
                    <a:pt x="400823" y="6341"/>
                    <a:pt x="332491" y="20002"/>
                  </a:cubicBezTo>
                  <a:close/>
                </a:path>
              </a:pathLst>
            </a:custGeom>
            <a:solidFill>
              <a:schemeClr val="accent1"/>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24" name="Freeform: Shape 23">
              <a:extLst>
                <a:ext uri="{FF2B5EF4-FFF2-40B4-BE49-F238E27FC236}">
                  <a16:creationId xmlns:a16="http://schemas.microsoft.com/office/drawing/2014/main" id="{B80247B1-F8A3-1691-1DF2-F5ABC4645D5D}"/>
                </a:ext>
              </a:extLst>
            </p:cNvPr>
            <p:cNvSpPr/>
            <p:nvPr/>
          </p:nvSpPr>
          <p:spPr>
            <a:xfrm rot="10800000" flipV="1">
              <a:off x="8899498" y="5318113"/>
              <a:ext cx="287591" cy="291553"/>
            </a:xfrm>
            <a:custGeom>
              <a:avLst/>
              <a:gdLst>
                <a:gd name="connsiteX0" fmla="*/ 228801 w 551945"/>
                <a:gd name="connsiteY0" fmla="*/ 463079 h 559549"/>
                <a:gd name="connsiteX1" fmla="*/ 227968 w 551945"/>
                <a:gd name="connsiteY1" fmla="*/ 421576 h 559549"/>
                <a:gd name="connsiteX2" fmla="*/ 198918 w 551945"/>
                <a:gd name="connsiteY2" fmla="*/ 448974 h 559549"/>
                <a:gd name="connsiteX3" fmla="*/ 185170 w 551945"/>
                <a:gd name="connsiteY3" fmla="*/ 510597 h 559549"/>
                <a:gd name="connsiteX4" fmla="*/ 125061 w 551945"/>
                <a:gd name="connsiteY4" fmla="*/ 457841 h 559549"/>
                <a:gd name="connsiteX5" fmla="*/ 195596 w 551945"/>
                <a:gd name="connsiteY5" fmla="*/ 368451 h 559549"/>
                <a:gd name="connsiteX6" fmla="*/ 193105 w 551945"/>
                <a:gd name="connsiteY6" fmla="*/ 351022 h 559549"/>
                <a:gd name="connsiteX7" fmla="*/ 91574 w 551945"/>
                <a:gd name="connsiteY7" fmla="*/ 422058 h 559549"/>
                <a:gd name="connsiteX8" fmla="*/ 54964 w 551945"/>
                <a:gd name="connsiteY8" fmla="*/ 373764 h 559549"/>
                <a:gd name="connsiteX9" fmla="*/ 113421 w 551945"/>
                <a:gd name="connsiteY9" fmla="*/ 353513 h 559549"/>
                <a:gd name="connsiteX10" fmla="*/ 210539 w 551945"/>
                <a:gd name="connsiteY10" fmla="*/ 271333 h 559549"/>
                <a:gd name="connsiteX11" fmla="*/ 103458 w 551945"/>
                <a:gd name="connsiteY11" fmla="*/ 331097 h 559549"/>
                <a:gd name="connsiteX12" fmla="*/ 44432 w 551945"/>
                <a:gd name="connsiteY12" fmla="*/ 356836 h 559549"/>
                <a:gd name="connsiteX13" fmla="*/ 11283 w 551945"/>
                <a:gd name="connsiteY13" fmla="*/ 280125 h 559549"/>
                <a:gd name="connsiteX14" fmla="*/ 180657 w 551945"/>
                <a:gd name="connsiteY14" fmla="*/ 196624 h 559549"/>
                <a:gd name="connsiteX15" fmla="*/ 73576 w 551945"/>
                <a:gd name="connsiteY15" fmla="*/ 211568 h 559549"/>
                <a:gd name="connsiteX16" fmla="*/ 5676 w 551945"/>
                <a:gd name="connsiteY16" fmla="*/ 254968 h 559549"/>
                <a:gd name="connsiteX17" fmla="*/ 119 w 551945"/>
                <a:gd name="connsiteY17" fmla="*/ 181461 h 559549"/>
                <a:gd name="connsiteX18" fmla="*/ 144129 w 551945"/>
                <a:gd name="connsiteY18" fmla="*/ 134369 h 559549"/>
                <a:gd name="connsiteX19" fmla="*/ 185639 w 551945"/>
                <a:gd name="connsiteY19" fmla="*/ 111959 h 559549"/>
                <a:gd name="connsiteX20" fmla="*/ 6277 w 551945"/>
                <a:gd name="connsiteY20" fmla="*/ 135620 h 559549"/>
                <a:gd name="connsiteX21" fmla="*/ 137489 w 551945"/>
                <a:gd name="connsiteY21" fmla="*/ 14840 h 559549"/>
                <a:gd name="connsiteX22" fmla="*/ 276944 w 551945"/>
                <a:gd name="connsiteY22" fmla="*/ 49704 h 559549"/>
                <a:gd name="connsiteX23" fmla="*/ 461212 w 551945"/>
                <a:gd name="connsiteY23" fmla="*/ 14840 h 559549"/>
                <a:gd name="connsiteX24" fmla="*/ 495944 w 551945"/>
                <a:gd name="connsiteY24" fmla="*/ 43308 h 559549"/>
                <a:gd name="connsiteX25" fmla="*/ 470349 w 551945"/>
                <a:gd name="connsiteY25" fmla="*/ 38502 h 559549"/>
                <a:gd name="connsiteX26" fmla="*/ 411210 w 551945"/>
                <a:gd name="connsiteY26" fmla="*/ 67283 h 559549"/>
                <a:gd name="connsiteX27" fmla="*/ 508335 w 551945"/>
                <a:gd name="connsiteY27" fmla="*/ 58227 h 559549"/>
                <a:gd name="connsiteX28" fmla="*/ 549013 w 551945"/>
                <a:gd name="connsiteY28" fmla="*/ 153625 h 559549"/>
                <a:gd name="connsiteX29" fmla="*/ 544256 w 551945"/>
                <a:gd name="connsiteY29" fmla="*/ 158450 h 559549"/>
                <a:gd name="connsiteX30" fmla="*/ 449572 w 551945"/>
                <a:gd name="connsiteY30" fmla="*/ 154295 h 559549"/>
                <a:gd name="connsiteX31" fmla="*/ 525545 w 551945"/>
                <a:gd name="connsiteY31" fmla="*/ 186661 h 559549"/>
                <a:gd name="connsiteX32" fmla="*/ 551828 w 551945"/>
                <a:gd name="connsiteY32" fmla="*/ 234504 h 559549"/>
                <a:gd name="connsiteX33" fmla="*/ 551516 w 551945"/>
                <a:gd name="connsiteY33" fmla="*/ 237208 h 559549"/>
                <a:gd name="connsiteX34" fmla="*/ 502327 w 551945"/>
                <a:gd name="connsiteY34" fmla="*/ 244354 h 559549"/>
                <a:gd name="connsiteX35" fmla="*/ 445880 w 551945"/>
                <a:gd name="connsiteY35" fmla="*/ 215304 h 559549"/>
                <a:gd name="connsiteX36" fmla="*/ 359957 w 551945"/>
                <a:gd name="connsiteY36" fmla="*/ 192900 h 559549"/>
                <a:gd name="connsiteX37" fmla="*/ 460899 w 551945"/>
                <a:gd name="connsiteY37" fmla="*/ 244886 h 559549"/>
                <a:gd name="connsiteX38" fmla="*/ 525795 w 551945"/>
                <a:gd name="connsiteY38" fmla="*/ 318912 h 559549"/>
                <a:gd name="connsiteX39" fmla="*/ 508773 w 551945"/>
                <a:gd name="connsiteY39" fmla="*/ 350716 h 559549"/>
                <a:gd name="connsiteX40" fmla="*/ 444628 w 551945"/>
                <a:gd name="connsiteY40" fmla="*/ 287103 h 559549"/>
                <a:gd name="connsiteX41" fmla="*/ 367028 w 551945"/>
                <a:gd name="connsiteY41" fmla="*/ 261370 h 559549"/>
                <a:gd name="connsiteX42" fmla="*/ 445442 w 551945"/>
                <a:gd name="connsiteY42" fmla="*/ 309932 h 559549"/>
                <a:gd name="connsiteX43" fmla="*/ 499574 w 551945"/>
                <a:gd name="connsiteY43" fmla="*/ 365723 h 559549"/>
                <a:gd name="connsiteX44" fmla="*/ 463778 w 551945"/>
                <a:gd name="connsiteY44" fmla="*/ 415699 h 559549"/>
                <a:gd name="connsiteX45" fmla="*/ 380734 w 551945"/>
                <a:gd name="connsiteY45" fmla="*/ 345209 h 559549"/>
                <a:gd name="connsiteX46" fmla="*/ 329668 w 551945"/>
                <a:gd name="connsiteY46" fmla="*/ 331510 h 559549"/>
                <a:gd name="connsiteX47" fmla="*/ 420535 w 551945"/>
                <a:gd name="connsiteY47" fmla="*/ 412445 h 559549"/>
                <a:gd name="connsiteX48" fmla="*/ 442000 w 551945"/>
                <a:gd name="connsiteY48" fmla="*/ 441095 h 559549"/>
                <a:gd name="connsiteX49" fmla="*/ 386741 w 551945"/>
                <a:gd name="connsiteY49" fmla="*/ 493005 h 559549"/>
                <a:gd name="connsiteX50" fmla="*/ 350006 w 551945"/>
                <a:gd name="connsiteY50" fmla="*/ 439424 h 559549"/>
                <a:gd name="connsiteX51" fmla="*/ 321345 w 551945"/>
                <a:gd name="connsiteY51" fmla="*/ 433197 h 559549"/>
                <a:gd name="connsiteX52" fmla="*/ 356452 w 551945"/>
                <a:gd name="connsiteY52" fmla="*/ 515033 h 559549"/>
                <a:gd name="connsiteX53" fmla="*/ 255360 w 551945"/>
                <a:gd name="connsiteY53" fmla="*/ 559372 h 559549"/>
                <a:gd name="connsiteX54" fmla="*/ 193442 w 551945"/>
                <a:gd name="connsiteY54" fmla="*/ 516992 h 559549"/>
                <a:gd name="connsiteX55" fmla="*/ 228801 w 551945"/>
                <a:gd name="connsiteY55" fmla="*/ 463079 h 559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551945" h="559549">
                  <a:moveTo>
                    <a:pt x="228801" y="463079"/>
                  </a:moveTo>
                  <a:cubicBezTo>
                    <a:pt x="236460" y="443091"/>
                    <a:pt x="236373" y="423441"/>
                    <a:pt x="227968" y="421576"/>
                  </a:cubicBezTo>
                  <a:cubicBezTo>
                    <a:pt x="219151" y="419617"/>
                    <a:pt x="206372" y="428785"/>
                    <a:pt x="198918" y="448974"/>
                  </a:cubicBezTo>
                  <a:cubicBezTo>
                    <a:pt x="191803" y="468217"/>
                    <a:pt x="187454" y="493856"/>
                    <a:pt x="185170" y="510597"/>
                  </a:cubicBezTo>
                  <a:cubicBezTo>
                    <a:pt x="166470" y="495909"/>
                    <a:pt x="145700" y="478180"/>
                    <a:pt x="125061" y="457841"/>
                  </a:cubicBezTo>
                  <a:cubicBezTo>
                    <a:pt x="148704" y="433566"/>
                    <a:pt x="177704" y="384359"/>
                    <a:pt x="195596" y="368451"/>
                  </a:cubicBezTo>
                  <a:cubicBezTo>
                    <a:pt x="218006" y="348532"/>
                    <a:pt x="193105" y="351022"/>
                    <a:pt x="193105" y="351022"/>
                  </a:cubicBezTo>
                  <a:cubicBezTo>
                    <a:pt x="161764" y="361467"/>
                    <a:pt x="110279" y="400831"/>
                    <a:pt x="91574" y="422058"/>
                  </a:cubicBezTo>
                  <a:cubicBezTo>
                    <a:pt x="78595" y="406951"/>
                    <a:pt x="66185" y="390824"/>
                    <a:pt x="54964" y="373764"/>
                  </a:cubicBezTo>
                  <a:cubicBezTo>
                    <a:pt x="70165" y="367312"/>
                    <a:pt x="84659" y="364296"/>
                    <a:pt x="113421" y="353513"/>
                  </a:cubicBezTo>
                  <a:cubicBezTo>
                    <a:pt x="153260" y="338569"/>
                    <a:pt x="208049" y="293743"/>
                    <a:pt x="210539" y="271333"/>
                  </a:cubicBezTo>
                  <a:cubicBezTo>
                    <a:pt x="213030" y="248922"/>
                    <a:pt x="138322" y="313668"/>
                    <a:pt x="103458" y="331097"/>
                  </a:cubicBezTo>
                  <a:cubicBezTo>
                    <a:pt x="80579" y="342537"/>
                    <a:pt x="58832" y="351799"/>
                    <a:pt x="44432" y="356836"/>
                  </a:cubicBezTo>
                  <a:cubicBezTo>
                    <a:pt x="30283" y="332806"/>
                    <a:pt x="18724" y="307135"/>
                    <a:pt x="11283" y="280125"/>
                  </a:cubicBezTo>
                  <a:cubicBezTo>
                    <a:pt x="48300" y="281277"/>
                    <a:pt x="171921" y="229385"/>
                    <a:pt x="180657" y="196624"/>
                  </a:cubicBezTo>
                  <a:cubicBezTo>
                    <a:pt x="180657" y="196624"/>
                    <a:pt x="120887" y="189152"/>
                    <a:pt x="73576" y="211568"/>
                  </a:cubicBezTo>
                  <a:cubicBezTo>
                    <a:pt x="42536" y="226268"/>
                    <a:pt x="16859" y="240968"/>
                    <a:pt x="5676" y="254968"/>
                  </a:cubicBezTo>
                  <a:cubicBezTo>
                    <a:pt x="895" y="228089"/>
                    <a:pt x="-789" y="203608"/>
                    <a:pt x="119" y="181461"/>
                  </a:cubicBezTo>
                  <a:cubicBezTo>
                    <a:pt x="15151" y="169833"/>
                    <a:pt x="42248" y="125883"/>
                    <a:pt x="144129" y="134369"/>
                  </a:cubicBezTo>
                  <a:cubicBezTo>
                    <a:pt x="212286" y="140051"/>
                    <a:pt x="185639" y="111959"/>
                    <a:pt x="185639" y="111959"/>
                  </a:cubicBezTo>
                  <a:cubicBezTo>
                    <a:pt x="185639" y="111959"/>
                    <a:pt x="79408" y="60981"/>
                    <a:pt x="6277" y="135620"/>
                  </a:cubicBezTo>
                  <a:cubicBezTo>
                    <a:pt x="24657" y="59222"/>
                    <a:pt x="79853" y="20604"/>
                    <a:pt x="137489" y="14840"/>
                  </a:cubicBezTo>
                  <a:cubicBezTo>
                    <a:pt x="220496" y="6536"/>
                    <a:pt x="276944" y="49704"/>
                    <a:pt x="276944" y="49704"/>
                  </a:cubicBezTo>
                  <a:cubicBezTo>
                    <a:pt x="276944" y="49704"/>
                    <a:pt x="381547" y="-33303"/>
                    <a:pt x="461212" y="14840"/>
                  </a:cubicBezTo>
                  <a:cubicBezTo>
                    <a:pt x="474104" y="22631"/>
                    <a:pt x="485681" y="32269"/>
                    <a:pt x="495944" y="43308"/>
                  </a:cubicBezTo>
                  <a:cubicBezTo>
                    <a:pt x="490750" y="42075"/>
                    <a:pt x="480424" y="39128"/>
                    <a:pt x="470349" y="38502"/>
                  </a:cubicBezTo>
                  <a:cubicBezTo>
                    <a:pt x="445191" y="36925"/>
                    <a:pt x="420097" y="38083"/>
                    <a:pt x="411210" y="67283"/>
                  </a:cubicBezTo>
                  <a:cubicBezTo>
                    <a:pt x="401322" y="99843"/>
                    <a:pt x="471726" y="73710"/>
                    <a:pt x="508335" y="58227"/>
                  </a:cubicBezTo>
                  <a:cubicBezTo>
                    <a:pt x="528674" y="85356"/>
                    <a:pt x="542316" y="118642"/>
                    <a:pt x="549013" y="153625"/>
                  </a:cubicBezTo>
                  <a:cubicBezTo>
                    <a:pt x="548199" y="156453"/>
                    <a:pt x="546760" y="158506"/>
                    <a:pt x="544256" y="158450"/>
                  </a:cubicBezTo>
                  <a:cubicBezTo>
                    <a:pt x="521414" y="157862"/>
                    <a:pt x="475856" y="150790"/>
                    <a:pt x="449572" y="154295"/>
                  </a:cubicBezTo>
                  <a:cubicBezTo>
                    <a:pt x="449572" y="154295"/>
                    <a:pt x="493253" y="163682"/>
                    <a:pt x="525545" y="186661"/>
                  </a:cubicBezTo>
                  <a:cubicBezTo>
                    <a:pt x="535558" y="193783"/>
                    <a:pt x="544945" y="218728"/>
                    <a:pt x="551828" y="234504"/>
                  </a:cubicBezTo>
                  <a:cubicBezTo>
                    <a:pt x="551703" y="235405"/>
                    <a:pt x="551641" y="236313"/>
                    <a:pt x="551516" y="237208"/>
                  </a:cubicBezTo>
                  <a:cubicBezTo>
                    <a:pt x="537435" y="241269"/>
                    <a:pt x="515970" y="248609"/>
                    <a:pt x="502327" y="244354"/>
                  </a:cubicBezTo>
                  <a:cubicBezTo>
                    <a:pt x="485806" y="239216"/>
                    <a:pt x="468284" y="225887"/>
                    <a:pt x="445880" y="215304"/>
                  </a:cubicBezTo>
                  <a:cubicBezTo>
                    <a:pt x="401010" y="194140"/>
                    <a:pt x="359957" y="192900"/>
                    <a:pt x="359957" y="192900"/>
                  </a:cubicBezTo>
                  <a:cubicBezTo>
                    <a:pt x="353761" y="206005"/>
                    <a:pt x="405641" y="221318"/>
                    <a:pt x="460899" y="244886"/>
                  </a:cubicBezTo>
                  <a:cubicBezTo>
                    <a:pt x="493879" y="258923"/>
                    <a:pt x="525983" y="309219"/>
                    <a:pt x="525795" y="318912"/>
                  </a:cubicBezTo>
                  <a:cubicBezTo>
                    <a:pt x="525545" y="328606"/>
                    <a:pt x="515094" y="339865"/>
                    <a:pt x="508773" y="350716"/>
                  </a:cubicBezTo>
                  <a:cubicBezTo>
                    <a:pt x="494567" y="332167"/>
                    <a:pt x="468472" y="300720"/>
                    <a:pt x="444628" y="287103"/>
                  </a:cubicBezTo>
                  <a:cubicBezTo>
                    <a:pt x="409771" y="267184"/>
                    <a:pt x="360019" y="253866"/>
                    <a:pt x="367028" y="261370"/>
                  </a:cubicBezTo>
                  <a:cubicBezTo>
                    <a:pt x="369907" y="264486"/>
                    <a:pt x="420535" y="288761"/>
                    <a:pt x="445442" y="309932"/>
                  </a:cubicBezTo>
                  <a:cubicBezTo>
                    <a:pt x="461275" y="323387"/>
                    <a:pt x="484617" y="348901"/>
                    <a:pt x="499574" y="365723"/>
                  </a:cubicBezTo>
                  <a:cubicBezTo>
                    <a:pt x="489060" y="382325"/>
                    <a:pt x="477108" y="399172"/>
                    <a:pt x="463778" y="415699"/>
                  </a:cubicBezTo>
                  <a:cubicBezTo>
                    <a:pt x="447131" y="399028"/>
                    <a:pt x="410459" y="363802"/>
                    <a:pt x="380734" y="345209"/>
                  </a:cubicBezTo>
                  <a:cubicBezTo>
                    <a:pt x="340870" y="320308"/>
                    <a:pt x="329668" y="314081"/>
                    <a:pt x="329668" y="331510"/>
                  </a:cubicBezTo>
                  <a:cubicBezTo>
                    <a:pt x="329668" y="348945"/>
                    <a:pt x="384426" y="372600"/>
                    <a:pt x="420535" y="412445"/>
                  </a:cubicBezTo>
                  <a:cubicBezTo>
                    <a:pt x="429421" y="422258"/>
                    <a:pt x="436242" y="432446"/>
                    <a:pt x="442000" y="441095"/>
                  </a:cubicBezTo>
                  <a:cubicBezTo>
                    <a:pt x="425103" y="459556"/>
                    <a:pt x="406642" y="477147"/>
                    <a:pt x="386741" y="493005"/>
                  </a:cubicBezTo>
                  <a:cubicBezTo>
                    <a:pt x="377041" y="477204"/>
                    <a:pt x="362898" y="455219"/>
                    <a:pt x="350006" y="439424"/>
                  </a:cubicBezTo>
                  <a:cubicBezTo>
                    <a:pt x="327603" y="412032"/>
                    <a:pt x="306388" y="408296"/>
                    <a:pt x="321345" y="433197"/>
                  </a:cubicBezTo>
                  <a:cubicBezTo>
                    <a:pt x="333923" y="454174"/>
                    <a:pt x="353511" y="480483"/>
                    <a:pt x="356452" y="515033"/>
                  </a:cubicBezTo>
                  <a:cubicBezTo>
                    <a:pt x="325225" y="535529"/>
                    <a:pt x="291281" y="551299"/>
                    <a:pt x="255360" y="559372"/>
                  </a:cubicBezTo>
                  <a:cubicBezTo>
                    <a:pt x="255360" y="559372"/>
                    <a:pt x="229070" y="544196"/>
                    <a:pt x="193442" y="516992"/>
                  </a:cubicBezTo>
                  <a:cubicBezTo>
                    <a:pt x="204200" y="504964"/>
                    <a:pt x="220615" y="484438"/>
                    <a:pt x="228801" y="463079"/>
                  </a:cubicBezTo>
                  <a:close/>
                </a:path>
              </a:pathLst>
            </a:custGeom>
            <a:solidFill>
              <a:schemeClr val="accent1"/>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25" name="Freeform: Shape 24">
              <a:extLst>
                <a:ext uri="{FF2B5EF4-FFF2-40B4-BE49-F238E27FC236}">
                  <a16:creationId xmlns:a16="http://schemas.microsoft.com/office/drawing/2014/main" id="{2B8FD80F-D7D0-2E3F-6D69-353ED01A5A2C}"/>
                </a:ext>
              </a:extLst>
            </p:cNvPr>
            <p:cNvSpPr/>
            <p:nvPr/>
          </p:nvSpPr>
          <p:spPr>
            <a:xfrm rot="10800000" flipV="1">
              <a:off x="8831436" y="5615770"/>
              <a:ext cx="228311" cy="226656"/>
            </a:xfrm>
            <a:custGeom>
              <a:avLst/>
              <a:gdLst>
                <a:gd name="connsiteX0" fmla="*/ 45246 w 438175"/>
                <a:gd name="connsiteY0" fmla="*/ 277480 h 434999"/>
                <a:gd name="connsiteX1" fmla="*/ 58544 w 438175"/>
                <a:gd name="connsiteY1" fmla="*/ 229092 h 434999"/>
                <a:gd name="connsiteX2" fmla="*/ 48857 w 438175"/>
                <a:gd name="connsiteY2" fmla="*/ 260070 h 434999"/>
                <a:gd name="connsiteX3" fmla="*/ 45246 w 438175"/>
                <a:gd name="connsiteY3" fmla="*/ 277480 h 434999"/>
                <a:gd name="connsiteX4" fmla="*/ 19832 w 438175"/>
                <a:gd name="connsiteY4" fmla="*/ 346594 h 434999"/>
                <a:gd name="connsiteX5" fmla="*/ 69189 w 438175"/>
                <a:gd name="connsiteY5" fmla="*/ 419062 h 434999"/>
                <a:gd name="connsiteX6" fmla="*/ 198981 w 438175"/>
                <a:gd name="connsiteY6" fmla="*/ 423937 h 434999"/>
                <a:gd name="connsiteX7" fmla="*/ 105986 w 438175"/>
                <a:gd name="connsiteY7" fmla="*/ 331668 h 434999"/>
                <a:gd name="connsiteX8" fmla="*/ 147102 w 438175"/>
                <a:gd name="connsiteY8" fmla="*/ 372884 h 434999"/>
                <a:gd name="connsiteX9" fmla="*/ 209745 w 438175"/>
                <a:gd name="connsiteY9" fmla="*/ 411777 h 434999"/>
                <a:gd name="connsiteX10" fmla="*/ 247981 w 438175"/>
                <a:gd name="connsiteY10" fmla="*/ 399587 h 434999"/>
                <a:gd name="connsiteX11" fmla="*/ 291537 w 438175"/>
                <a:gd name="connsiteY11" fmla="*/ 356275 h 434999"/>
                <a:gd name="connsiteX12" fmla="*/ 217630 w 438175"/>
                <a:gd name="connsiteY12" fmla="*/ 345861 h 434999"/>
                <a:gd name="connsiteX13" fmla="*/ 149292 w 438175"/>
                <a:gd name="connsiteY13" fmla="*/ 298400 h 434999"/>
                <a:gd name="connsiteX14" fmla="*/ 211810 w 438175"/>
                <a:gd name="connsiteY14" fmla="*/ 326837 h 434999"/>
                <a:gd name="connsiteX15" fmla="*/ 298484 w 438175"/>
                <a:gd name="connsiteY15" fmla="*/ 336380 h 434999"/>
                <a:gd name="connsiteX16" fmla="*/ 340225 w 438175"/>
                <a:gd name="connsiteY16" fmla="*/ 285884 h 434999"/>
                <a:gd name="connsiteX17" fmla="*/ 194600 w 438175"/>
                <a:gd name="connsiteY17" fmla="*/ 253686 h 434999"/>
                <a:gd name="connsiteX18" fmla="*/ 305493 w 438175"/>
                <a:gd name="connsiteY18" fmla="*/ 269764 h 434999"/>
                <a:gd name="connsiteX19" fmla="*/ 353242 w 438175"/>
                <a:gd name="connsiteY19" fmla="*/ 250132 h 434999"/>
                <a:gd name="connsiteX20" fmla="*/ 387849 w 438175"/>
                <a:gd name="connsiteY20" fmla="*/ 196582 h 434999"/>
                <a:gd name="connsiteX21" fmla="*/ 263626 w 438175"/>
                <a:gd name="connsiteY21" fmla="*/ 200193 h 434999"/>
                <a:gd name="connsiteX22" fmla="*/ 245979 w 438175"/>
                <a:gd name="connsiteY22" fmla="*/ 174622 h 434999"/>
                <a:gd name="connsiteX23" fmla="*/ 354807 w 438175"/>
                <a:gd name="connsiteY23" fmla="*/ 182845 h 434999"/>
                <a:gd name="connsiteX24" fmla="*/ 393043 w 438175"/>
                <a:gd name="connsiteY24" fmla="*/ 170655 h 434999"/>
                <a:gd name="connsiteX25" fmla="*/ 432281 w 438175"/>
                <a:gd name="connsiteY25" fmla="*/ 107054 h 434999"/>
                <a:gd name="connsiteX26" fmla="*/ 299047 w 438175"/>
                <a:gd name="connsiteY26" fmla="*/ 108531 h 434999"/>
                <a:gd name="connsiteX27" fmla="*/ 398425 w 438175"/>
                <a:gd name="connsiteY27" fmla="*/ 83987 h 434999"/>
                <a:gd name="connsiteX28" fmla="*/ 434096 w 438175"/>
                <a:gd name="connsiteY28" fmla="*/ 54048 h 434999"/>
                <a:gd name="connsiteX29" fmla="*/ 435097 w 438175"/>
                <a:gd name="connsiteY29" fmla="*/ 7526 h 434999"/>
                <a:gd name="connsiteX30" fmla="*/ 341226 w 438175"/>
                <a:gd name="connsiteY30" fmla="*/ 52040 h 434999"/>
                <a:gd name="connsiteX31" fmla="*/ 390040 w 438175"/>
                <a:gd name="connsiteY31" fmla="*/ -177 h 434999"/>
                <a:gd name="connsiteX32" fmla="*/ 312126 w 438175"/>
                <a:gd name="connsiteY32" fmla="*/ 18340 h 434999"/>
                <a:gd name="connsiteX33" fmla="*/ 296106 w 438175"/>
                <a:gd name="connsiteY33" fmla="*/ 43372 h 434999"/>
                <a:gd name="connsiteX34" fmla="*/ 286594 w 438175"/>
                <a:gd name="connsiteY34" fmla="*/ 61421 h 434999"/>
                <a:gd name="connsiteX35" fmla="*/ 305868 w 438175"/>
                <a:gd name="connsiteY35" fmla="*/ 21125 h 434999"/>
                <a:gd name="connsiteX36" fmla="*/ 296293 w 438175"/>
                <a:gd name="connsiteY36" fmla="*/ 25687 h 434999"/>
                <a:gd name="connsiteX37" fmla="*/ 249233 w 438175"/>
                <a:gd name="connsiteY37" fmla="*/ 55175 h 434999"/>
                <a:gd name="connsiteX38" fmla="*/ 224702 w 438175"/>
                <a:gd name="connsiteY38" fmla="*/ 93818 h 434999"/>
                <a:gd name="connsiteX39" fmla="*/ 208368 w 438175"/>
                <a:gd name="connsiteY39" fmla="*/ 123651 h 434999"/>
                <a:gd name="connsiteX40" fmla="*/ 228144 w 438175"/>
                <a:gd name="connsiteY40" fmla="*/ 70557 h 434999"/>
                <a:gd name="connsiteX41" fmla="*/ 175075 w 438175"/>
                <a:gd name="connsiteY41" fmla="*/ 114407 h 434999"/>
                <a:gd name="connsiteX42" fmla="*/ 158491 w 438175"/>
                <a:gd name="connsiteY42" fmla="*/ 148457 h 434999"/>
                <a:gd name="connsiteX43" fmla="*/ 148479 w 438175"/>
                <a:gd name="connsiteY43" fmla="*/ 171781 h 434999"/>
                <a:gd name="connsiteX44" fmla="*/ 151983 w 438175"/>
                <a:gd name="connsiteY44" fmla="*/ 134953 h 434999"/>
                <a:gd name="connsiteX45" fmla="*/ 116124 w 438175"/>
                <a:gd name="connsiteY45" fmla="*/ 168515 h 434999"/>
                <a:gd name="connsiteX46" fmla="*/ 102920 w 438175"/>
                <a:gd name="connsiteY46" fmla="*/ 206382 h 434999"/>
                <a:gd name="connsiteX47" fmla="*/ 96036 w 438175"/>
                <a:gd name="connsiteY47" fmla="*/ 230807 h 434999"/>
                <a:gd name="connsiteX48" fmla="*/ 100667 w 438175"/>
                <a:gd name="connsiteY48" fmla="*/ 183728 h 434999"/>
                <a:gd name="connsiteX49" fmla="*/ -100 w 438175"/>
                <a:gd name="connsiteY49" fmla="*/ 315573 h 434999"/>
                <a:gd name="connsiteX50" fmla="*/ 10770 w 438175"/>
                <a:gd name="connsiteY50" fmla="*/ 340586 h 434999"/>
                <a:gd name="connsiteX51" fmla="*/ 42667 w 438175"/>
                <a:gd name="connsiteY51" fmla="*/ 314922 h 434999"/>
                <a:gd name="connsiteX52" fmla="*/ 19832 w 438175"/>
                <a:gd name="connsiteY52" fmla="*/ 346594 h 434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38175" h="434999">
                  <a:moveTo>
                    <a:pt x="45246" y="277480"/>
                  </a:moveTo>
                  <a:cubicBezTo>
                    <a:pt x="28261" y="256440"/>
                    <a:pt x="58544" y="229092"/>
                    <a:pt x="58544" y="229092"/>
                  </a:cubicBezTo>
                  <a:cubicBezTo>
                    <a:pt x="56804" y="231395"/>
                    <a:pt x="48831" y="245082"/>
                    <a:pt x="48857" y="260070"/>
                  </a:cubicBezTo>
                  <a:cubicBezTo>
                    <a:pt x="48875" y="268199"/>
                    <a:pt x="48043" y="280940"/>
                    <a:pt x="45246" y="277480"/>
                  </a:cubicBezTo>
                  <a:close/>
                  <a:moveTo>
                    <a:pt x="19832" y="346594"/>
                  </a:moveTo>
                  <a:cubicBezTo>
                    <a:pt x="20313" y="349641"/>
                    <a:pt x="28337" y="396545"/>
                    <a:pt x="69189" y="419062"/>
                  </a:cubicBezTo>
                  <a:cubicBezTo>
                    <a:pt x="101042" y="436609"/>
                    <a:pt x="149104" y="441272"/>
                    <a:pt x="198981" y="423937"/>
                  </a:cubicBezTo>
                  <a:cubicBezTo>
                    <a:pt x="113120" y="393710"/>
                    <a:pt x="99353" y="346437"/>
                    <a:pt x="105986" y="331668"/>
                  </a:cubicBezTo>
                  <a:cubicBezTo>
                    <a:pt x="114998" y="311655"/>
                    <a:pt x="124948" y="336737"/>
                    <a:pt x="147102" y="372884"/>
                  </a:cubicBezTo>
                  <a:cubicBezTo>
                    <a:pt x="164061" y="400544"/>
                    <a:pt x="198418" y="410964"/>
                    <a:pt x="209745" y="411777"/>
                  </a:cubicBezTo>
                  <a:cubicBezTo>
                    <a:pt x="221072" y="412597"/>
                    <a:pt x="237406" y="406571"/>
                    <a:pt x="247981" y="399587"/>
                  </a:cubicBezTo>
                  <a:cubicBezTo>
                    <a:pt x="260497" y="391351"/>
                    <a:pt x="275517" y="376194"/>
                    <a:pt x="291537" y="356275"/>
                  </a:cubicBezTo>
                  <a:cubicBezTo>
                    <a:pt x="274766" y="358816"/>
                    <a:pt x="249922" y="358296"/>
                    <a:pt x="217630" y="345861"/>
                  </a:cubicBezTo>
                  <a:cubicBezTo>
                    <a:pt x="174887" y="329390"/>
                    <a:pt x="127076" y="310822"/>
                    <a:pt x="149292" y="298400"/>
                  </a:cubicBezTo>
                  <a:cubicBezTo>
                    <a:pt x="160619" y="292048"/>
                    <a:pt x="168316" y="305854"/>
                    <a:pt x="211810" y="326837"/>
                  </a:cubicBezTo>
                  <a:cubicBezTo>
                    <a:pt x="248732" y="344660"/>
                    <a:pt x="283715" y="341280"/>
                    <a:pt x="298484" y="336380"/>
                  </a:cubicBezTo>
                  <a:cubicBezTo>
                    <a:pt x="313316" y="331487"/>
                    <a:pt x="327146" y="307337"/>
                    <a:pt x="340225" y="285884"/>
                  </a:cubicBezTo>
                  <a:cubicBezTo>
                    <a:pt x="306494" y="288118"/>
                    <a:pt x="183774" y="272298"/>
                    <a:pt x="194600" y="253686"/>
                  </a:cubicBezTo>
                  <a:cubicBezTo>
                    <a:pt x="206115" y="233836"/>
                    <a:pt x="273076" y="274132"/>
                    <a:pt x="305493" y="269764"/>
                  </a:cubicBezTo>
                  <a:cubicBezTo>
                    <a:pt x="326708" y="266916"/>
                    <a:pt x="342040" y="261278"/>
                    <a:pt x="353242" y="250132"/>
                  </a:cubicBezTo>
                  <a:cubicBezTo>
                    <a:pt x="364381" y="238986"/>
                    <a:pt x="379150" y="215475"/>
                    <a:pt x="387849" y="196582"/>
                  </a:cubicBezTo>
                  <a:cubicBezTo>
                    <a:pt x="366133" y="199066"/>
                    <a:pt x="300424" y="205731"/>
                    <a:pt x="263626" y="200193"/>
                  </a:cubicBezTo>
                  <a:cubicBezTo>
                    <a:pt x="219007" y="193490"/>
                    <a:pt x="232336" y="186619"/>
                    <a:pt x="245979" y="174622"/>
                  </a:cubicBezTo>
                  <a:cubicBezTo>
                    <a:pt x="259559" y="162626"/>
                    <a:pt x="326770" y="178490"/>
                    <a:pt x="354807" y="182845"/>
                  </a:cubicBezTo>
                  <a:cubicBezTo>
                    <a:pt x="374644" y="185943"/>
                    <a:pt x="385846" y="174553"/>
                    <a:pt x="393043" y="170655"/>
                  </a:cubicBezTo>
                  <a:cubicBezTo>
                    <a:pt x="411755" y="155398"/>
                    <a:pt x="426023" y="127374"/>
                    <a:pt x="432281" y="107054"/>
                  </a:cubicBezTo>
                  <a:cubicBezTo>
                    <a:pt x="394858" y="123632"/>
                    <a:pt x="299047" y="108531"/>
                    <a:pt x="299047" y="108531"/>
                  </a:cubicBezTo>
                  <a:cubicBezTo>
                    <a:pt x="299047" y="108531"/>
                    <a:pt x="361065" y="104764"/>
                    <a:pt x="398425" y="83987"/>
                  </a:cubicBezTo>
                  <a:cubicBezTo>
                    <a:pt x="418388" y="72854"/>
                    <a:pt x="427024" y="69087"/>
                    <a:pt x="434096" y="54048"/>
                  </a:cubicBezTo>
                  <a:cubicBezTo>
                    <a:pt x="441230" y="39010"/>
                    <a:pt x="436912" y="21375"/>
                    <a:pt x="435097" y="7526"/>
                  </a:cubicBezTo>
                  <a:cubicBezTo>
                    <a:pt x="435097" y="7526"/>
                    <a:pt x="351427" y="38716"/>
                    <a:pt x="341226" y="52040"/>
                  </a:cubicBezTo>
                  <a:cubicBezTo>
                    <a:pt x="341226" y="52040"/>
                    <a:pt x="367635" y="14936"/>
                    <a:pt x="390040" y="-177"/>
                  </a:cubicBezTo>
                  <a:cubicBezTo>
                    <a:pt x="370139" y="204"/>
                    <a:pt x="343980" y="4622"/>
                    <a:pt x="312126" y="18340"/>
                  </a:cubicBezTo>
                  <a:cubicBezTo>
                    <a:pt x="307433" y="24191"/>
                    <a:pt x="300737" y="33798"/>
                    <a:pt x="296106" y="43372"/>
                  </a:cubicBezTo>
                  <a:cubicBezTo>
                    <a:pt x="291099" y="53842"/>
                    <a:pt x="290599" y="66333"/>
                    <a:pt x="286594" y="61421"/>
                  </a:cubicBezTo>
                  <a:cubicBezTo>
                    <a:pt x="276143" y="48610"/>
                    <a:pt x="293477" y="31150"/>
                    <a:pt x="305868" y="21125"/>
                  </a:cubicBezTo>
                  <a:cubicBezTo>
                    <a:pt x="302739" y="22558"/>
                    <a:pt x="299548" y="24066"/>
                    <a:pt x="296293" y="25687"/>
                  </a:cubicBezTo>
                  <a:cubicBezTo>
                    <a:pt x="282902" y="32389"/>
                    <a:pt x="266818" y="42571"/>
                    <a:pt x="249233" y="55175"/>
                  </a:cubicBezTo>
                  <a:cubicBezTo>
                    <a:pt x="243476" y="62246"/>
                    <a:pt x="233087" y="80802"/>
                    <a:pt x="224702" y="93818"/>
                  </a:cubicBezTo>
                  <a:cubicBezTo>
                    <a:pt x="216691" y="106334"/>
                    <a:pt x="211247" y="129283"/>
                    <a:pt x="208368" y="123651"/>
                  </a:cubicBezTo>
                  <a:cubicBezTo>
                    <a:pt x="199106" y="105790"/>
                    <a:pt x="228895" y="72685"/>
                    <a:pt x="228144" y="70557"/>
                  </a:cubicBezTo>
                  <a:cubicBezTo>
                    <a:pt x="227330" y="68430"/>
                    <a:pt x="194725" y="97348"/>
                    <a:pt x="175075" y="114407"/>
                  </a:cubicBezTo>
                  <a:cubicBezTo>
                    <a:pt x="169380" y="121692"/>
                    <a:pt x="161433" y="134114"/>
                    <a:pt x="158491" y="148457"/>
                  </a:cubicBezTo>
                  <a:cubicBezTo>
                    <a:pt x="156238" y="159834"/>
                    <a:pt x="151420" y="177413"/>
                    <a:pt x="148479" y="171781"/>
                  </a:cubicBezTo>
                  <a:cubicBezTo>
                    <a:pt x="141532" y="158270"/>
                    <a:pt x="145099" y="145491"/>
                    <a:pt x="151983" y="134953"/>
                  </a:cubicBezTo>
                  <a:cubicBezTo>
                    <a:pt x="139842" y="145960"/>
                    <a:pt x="127827" y="157225"/>
                    <a:pt x="116124" y="168515"/>
                  </a:cubicBezTo>
                  <a:cubicBezTo>
                    <a:pt x="111368" y="176130"/>
                    <a:pt x="104046" y="190518"/>
                    <a:pt x="102920" y="206382"/>
                  </a:cubicBezTo>
                  <a:cubicBezTo>
                    <a:pt x="102169" y="217959"/>
                    <a:pt x="99666" y="236007"/>
                    <a:pt x="96036" y="230807"/>
                  </a:cubicBezTo>
                  <a:cubicBezTo>
                    <a:pt x="84584" y="214380"/>
                    <a:pt x="91467" y="196832"/>
                    <a:pt x="100667" y="183728"/>
                  </a:cubicBezTo>
                  <a:cubicBezTo>
                    <a:pt x="44639" y="239719"/>
                    <a:pt x="569" y="293538"/>
                    <a:pt x="-100" y="315573"/>
                  </a:cubicBezTo>
                  <a:cubicBezTo>
                    <a:pt x="-469" y="327825"/>
                    <a:pt x="5338" y="335805"/>
                    <a:pt x="10770" y="340586"/>
                  </a:cubicBezTo>
                  <a:cubicBezTo>
                    <a:pt x="19287" y="329503"/>
                    <a:pt x="41604" y="301823"/>
                    <a:pt x="42667" y="314922"/>
                  </a:cubicBezTo>
                  <a:cubicBezTo>
                    <a:pt x="43450" y="324502"/>
                    <a:pt x="30527" y="337538"/>
                    <a:pt x="19832" y="346594"/>
                  </a:cubicBezTo>
                  <a:close/>
                </a:path>
              </a:pathLst>
            </a:custGeom>
            <a:solidFill>
              <a:schemeClr val="accent1"/>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27" name="Freeform: Shape 26">
              <a:extLst>
                <a:ext uri="{FF2B5EF4-FFF2-40B4-BE49-F238E27FC236}">
                  <a16:creationId xmlns:a16="http://schemas.microsoft.com/office/drawing/2014/main" id="{0989E389-556C-71F9-D452-6C47FD184D93}"/>
                </a:ext>
              </a:extLst>
            </p:cNvPr>
            <p:cNvSpPr/>
            <p:nvPr/>
          </p:nvSpPr>
          <p:spPr>
            <a:xfrm rot="10800000" flipV="1">
              <a:off x="9863672" y="4494702"/>
              <a:ext cx="6" cy="2448"/>
            </a:xfrm>
            <a:custGeom>
              <a:avLst/>
              <a:gdLst>
                <a:gd name="connsiteX0" fmla="*/ -117 w 12"/>
                <a:gd name="connsiteY0" fmla="*/ -177 h 4699"/>
                <a:gd name="connsiteX1" fmla="*/ -104 w 12"/>
                <a:gd name="connsiteY1" fmla="*/ -177 h 4699"/>
                <a:gd name="connsiteX2" fmla="*/ -104 w 12"/>
                <a:gd name="connsiteY2" fmla="*/ 4522 h 4699"/>
                <a:gd name="connsiteX3" fmla="*/ -117 w 12"/>
                <a:gd name="connsiteY3" fmla="*/ 4522 h 4699"/>
              </a:gdLst>
              <a:ahLst/>
              <a:cxnLst>
                <a:cxn ang="0">
                  <a:pos x="connsiteX0" y="connsiteY0"/>
                </a:cxn>
                <a:cxn ang="0">
                  <a:pos x="connsiteX1" y="connsiteY1"/>
                </a:cxn>
                <a:cxn ang="0">
                  <a:pos x="connsiteX2" y="connsiteY2"/>
                </a:cxn>
                <a:cxn ang="0">
                  <a:pos x="connsiteX3" y="connsiteY3"/>
                </a:cxn>
              </a:cxnLst>
              <a:rect l="l" t="t" r="r" b="b"/>
              <a:pathLst>
                <a:path w="12" h="4699">
                  <a:moveTo>
                    <a:pt x="-117" y="-177"/>
                  </a:moveTo>
                  <a:lnTo>
                    <a:pt x="-104" y="-177"/>
                  </a:lnTo>
                  <a:lnTo>
                    <a:pt x="-104" y="4522"/>
                  </a:lnTo>
                  <a:lnTo>
                    <a:pt x="-117" y="4522"/>
                  </a:lnTo>
                  <a:close/>
                </a:path>
              </a:pathLst>
            </a:custGeom>
            <a:solidFill>
              <a:srgbClr val="ECE3CC"/>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28" name="Freeform: Shape 27">
              <a:extLst>
                <a:ext uri="{FF2B5EF4-FFF2-40B4-BE49-F238E27FC236}">
                  <a16:creationId xmlns:a16="http://schemas.microsoft.com/office/drawing/2014/main" id="{2D19795F-28D9-E6DB-B5E8-7ACB5DC46F80}"/>
                </a:ext>
              </a:extLst>
            </p:cNvPr>
            <p:cNvSpPr/>
            <p:nvPr/>
          </p:nvSpPr>
          <p:spPr>
            <a:xfrm rot="10800000" flipV="1">
              <a:off x="9322620" y="6049086"/>
              <a:ext cx="2584608" cy="107145"/>
            </a:xfrm>
            <a:custGeom>
              <a:avLst/>
              <a:gdLst>
                <a:gd name="connsiteX0" fmla="*/ 2480074 w 4960380"/>
                <a:gd name="connsiteY0" fmla="*/ 205456 h 205633"/>
                <a:gd name="connsiteX1" fmla="*/ -117 w 4960380"/>
                <a:gd name="connsiteY1" fmla="*/ 102636 h 205633"/>
                <a:gd name="connsiteX2" fmla="*/ 2480074 w 4960380"/>
                <a:gd name="connsiteY2" fmla="*/ -177 h 205633"/>
                <a:gd name="connsiteX3" fmla="*/ 4960264 w 4960380"/>
                <a:gd name="connsiteY3" fmla="*/ 102636 h 205633"/>
                <a:gd name="connsiteX4" fmla="*/ 2480074 w 4960380"/>
                <a:gd name="connsiteY4" fmla="*/ 205456 h 205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60380" h="205633">
                  <a:moveTo>
                    <a:pt x="2480074" y="205456"/>
                  </a:moveTo>
                  <a:cubicBezTo>
                    <a:pt x="1110305" y="205456"/>
                    <a:pt x="-117" y="159428"/>
                    <a:pt x="-117" y="102636"/>
                  </a:cubicBezTo>
                  <a:cubicBezTo>
                    <a:pt x="-117" y="45850"/>
                    <a:pt x="1110305" y="-177"/>
                    <a:pt x="2480074" y="-177"/>
                  </a:cubicBezTo>
                  <a:cubicBezTo>
                    <a:pt x="3849848" y="-177"/>
                    <a:pt x="4960264" y="45850"/>
                    <a:pt x="4960264" y="102636"/>
                  </a:cubicBezTo>
                  <a:cubicBezTo>
                    <a:pt x="4960264" y="159428"/>
                    <a:pt x="3849848" y="205456"/>
                    <a:pt x="2480074" y="205456"/>
                  </a:cubicBezTo>
                  <a:close/>
                </a:path>
              </a:pathLst>
            </a:custGeom>
            <a:solidFill>
              <a:srgbClr val="B9B9B9"/>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31" name="Freeform: Shape 30">
              <a:extLst>
                <a:ext uri="{FF2B5EF4-FFF2-40B4-BE49-F238E27FC236}">
                  <a16:creationId xmlns:a16="http://schemas.microsoft.com/office/drawing/2014/main" id="{6D7ECCF1-0430-C882-BF20-93632BB4274E}"/>
                </a:ext>
              </a:extLst>
            </p:cNvPr>
            <p:cNvSpPr/>
            <p:nvPr/>
          </p:nvSpPr>
          <p:spPr>
            <a:xfrm rot="10800000" flipV="1">
              <a:off x="9705519" y="5379334"/>
              <a:ext cx="176340" cy="278396"/>
            </a:xfrm>
            <a:custGeom>
              <a:avLst/>
              <a:gdLst>
                <a:gd name="connsiteX0" fmla="*/ 292864 w 338432"/>
                <a:gd name="connsiteY0" fmla="*/ 33701 h 534297"/>
                <a:gd name="connsiteX1" fmla="*/ 24794 w 338432"/>
                <a:gd name="connsiteY1" fmla="*/ 39152 h 534297"/>
                <a:gd name="connsiteX2" fmla="*/ 69183 w 338432"/>
                <a:gd name="connsiteY2" fmla="*/ 505001 h 534297"/>
                <a:gd name="connsiteX3" fmla="*/ 112088 w 338432"/>
                <a:gd name="connsiteY3" fmla="*/ 533050 h 534297"/>
                <a:gd name="connsiteX4" fmla="*/ 126413 w 338432"/>
                <a:gd name="connsiteY4" fmla="*/ 497266 h 534297"/>
                <a:gd name="connsiteX5" fmla="*/ 92938 w 338432"/>
                <a:gd name="connsiteY5" fmla="*/ 65417 h 534297"/>
                <a:gd name="connsiteX6" fmla="*/ 275824 w 338432"/>
                <a:gd name="connsiteY6" fmla="*/ 84097 h 534297"/>
                <a:gd name="connsiteX7" fmla="*/ 336877 w 338432"/>
                <a:gd name="connsiteY7" fmla="*/ 79128 h 534297"/>
                <a:gd name="connsiteX8" fmla="*/ 292864 w 338432"/>
                <a:gd name="connsiteY8" fmla="*/ 33701 h 534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432" h="534297">
                  <a:moveTo>
                    <a:pt x="292864" y="33701"/>
                  </a:moveTo>
                  <a:cubicBezTo>
                    <a:pt x="292864" y="33701"/>
                    <a:pt x="90104" y="-46039"/>
                    <a:pt x="24794" y="39152"/>
                  </a:cubicBezTo>
                  <a:cubicBezTo>
                    <a:pt x="-28637" y="108842"/>
                    <a:pt x="12184" y="396918"/>
                    <a:pt x="69183" y="505001"/>
                  </a:cubicBezTo>
                  <a:cubicBezTo>
                    <a:pt x="81849" y="529019"/>
                    <a:pt x="90792" y="537311"/>
                    <a:pt x="112088" y="533050"/>
                  </a:cubicBezTo>
                  <a:cubicBezTo>
                    <a:pt x="133384" y="528788"/>
                    <a:pt x="135455" y="514713"/>
                    <a:pt x="126413" y="497266"/>
                  </a:cubicBezTo>
                  <a:cubicBezTo>
                    <a:pt x="75503" y="399027"/>
                    <a:pt x="23011" y="87120"/>
                    <a:pt x="92938" y="65417"/>
                  </a:cubicBezTo>
                  <a:cubicBezTo>
                    <a:pt x="155707" y="45942"/>
                    <a:pt x="172178" y="62807"/>
                    <a:pt x="275824" y="84097"/>
                  </a:cubicBezTo>
                  <a:cubicBezTo>
                    <a:pt x="302201" y="89517"/>
                    <a:pt x="333129" y="91113"/>
                    <a:pt x="336877" y="79128"/>
                  </a:cubicBezTo>
                  <a:cubicBezTo>
                    <a:pt x="343974" y="56411"/>
                    <a:pt x="324098" y="39371"/>
                    <a:pt x="292864" y="33701"/>
                  </a:cubicBezTo>
                  <a:close/>
                </a:path>
              </a:pathLst>
            </a:custGeom>
            <a:solidFill>
              <a:srgbClr val="D0D0D0"/>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33" name="Freeform: Shape 32">
              <a:extLst>
                <a:ext uri="{FF2B5EF4-FFF2-40B4-BE49-F238E27FC236}">
                  <a16:creationId xmlns:a16="http://schemas.microsoft.com/office/drawing/2014/main" id="{645E1CE5-8AB4-7AD5-1C8A-DF3F6D90FC7F}"/>
                </a:ext>
              </a:extLst>
            </p:cNvPr>
            <p:cNvSpPr/>
            <p:nvPr/>
          </p:nvSpPr>
          <p:spPr>
            <a:xfrm rot="10800000" flipV="1">
              <a:off x="9661319" y="5709536"/>
              <a:ext cx="29865" cy="153624"/>
            </a:xfrm>
            <a:custGeom>
              <a:avLst/>
              <a:gdLst>
                <a:gd name="connsiteX0" fmla="*/ -117 w 57317"/>
                <a:gd name="connsiteY0" fmla="*/ -177 h 294835"/>
                <a:gd name="connsiteX1" fmla="*/ 57201 w 57317"/>
                <a:gd name="connsiteY1" fmla="*/ -177 h 294835"/>
                <a:gd name="connsiteX2" fmla="*/ 57201 w 57317"/>
                <a:gd name="connsiteY2" fmla="*/ 294658 h 294835"/>
                <a:gd name="connsiteX3" fmla="*/ -117 w 57317"/>
                <a:gd name="connsiteY3" fmla="*/ 294658 h 294835"/>
              </a:gdLst>
              <a:ahLst/>
              <a:cxnLst>
                <a:cxn ang="0">
                  <a:pos x="connsiteX0" y="connsiteY0"/>
                </a:cxn>
                <a:cxn ang="0">
                  <a:pos x="connsiteX1" y="connsiteY1"/>
                </a:cxn>
                <a:cxn ang="0">
                  <a:pos x="connsiteX2" y="connsiteY2"/>
                </a:cxn>
                <a:cxn ang="0">
                  <a:pos x="connsiteX3" y="connsiteY3"/>
                </a:cxn>
              </a:cxnLst>
              <a:rect l="l" t="t" r="r" b="b"/>
              <a:pathLst>
                <a:path w="57317" h="294835">
                  <a:moveTo>
                    <a:pt x="-117" y="-177"/>
                  </a:moveTo>
                  <a:lnTo>
                    <a:pt x="57201" y="-177"/>
                  </a:lnTo>
                  <a:lnTo>
                    <a:pt x="57201" y="294658"/>
                  </a:lnTo>
                  <a:lnTo>
                    <a:pt x="-117" y="294658"/>
                  </a:ln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35" name="Freeform: Shape 34">
              <a:extLst>
                <a:ext uri="{FF2B5EF4-FFF2-40B4-BE49-F238E27FC236}">
                  <a16:creationId xmlns:a16="http://schemas.microsoft.com/office/drawing/2014/main" id="{7F8D734C-0104-81B3-A8B5-B66E465D6381}"/>
                </a:ext>
              </a:extLst>
            </p:cNvPr>
            <p:cNvSpPr/>
            <p:nvPr/>
          </p:nvSpPr>
          <p:spPr>
            <a:xfrm rot="10800000" flipV="1">
              <a:off x="9643770" y="5682652"/>
              <a:ext cx="65586" cy="34847"/>
            </a:xfrm>
            <a:custGeom>
              <a:avLst/>
              <a:gdLst>
                <a:gd name="connsiteX0" fmla="*/ 100025 w 125874"/>
                <a:gd name="connsiteY0" fmla="*/ 66702 h 66879"/>
                <a:gd name="connsiteX1" fmla="*/ 25616 w 125874"/>
                <a:gd name="connsiteY1" fmla="*/ 66702 h 66879"/>
                <a:gd name="connsiteX2" fmla="*/ -117 w 125874"/>
                <a:gd name="connsiteY2" fmla="*/ 40969 h 66879"/>
                <a:gd name="connsiteX3" fmla="*/ -117 w 125874"/>
                <a:gd name="connsiteY3" fmla="*/ 25556 h 66879"/>
                <a:gd name="connsiteX4" fmla="*/ 25616 w 125874"/>
                <a:gd name="connsiteY4" fmla="*/ -177 h 66879"/>
                <a:gd name="connsiteX5" fmla="*/ 100025 w 125874"/>
                <a:gd name="connsiteY5" fmla="*/ -177 h 66879"/>
                <a:gd name="connsiteX6" fmla="*/ 125758 w 125874"/>
                <a:gd name="connsiteY6" fmla="*/ 25556 h 66879"/>
                <a:gd name="connsiteX7" fmla="*/ 125758 w 125874"/>
                <a:gd name="connsiteY7" fmla="*/ 40969 h 66879"/>
                <a:gd name="connsiteX8" fmla="*/ 100025 w 125874"/>
                <a:gd name="connsiteY8" fmla="*/ 66702 h 66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874" h="66879">
                  <a:moveTo>
                    <a:pt x="100025" y="66702"/>
                  </a:moveTo>
                  <a:lnTo>
                    <a:pt x="25616" y="66702"/>
                  </a:lnTo>
                  <a:cubicBezTo>
                    <a:pt x="11404" y="66702"/>
                    <a:pt x="-117" y="55181"/>
                    <a:pt x="-117" y="40969"/>
                  </a:cubicBezTo>
                  <a:lnTo>
                    <a:pt x="-117" y="25556"/>
                  </a:lnTo>
                  <a:cubicBezTo>
                    <a:pt x="-117" y="11344"/>
                    <a:pt x="11404" y="-177"/>
                    <a:pt x="25616" y="-177"/>
                  </a:cubicBezTo>
                  <a:lnTo>
                    <a:pt x="100025" y="-177"/>
                  </a:lnTo>
                  <a:cubicBezTo>
                    <a:pt x="114237" y="-177"/>
                    <a:pt x="125758" y="11344"/>
                    <a:pt x="125758" y="25556"/>
                  </a:cubicBezTo>
                  <a:lnTo>
                    <a:pt x="125758" y="40969"/>
                  </a:lnTo>
                  <a:cubicBezTo>
                    <a:pt x="125758" y="55181"/>
                    <a:pt x="114237" y="66702"/>
                    <a:pt x="100025" y="66702"/>
                  </a:cubicBez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36" name="Freeform: Shape 35">
              <a:extLst>
                <a:ext uri="{FF2B5EF4-FFF2-40B4-BE49-F238E27FC236}">
                  <a16:creationId xmlns:a16="http://schemas.microsoft.com/office/drawing/2014/main" id="{351743E3-E39F-D4BB-6B87-8A0FD8E465D0}"/>
                </a:ext>
              </a:extLst>
            </p:cNvPr>
            <p:cNvSpPr/>
            <p:nvPr/>
          </p:nvSpPr>
          <p:spPr>
            <a:xfrm rot="10800000" flipV="1">
              <a:off x="9652994" y="5847767"/>
              <a:ext cx="46515" cy="100790"/>
            </a:xfrm>
            <a:custGeom>
              <a:avLst/>
              <a:gdLst>
                <a:gd name="connsiteX0" fmla="*/ -117 w 89271"/>
                <a:gd name="connsiteY0" fmla="*/ -177 h 193436"/>
                <a:gd name="connsiteX1" fmla="*/ 89154 w 89271"/>
                <a:gd name="connsiteY1" fmla="*/ -177 h 193436"/>
                <a:gd name="connsiteX2" fmla="*/ 89154 w 89271"/>
                <a:gd name="connsiteY2" fmla="*/ 193259 h 193436"/>
                <a:gd name="connsiteX3" fmla="*/ -117 w 89271"/>
                <a:gd name="connsiteY3" fmla="*/ 193259 h 193436"/>
              </a:gdLst>
              <a:ahLst/>
              <a:cxnLst>
                <a:cxn ang="0">
                  <a:pos x="connsiteX0" y="connsiteY0"/>
                </a:cxn>
                <a:cxn ang="0">
                  <a:pos x="connsiteX1" y="connsiteY1"/>
                </a:cxn>
                <a:cxn ang="0">
                  <a:pos x="connsiteX2" y="connsiteY2"/>
                </a:cxn>
                <a:cxn ang="0">
                  <a:pos x="connsiteX3" y="connsiteY3"/>
                </a:cxn>
              </a:cxnLst>
              <a:rect l="l" t="t" r="r" b="b"/>
              <a:pathLst>
                <a:path w="89271" h="193436">
                  <a:moveTo>
                    <a:pt x="-117" y="-177"/>
                  </a:moveTo>
                  <a:lnTo>
                    <a:pt x="89154" y="-177"/>
                  </a:lnTo>
                  <a:lnTo>
                    <a:pt x="89154" y="193259"/>
                  </a:lnTo>
                  <a:lnTo>
                    <a:pt x="-117" y="193259"/>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37" name="Freeform: Shape 36">
              <a:extLst>
                <a:ext uri="{FF2B5EF4-FFF2-40B4-BE49-F238E27FC236}">
                  <a16:creationId xmlns:a16="http://schemas.microsoft.com/office/drawing/2014/main" id="{FEA6AC7D-E7FC-7DFD-8437-638FB56189B3}"/>
                </a:ext>
              </a:extLst>
            </p:cNvPr>
            <p:cNvSpPr/>
            <p:nvPr/>
          </p:nvSpPr>
          <p:spPr>
            <a:xfrm rot="10800000" flipV="1">
              <a:off x="9641490" y="5891396"/>
              <a:ext cx="69382" cy="113872"/>
            </a:xfrm>
            <a:custGeom>
              <a:avLst/>
              <a:gdLst>
                <a:gd name="connsiteX0" fmla="*/ -117 w 133158"/>
                <a:gd name="connsiteY0" fmla="*/ 218366 h 218543"/>
                <a:gd name="connsiteX1" fmla="*/ 133042 w 133158"/>
                <a:gd name="connsiteY1" fmla="*/ 218366 h 218543"/>
                <a:gd name="connsiteX2" fmla="*/ 112434 w 133158"/>
                <a:gd name="connsiteY2" fmla="*/ -177 h 218543"/>
                <a:gd name="connsiteX3" fmla="*/ 20491 w 133158"/>
                <a:gd name="connsiteY3" fmla="*/ -177 h 218543"/>
                <a:gd name="connsiteX4" fmla="*/ -117 w 133158"/>
                <a:gd name="connsiteY4" fmla="*/ 218366 h 218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158" h="218543">
                  <a:moveTo>
                    <a:pt x="-117" y="218366"/>
                  </a:moveTo>
                  <a:lnTo>
                    <a:pt x="133042" y="218366"/>
                  </a:lnTo>
                  <a:lnTo>
                    <a:pt x="112434" y="-177"/>
                  </a:lnTo>
                  <a:lnTo>
                    <a:pt x="20491" y="-177"/>
                  </a:lnTo>
                  <a:lnTo>
                    <a:pt x="-117" y="218366"/>
                  </a:ln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39" name="Freeform: Shape 38">
              <a:extLst>
                <a:ext uri="{FF2B5EF4-FFF2-40B4-BE49-F238E27FC236}">
                  <a16:creationId xmlns:a16="http://schemas.microsoft.com/office/drawing/2014/main" id="{CCAAEBE5-329C-D174-83DB-2053318C49FA}"/>
                </a:ext>
              </a:extLst>
            </p:cNvPr>
            <p:cNvSpPr/>
            <p:nvPr/>
          </p:nvSpPr>
          <p:spPr>
            <a:xfrm rot="10800000" flipV="1">
              <a:off x="9475637" y="5951182"/>
              <a:ext cx="395238" cy="122349"/>
            </a:xfrm>
            <a:custGeom>
              <a:avLst/>
              <a:gdLst>
                <a:gd name="connsiteX0" fmla="*/ 76688 w 758541"/>
                <a:gd name="connsiteY0" fmla="*/ 173483 h 234813"/>
                <a:gd name="connsiteX1" fmla="*/ 378933 w 758541"/>
                <a:gd name="connsiteY1" fmla="*/ 87873 h 234813"/>
                <a:gd name="connsiteX2" fmla="*/ 695979 w 758541"/>
                <a:gd name="connsiteY2" fmla="*/ 173483 h 234813"/>
                <a:gd name="connsiteX3" fmla="*/ 744547 w 758541"/>
                <a:gd name="connsiteY3" fmla="*/ 198303 h 234813"/>
                <a:gd name="connsiteX4" fmla="*/ 750524 w 758541"/>
                <a:gd name="connsiteY4" fmla="*/ 159503 h 234813"/>
                <a:gd name="connsiteX5" fmla="*/ 372963 w 758541"/>
                <a:gd name="connsiteY5" fmla="*/ -177 h 234813"/>
                <a:gd name="connsiteX6" fmla="*/ 22268 w 758541"/>
                <a:gd name="connsiteY6" fmla="*/ 153533 h 234813"/>
                <a:gd name="connsiteX7" fmla="*/ -117 w 758541"/>
                <a:gd name="connsiteY7" fmla="*/ 231133 h 234813"/>
                <a:gd name="connsiteX8" fmla="*/ 76688 w 758541"/>
                <a:gd name="connsiteY8" fmla="*/ 173483 h 234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8541" h="234813">
                  <a:moveTo>
                    <a:pt x="76688" y="173483"/>
                  </a:moveTo>
                  <a:lnTo>
                    <a:pt x="378933" y="87873"/>
                  </a:lnTo>
                  <a:lnTo>
                    <a:pt x="695979" y="173483"/>
                  </a:lnTo>
                  <a:cubicBezTo>
                    <a:pt x="716755" y="173483"/>
                    <a:pt x="744547" y="198303"/>
                    <a:pt x="744547" y="198303"/>
                  </a:cubicBezTo>
                  <a:cubicBezTo>
                    <a:pt x="744547" y="177526"/>
                    <a:pt x="771294" y="159503"/>
                    <a:pt x="750524" y="159503"/>
                  </a:cubicBezTo>
                  <a:lnTo>
                    <a:pt x="372963" y="-177"/>
                  </a:lnTo>
                  <a:lnTo>
                    <a:pt x="22268" y="153533"/>
                  </a:lnTo>
                  <a:cubicBezTo>
                    <a:pt x="1498" y="153533"/>
                    <a:pt x="-117" y="231133"/>
                    <a:pt x="-117" y="231133"/>
                  </a:cubicBezTo>
                  <a:cubicBezTo>
                    <a:pt x="-117" y="251909"/>
                    <a:pt x="55912" y="173483"/>
                    <a:pt x="76688" y="173483"/>
                  </a:cubicBez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45" name="Freeform: Shape 44">
              <a:extLst>
                <a:ext uri="{FF2B5EF4-FFF2-40B4-BE49-F238E27FC236}">
                  <a16:creationId xmlns:a16="http://schemas.microsoft.com/office/drawing/2014/main" id="{DB5ED3B6-E9D6-D161-0A24-B604CFD74168}"/>
                </a:ext>
              </a:extLst>
            </p:cNvPr>
            <p:cNvSpPr/>
            <p:nvPr/>
          </p:nvSpPr>
          <p:spPr>
            <a:xfrm rot="10800000" flipV="1">
              <a:off x="9661799" y="5984617"/>
              <a:ext cx="28769" cy="59874"/>
            </a:xfrm>
            <a:custGeom>
              <a:avLst/>
              <a:gdLst>
                <a:gd name="connsiteX0" fmla="*/ -117 w 55214"/>
                <a:gd name="connsiteY0" fmla="*/ -177 h 114910"/>
                <a:gd name="connsiteX1" fmla="*/ 55098 w 55214"/>
                <a:gd name="connsiteY1" fmla="*/ -177 h 114910"/>
                <a:gd name="connsiteX2" fmla="*/ 55098 w 55214"/>
                <a:gd name="connsiteY2" fmla="*/ 114733 h 114910"/>
                <a:gd name="connsiteX3" fmla="*/ -117 w 55214"/>
                <a:gd name="connsiteY3" fmla="*/ 114733 h 114910"/>
              </a:gdLst>
              <a:ahLst/>
              <a:cxnLst>
                <a:cxn ang="0">
                  <a:pos x="connsiteX0" y="connsiteY0"/>
                </a:cxn>
                <a:cxn ang="0">
                  <a:pos x="connsiteX1" y="connsiteY1"/>
                </a:cxn>
                <a:cxn ang="0">
                  <a:pos x="connsiteX2" y="connsiteY2"/>
                </a:cxn>
                <a:cxn ang="0">
                  <a:pos x="connsiteX3" y="connsiteY3"/>
                </a:cxn>
              </a:cxnLst>
              <a:rect l="l" t="t" r="r" b="b"/>
              <a:pathLst>
                <a:path w="55214" h="114910">
                  <a:moveTo>
                    <a:pt x="-117" y="-177"/>
                  </a:moveTo>
                  <a:lnTo>
                    <a:pt x="55098" y="-177"/>
                  </a:lnTo>
                  <a:lnTo>
                    <a:pt x="55098" y="114733"/>
                  </a:lnTo>
                  <a:lnTo>
                    <a:pt x="-117" y="114733"/>
                  </a:ln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56" name="Freeform: Shape 55">
              <a:extLst>
                <a:ext uri="{FF2B5EF4-FFF2-40B4-BE49-F238E27FC236}">
                  <a16:creationId xmlns:a16="http://schemas.microsoft.com/office/drawing/2014/main" id="{BD9F4AF9-4D38-C08D-1767-1BDA72E10233}"/>
                </a:ext>
              </a:extLst>
            </p:cNvPr>
            <p:cNvSpPr/>
            <p:nvPr/>
          </p:nvSpPr>
          <p:spPr>
            <a:xfrm rot="10800000" flipV="1">
              <a:off x="9644683" y="6027728"/>
              <a:ext cx="62998" cy="72802"/>
            </a:xfrm>
            <a:custGeom>
              <a:avLst/>
              <a:gdLst>
                <a:gd name="connsiteX0" fmla="*/ -117 w 120905"/>
                <a:gd name="connsiteY0" fmla="*/ 69681 h 139723"/>
                <a:gd name="connsiteX1" fmla="*/ 60336 w 120905"/>
                <a:gd name="connsiteY1" fmla="*/ 139546 h 139723"/>
                <a:gd name="connsiteX2" fmla="*/ 120788 w 120905"/>
                <a:gd name="connsiteY2" fmla="*/ 69681 h 139723"/>
                <a:gd name="connsiteX3" fmla="*/ 60336 w 120905"/>
                <a:gd name="connsiteY3" fmla="*/ -177 h 139723"/>
                <a:gd name="connsiteX4" fmla="*/ -117 w 120905"/>
                <a:gd name="connsiteY4" fmla="*/ 69681 h 139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905" h="139723">
                  <a:moveTo>
                    <a:pt x="-117" y="69681"/>
                  </a:moveTo>
                  <a:cubicBezTo>
                    <a:pt x="-117" y="108268"/>
                    <a:pt x="26949" y="139546"/>
                    <a:pt x="60336" y="139546"/>
                  </a:cubicBezTo>
                  <a:cubicBezTo>
                    <a:pt x="93723" y="139546"/>
                    <a:pt x="120788" y="108268"/>
                    <a:pt x="120788" y="69681"/>
                  </a:cubicBezTo>
                  <a:cubicBezTo>
                    <a:pt x="120788" y="31100"/>
                    <a:pt x="93723" y="-177"/>
                    <a:pt x="60336" y="-177"/>
                  </a:cubicBezTo>
                  <a:cubicBezTo>
                    <a:pt x="26949" y="-177"/>
                    <a:pt x="-117" y="31100"/>
                    <a:pt x="-117" y="69681"/>
                  </a:cubicBez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62" name="Freeform: Shape 61">
              <a:extLst>
                <a:ext uri="{FF2B5EF4-FFF2-40B4-BE49-F238E27FC236}">
                  <a16:creationId xmlns:a16="http://schemas.microsoft.com/office/drawing/2014/main" id="{BC29DB73-5044-5254-8CC3-63EF198B419D}"/>
                </a:ext>
              </a:extLst>
            </p:cNvPr>
            <p:cNvSpPr/>
            <p:nvPr/>
          </p:nvSpPr>
          <p:spPr>
            <a:xfrm rot="10800000" flipV="1">
              <a:off x="9653937" y="6047358"/>
              <a:ext cx="18977" cy="33540"/>
            </a:xfrm>
            <a:custGeom>
              <a:avLst/>
              <a:gdLst>
                <a:gd name="connsiteX0" fmla="*/ -117 w 36421"/>
                <a:gd name="connsiteY0" fmla="*/ 32008 h 64370"/>
                <a:gd name="connsiteX1" fmla="*/ 18094 w 36421"/>
                <a:gd name="connsiteY1" fmla="*/ 64193 h 64370"/>
                <a:gd name="connsiteX2" fmla="*/ 36305 w 36421"/>
                <a:gd name="connsiteY2" fmla="*/ 32008 h 64370"/>
                <a:gd name="connsiteX3" fmla="*/ 18094 w 36421"/>
                <a:gd name="connsiteY3" fmla="*/ -177 h 64370"/>
                <a:gd name="connsiteX4" fmla="*/ -117 w 36421"/>
                <a:gd name="connsiteY4" fmla="*/ 32008 h 6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21" h="64370">
                  <a:moveTo>
                    <a:pt x="-117" y="32008"/>
                  </a:moveTo>
                  <a:cubicBezTo>
                    <a:pt x="-117" y="49787"/>
                    <a:pt x="8037" y="64193"/>
                    <a:pt x="18094" y="64193"/>
                  </a:cubicBezTo>
                  <a:cubicBezTo>
                    <a:pt x="28151" y="64193"/>
                    <a:pt x="36305" y="49787"/>
                    <a:pt x="36305" y="32008"/>
                  </a:cubicBezTo>
                  <a:cubicBezTo>
                    <a:pt x="36305" y="14235"/>
                    <a:pt x="28151" y="-177"/>
                    <a:pt x="18094" y="-177"/>
                  </a:cubicBezTo>
                  <a:cubicBezTo>
                    <a:pt x="8037" y="-177"/>
                    <a:pt x="-117" y="14235"/>
                    <a:pt x="-117" y="32008"/>
                  </a:cubicBez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68" name="Freeform: Shape 67">
              <a:extLst>
                <a:ext uri="{FF2B5EF4-FFF2-40B4-BE49-F238E27FC236}">
                  <a16:creationId xmlns:a16="http://schemas.microsoft.com/office/drawing/2014/main" id="{BDFECC78-0621-33B8-4194-4B752C09B8C1}"/>
                </a:ext>
              </a:extLst>
            </p:cNvPr>
            <p:cNvSpPr/>
            <p:nvPr/>
          </p:nvSpPr>
          <p:spPr>
            <a:xfrm rot="10800000" flipV="1">
              <a:off x="9456840" y="6027728"/>
              <a:ext cx="72802" cy="72802"/>
            </a:xfrm>
            <a:custGeom>
              <a:avLst/>
              <a:gdLst>
                <a:gd name="connsiteX0" fmla="*/ -117 w 139723"/>
                <a:gd name="connsiteY0" fmla="*/ 69681 h 139723"/>
                <a:gd name="connsiteX1" fmla="*/ 69748 w 139723"/>
                <a:gd name="connsiteY1" fmla="*/ 139546 h 139723"/>
                <a:gd name="connsiteX2" fmla="*/ 139607 w 139723"/>
                <a:gd name="connsiteY2" fmla="*/ 69681 h 139723"/>
                <a:gd name="connsiteX3" fmla="*/ 69748 w 139723"/>
                <a:gd name="connsiteY3" fmla="*/ -177 h 139723"/>
                <a:gd name="connsiteX4" fmla="*/ -117 w 139723"/>
                <a:gd name="connsiteY4" fmla="*/ 69681 h 139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723" h="139723">
                  <a:moveTo>
                    <a:pt x="-117" y="69681"/>
                  </a:moveTo>
                  <a:cubicBezTo>
                    <a:pt x="-117" y="108268"/>
                    <a:pt x="31161" y="139546"/>
                    <a:pt x="69748" y="139546"/>
                  </a:cubicBezTo>
                  <a:cubicBezTo>
                    <a:pt x="108329" y="139546"/>
                    <a:pt x="139607" y="108268"/>
                    <a:pt x="139607" y="69681"/>
                  </a:cubicBezTo>
                  <a:cubicBezTo>
                    <a:pt x="139607" y="31100"/>
                    <a:pt x="108329" y="-177"/>
                    <a:pt x="69748" y="-177"/>
                  </a:cubicBezTo>
                  <a:cubicBezTo>
                    <a:pt x="31161" y="-177"/>
                    <a:pt x="-117" y="31100"/>
                    <a:pt x="-117" y="69681"/>
                  </a:cubicBez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69" name="Freeform: Shape 68">
              <a:extLst>
                <a:ext uri="{FF2B5EF4-FFF2-40B4-BE49-F238E27FC236}">
                  <a16:creationId xmlns:a16="http://schemas.microsoft.com/office/drawing/2014/main" id="{62B43A61-8EF2-EA7A-4441-8AA9A5EB7C7D}"/>
                </a:ext>
              </a:extLst>
            </p:cNvPr>
            <p:cNvSpPr/>
            <p:nvPr/>
          </p:nvSpPr>
          <p:spPr>
            <a:xfrm rot="10800000" flipV="1">
              <a:off x="9469596" y="6052245"/>
              <a:ext cx="18977" cy="28652"/>
            </a:xfrm>
            <a:custGeom>
              <a:avLst/>
              <a:gdLst>
                <a:gd name="connsiteX0" fmla="*/ -117 w 36421"/>
                <a:gd name="connsiteY0" fmla="*/ 27320 h 54989"/>
                <a:gd name="connsiteX1" fmla="*/ 18094 w 36421"/>
                <a:gd name="connsiteY1" fmla="*/ 54812 h 54989"/>
                <a:gd name="connsiteX2" fmla="*/ 36305 w 36421"/>
                <a:gd name="connsiteY2" fmla="*/ 27320 h 54989"/>
                <a:gd name="connsiteX3" fmla="*/ 18094 w 36421"/>
                <a:gd name="connsiteY3" fmla="*/ -177 h 54989"/>
                <a:gd name="connsiteX4" fmla="*/ -117 w 36421"/>
                <a:gd name="connsiteY4" fmla="*/ 27320 h 54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21" h="54989">
                  <a:moveTo>
                    <a:pt x="-117" y="27320"/>
                  </a:moveTo>
                  <a:cubicBezTo>
                    <a:pt x="-117" y="42503"/>
                    <a:pt x="8038" y="54812"/>
                    <a:pt x="18094" y="54812"/>
                  </a:cubicBezTo>
                  <a:cubicBezTo>
                    <a:pt x="28157" y="54812"/>
                    <a:pt x="36305" y="42503"/>
                    <a:pt x="36305" y="27320"/>
                  </a:cubicBezTo>
                  <a:cubicBezTo>
                    <a:pt x="36305" y="12132"/>
                    <a:pt x="28157" y="-177"/>
                    <a:pt x="18094" y="-177"/>
                  </a:cubicBezTo>
                  <a:cubicBezTo>
                    <a:pt x="8038" y="-177"/>
                    <a:pt x="-117" y="12132"/>
                    <a:pt x="-117" y="27320"/>
                  </a:cubicBez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70" name="Freeform: Shape 69">
              <a:extLst>
                <a:ext uri="{FF2B5EF4-FFF2-40B4-BE49-F238E27FC236}">
                  <a16:creationId xmlns:a16="http://schemas.microsoft.com/office/drawing/2014/main" id="{239781F1-FBAA-A7BF-206D-4888B5F27B5E}"/>
                </a:ext>
              </a:extLst>
            </p:cNvPr>
            <p:cNvSpPr/>
            <p:nvPr/>
          </p:nvSpPr>
          <p:spPr>
            <a:xfrm rot="10800000" flipV="1">
              <a:off x="9813180" y="6027728"/>
              <a:ext cx="72802" cy="72802"/>
            </a:xfrm>
            <a:custGeom>
              <a:avLst/>
              <a:gdLst>
                <a:gd name="connsiteX0" fmla="*/ 139607 w 139723"/>
                <a:gd name="connsiteY0" fmla="*/ 69681 h 139723"/>
                <a:gd name="connsiteX1" fmla="*/ 69748 w 139723"/>
                <a:gd name="connsiteY1" fmla="*/ 139546 h 139723"/>
                <a:gd name="connsiteX2" fmla="*/ -117 w 139723"/>
                <a:gd name="connsiteY2" fmla="*/ 69681 h 139723"/>
                <a:gd name="connsiteX3" fmla="*/ 69748 w 139723"/>
                <a:gd name="connsiteY3" fmla="*/ -177 h 139723"/>
                <a:gd name="connsiteX4" fmla="*/ 139607 w 139723"/>
                <a:gd name="connsiteY4" fmla="*/ 69681 h 139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723" h="139723">
                  <a:moveTo>
                    <a:pt x="139607" y="69681"/>
                  </a:moveTo>
                  <a:cubicBezTo>
                    <a:pt x="139607" y="108268"/>
                    <a:pt x="108329" y="139546"/>
                    <a:pt x="69748" y="139546"/>
                  </a:cubicBezTo>
                  <a:cubicBezTo>
                    <a:pt x="31167" y="139546"/>
                    <a:pt x="-117" y="108268"/>
                    <a:pt x="-117" y="69681"/>
                  </a:cubicBezTo>
                  <a:cubicBezTo>
                    <a:pt x="-117" y="31100"/>
                    <a:pt x="31167" y="-177"/>
                    <a:pt x="69748" y="-177"/>
                  </a:cubicBezTo>
                  <a:cubicBezTo>
                    <a:pt x="108329" y="-177"/>
                    <a:pt x="139607" y="31100"/>
                    <a:pt x="139607" y="69681"/>
                  </a:cubicBez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71" name="Freeform: Shape 70">
              <a:extLst>
                <a:ext uri="{FF2B5EF4-FFF2-40B4-BE49-F238E27FC236}">
                  <a16:creationId xmlns:a16="http://schemas.microsoft.com/office/drawing/2014/main" id="{40CF1345-04D2-EB59-7ACA-129E2AE8473F}"/>
                </a:ext>
              </a:extLst>
            </p:cNvPr>
            <p:cNvSpPr/>
            <p:nvPr/>
          </p:nvSpPr>
          <p:spPr>
            <a:xfrm rot="10800000" flipV="1">
              <a:off x="9822199" y="6052245"/>
              <a:ext cx="18981" cy="28652"/>
            </a:xfrm>
            <a:custGeom>
              <a:avLst/>
              <a:gdLst>
                <a:gd name="connsiteX0" fmla="*/ -117 w 36428"/>
                <a:gd name="connsiteY0" fmla="*/ 27320 h 54989"/>
                <a:gd name="connsiteX1" fmla="*/ 18094 w 36428"/>
                <a:gd name="connsiteY1" fmla="*/ 54812 h 54989"/>
                <a:gd name="connsiteX2" fmla="*/ 36311 w 36428"/>
                <a:gd name="connsiteY2" fmla="*/ 27320 h 54989"/>
                <a:gd name="connsiteX3" fmla="*/ 18094 w 36428"/>
                <a:gd name="connsiteY3" fmla="*/ -177 h 54989"/>
                <a:gd name="connsiteX4" fmla="*/ -117 w 36428"/>
                <a:gd name="connsiteY4" fmla="*/ 27320 h 54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28" h="54989">
                  <a:moveTo>
                    <a:pt x="-117" y="27320"/>
                  </a:moveTo>
                  <a:cubicBezTo>
                    <a:pt x="-117" y="42503"/>
                    <a:pt x="8038" y="54812"/>
                    <a:pt x="18094" y="54812"/>
                  </a:cubicBezTo>
                  <a:cubicBezTo>
                    <a:pt x="28151" y="54812"/>
                    <a:pt x="36311" y="42503"/>
                    <a:pt x="36311" y="27320"/>
                  </a:cubicBezTo>
                  <a:cubicBezTo>
                    <a:pt x="36311" y="12132"/>
                    <a:pt x="28151" y="-177"/>
                    <a:pt x="18094" y="-177"/>
                  </a:cubicBezTo>
                  <a:cubicBezTo>
                    <a:pt x="8038" y="-177"/>
                    <a:pt x="-117" y="12132"/>
                    <a:pt x="-117" y="27320"/>
                  </a:cubicBez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72" name="Freeform: Shape 71">
              <a:extLst>
                <a:ext uri="{FF2B5EF4-FFF2-40B4-BE49-F238E27FC236}">
                  <a16:creationId xmlns:a16="http://schemas.microsoft.com/office/drawing/2014/main" id="{5F1A8AB2-5725-5384-8C18-2781C2D33E0B}"/>
                </a:ext>
              </a:extLst>
            </p:cNvPr>
            <p:cNvSpPr/>
            <p:nvPr/>
          </p:nvSpPr>
          <p:spPr>
            <a:xfrm rot="10800000" flipV="1">
              <a:off x="9461901" y="5614107"/>
              <a:ext cx="491582" cy="85444"/>
            </a:xfrm>
            <a:custGeom>
              <a:avLst/>
              <a:gdLst>
                <a:gd name="connsiteX0" fmla="*/ 943328 w 943444"/>
                <a:gd name="connsiteY0" fmla="*/ 33898 h 163985"/>
                <a:gd name="connsiteX1" fmla="*/ 521654 w 943444"/>
                <a:gd name="connsiteY1" fmla="*/ 163808 h 163985"/>
                <a:gd name="connsiteX2" fmla="*/ -117 w 943444"/>
                <a:gd name="connsiteY2" fmla="*/ -177 h 163985"/>
                <a:gd name="connsiteX3" fmla="*/ 943328 w 943444"/>
                <a:gd name="connsiteY3" fmla="*/ 33898 h 163985"/>
              </a:gdLst>
              <a:ahLst/>
              <a:cxnLst>
                <a:cxn ang="0">
                  <a:pos x="connsiteX0" y="connsiteY0"/>
                </a:cxn>
                <a:cxn ang="0">
                  <a:pos x="connsiteX1" y="connsiteY1"/>
                </a:cxn>
                <a:cxn ang="0">
                  <a:pos x="connsiteX2" y="connsiteY2"/>
                </a:cxn>
                <a:cxn ang="0">
                  <a:pos x="connsiteX3" y="connsiteY3"/>
                </a:cxn>
              </a:cxnLst>
              <a:rect l="l" t="t" r="r" b="b"/>
              <a:pathLst>
                <a:path w="943444" h="163985">
                  <a:moveTo>
                    <a:pt x="943328" y="33898"/>
                  </a:moveTo>
                  <a:cubicBezTo>
                    <a:pt x="943328" y="33898"/>
                    <a:pt x="715454" y="163808"/>
                    <a:pt x="521654" y="163808"/>
                  </a:cubicBezTo>
                  <a:cubicBezTo>
                    <a:pt x="327855" y="163808"/>
                    <a:pt x="-117" y="-177"/>
                    <a:pt x="-117" y="-177"/>
                  </a:cubicBezTo>
                  <a:lnTo>
                    <a:pt x="943328" y="33898"/>
                  </a:lnTo>
                  <a:close/>
                </a:path>
              </a:pathLst>
            </a:custGeom>
            <a:solidFill>
              <a:srgbClr val="D0D0D0"/>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73" name="Freeform: Shape 72">
              <a:extLst>
                <a:ext uri="{FF2B5EF4-FFF2-40B4-BE49-F238E27FC236}">
                  <a16:creationId xmlns:a16="http://schemas.microsoft.com/office/drawing/2014/main" id="{363F9A00-06D5-CA9F-7D38-088F4B6CF808}"/>
                </a:ext>
              </a:extLst>
            </p:cNvPr>
            <p:cNvSpPr/>
            <p:nvPr/>
          </p:nvSpPr>
          <p:spPr>
            <a:xfrm rot="10800000" flipV="1">
              <a:off x="9302094" y="5045777"/>
              <a:ext cx="407746" cy="558796"/>
            </a:xfrm>
            <a:custGeom>
              <a:avLst/>
              <a:gdLst>
                <a:gd name="connsiteX0" fmla="*/ 276729 w 782546"/>
                <a:gd name="connsiteY0" fmla="*/ -177 h 1072441"/>
                <a:gd name="connsiteX1" fmla="*/ 782429 w 782546"/>
                <a:gd name="connsiteY1" fmla="*/ -177 h 1072441"/>
                <a:gd name="connsiteX2" fmla="*/ 522614 w 782546"/>
                <a:gd name="connsiteY2" fmla="*/ 455922 h 1072441"/>
                <a:gd name="connsiteX3" fmla="*/ 539654 w 782546"/>
                <a:gd name="connsiteY3" fmla="*/ 905281 h 1072441"/>
                <a:gd name="connsiteX4" fmla="*/ 488539 w 782546"/>
                <a:gd name="connsiteY4" fmla="*/ 1058616 h 1072441"/>
                <a:gd name="connsiteX5" fmla="*/ 29335 w 782546"/>
                <a:gd name="connsiteY5" fmla="*/ 1052226 h 1072441"/>
                <a:gd name="connsiteX6" fmla="*/ 30400 w 782546"/>
                <a:gd name="connsiteY6" fmla="*/ 853107 h 1072441"/>
                <a:gd name="connsiteX7" fmla="*/ 54894 w 782546"/>
                <a:gd name="connsiteY7" fmla="*/ 349441 h 1072441"/>
                <a:gd name="connsiteX8" fmla="*/ 276729 w 782546"/>
                <a:gd name="connsiteY8" fmla="*/ -177 h 1072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2546" h="1072441">
                  <a:moveTo>
                    <a:pt x="276729" y="-177"/>
                  </a:moveTo>
                  <a:lnTo>
                    <a:pt x="782429" y="-177"/>
                  </a:lnTo>
                  <a:cubicBezTo>
                    <a:pt x="782429" y="-177"/>
                    <a:pt x="553491" y="250407"/>
                    <a:pt x="522614" y="455922"/>
                  </a:cubicBezTo>
                  <a:cubicBezTo>
                    <a:pt x="491730" y="661436"/>
                    <a:pt x="531131" y="855235"/>
                    <a:pt x="539654" y="905281"/>
                  </a:cubicBezTo>
                  <a:cubicBezTo>
                    <a:pt x="548172" y="955327"/>
                    <a:pt x="577985" y="1024541"/>
                    <a:pt x="488539" y="1058616"/>
                  </a:cubicBezTo>
                  <a:cubicBezTo>
                    <a:pt x="399092" y="1092691"/>
                    <a:pt x="29335" y="1052226"/>
                    <a:pt x="29335" y="1052226"/>
                  </a:cubicBezTo>
                  <a:cubicBezTo>
                    <a:pt x="29335" y="1052226"/>
                    <a:pt x="50632" y="977687"/>
                    <a:pt x="30400" y="853107"/>
                  </a:cubicBezTo>
                  <a:cubicBezTo>
                    <a:pt x="10167" y="728516"/>
                    <a:pt x="-37751" y="561338"/>
                    <a:pt x="54894" y="349441"/>
                  </a:cubicBezTo>
                  <a:cubicBezTo>
                    <a:pt x="147531" y="137537"/>
                    <a:pt x="276729" y="-177"/>
                    <a:pt x="276729" y="-177"/>
                  </a:cubicBez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74" name="Freeform: Shape 73">
              <a:extLst>
                <a:ext uri="{FF2B5EF4-FFF2-40B4-BE49-F238E27FC236}">
                  <a16:creationId xmlns:a16="http://schemas.microsoft.com/office/drawing/2014/main" id="{A3FFB507-DAD6-B10C-FA45-CBB1FAEA2FC5}"/>
                </a:ext>
              </a:extLst>
            </p:cNvPr>
            <p:cNvSpPr/>
            <p:nvPr/>
          </p:nvSpPr>
          <p:spPr>
            <a:xfrm rot="10800000" flipV="1">
              <a:off x="9284016" y="5045586"/>
              <a:ext cx="466769" cy="591268"/>
            </a:xfrm>
            <a:custGeom>
              <a:avLst/>
              <a:gdLst>
                <a:gd name="connsiteX0" fmla="*/ 104950 w 895822"/>
                <a:gd name="connsiteY0" fmla="*/ 1133521 h 1134762"/>
                <a:gd name="connsiteX1" fmla="*/ 526624 w 895822"/>
                <a:gd name="connsiteY1" fmla="*/ 1134586 h 1134762"/>
                <a:gd name="connsiteX2" fmla="*/ 614386 w 895822"/>
                <a:gd name="connsiteY2" fmla="*/ 1096668 h 1134762"/>
                <a:gd name="connsiteX3" fmla="*/ 664332 w 895822"/>
                <a:gd name="connsiteY3" fmla="*/ 950474 h 1134762"/>
                <a:gd name="connsiteX4" fmla="*/ 641884 w 895822"/>
                <a:gd name="connsiteY4" fmla="*/ 833917 h 1134762"/>
                <a:gd name="connsiteX5" fmla="*/ 618366 w 895822"/>
                <a:gd name="connsiteY5" fmla="*/ 730747 h 1134762"/>
                <a:gd name="connsiteX6" fmla="*/ 650145 w 895822"/>
                <a:gd name="connsiteY6" fmla="*/ 421506 h 1134762"/>
                <a:gd name="connsiteX7" fmla="*/ 813417 w 895822"/>
                <a:gd name="connsiteY7" fmla="*/ 96375 h 1134762"/>
                <a:gd name="connsiteX8" fmla="*/ 884402 w 895822"/>
                <a:gd name="connsiteY8" fmla="*/ 48101 h 1134762"/>
                <a:gd name="connsiteX9" fmla="*/ 889021 w 895822"/>
                <a:gd name="connsiteY9" fmla="*/ 10120 h 1134762"/>
                <a:gd name="connsiteX10" fmla="*/ 832579 w 895822"/>
                <a:gd name="connsiteY10" fmla="*/ 11191 h 1134762"/>
                <a:gd name="connsiteX11" fmla="*/ 621746 w 895822"/>
                <a:gd name="connsiteY11" fmla="*/ 333480 h 1134762"/>
                <a:gd name="connsiteX12" fmla="*/ 569748 w 895822"/>
                <a:gd name="connsiteY12" fmla="*/ 746192 h 1134762"/>
                <a:gd name="connsiteX13" fmla="*/ 596144 w 895822"/>
                <a:gd name="connsiteY13" fmla="*/ 863280 h 1134762"/>
                <a:gd name="connsiteX14" fmla="*/ 614649 w 895822"/>
                <a:gd name="connsiteY14" fmla="*/ 952401 h 1134762"/>
                <a:gd name="connsiteX15" fmla="*/ 503550 w 895822"/>
                <a:gd name="connsiteY15" fmla="*/ 1028192 h 1134762"/>
                <a:gd name="connsiteX16" fmla="*/ 53834 w 895822"/>
                <a:gd name="connsiteY16" fmla="*/ 1018912 h 1134762"/>
                <a:gd name="connsiteX17" fmla="*/ -117 w 895822"/>
                <a:gd name="connsiteY17" fmla="*/ 1079214 h 1134762"/>
                <a:gd name="connsiteX18" fmla="*/ 104950 w 895822"/>
                <a:gd name="connsiteY18" fmla="*/ 1133521 h 1134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5822" h="1134762">
                  <a:moveTo>
                    <a:pt x="104950" y="1133521"/>
                  </a:moveTo>
                  <a:lnTo>
                    <a:pt x="526624" y="1134586"/>
                  </a:lnTo>
                  <a:cubicBezTo>
                    <a:pt x="559184" y="1134586"/>
                    <a:pt x="590355" y="1121118"/>
                    <a:pt x="614386" y="1096668"/>
                  </a:cubicBezTo>
                  <a:cubicBezTo>
                    <a:pt x="647648" y="1062824"/>
                    <a:pt x="665383" y="1010901"/>
                    <a:pt x="664332" y="950474"/>
                  </a:cubicBezTo>
                  <a:cubicBezTo>
                    <a:pt x="663681" y="913176"/>
                    <a:pt x="653092" y="874676"/>
                    <a:pt x="641884" y="833917"/>
                  </a:cubicBezTo>
                  <a:cubicBezTo>
                    <a:pt x="632829" y="800994"/>
                    <a:pt x="623492" y="766957"/>
                    <a:pt x="618366" y="730747"/>
                  </a:cubicBezTo>
                  <a:cubicBezTo>
                    <a:pt x="604499" y="632771"/>
                    <a:pt x="622265" y="523362"/>
                    <a:pt x="650145" y="421506"/>
                  </a:cubicBezTo>
                  <a:cubicBezTo>
                    <a:pt x="688238" y="282314"/>
                    <a:pt x="749435" y="157379"/>
                    <a:pt x="813417" y="96375"/>
                  </a:cubicBezTo>
                  <a:cubicBezTo>
                    <a:pt x="842198" y="68934"/>
                    <a:pt x="868644" y="56274"/>
                    <a:pt x="884402" y="48101"/>
                  </a:cubicBezTo>
                  <a:cubicBezTo>
                    <a:pt x="902075" y="38939"/>
                    <a:pt x="895285" y="17655"/>
                    <a:pt x="889021" y="10120"/>
                  </a:cubicBezTo>
                  <a:cubicBezTo>
                    <a:pt x="874377" y="-7458"/>
                    <a:pt x="849607" y="589"/>
                    <a:pt x="832579" y="11191"/>
                  </a:cubicBezTo>
                  <a:cubicBezTo>
                    <a:pt x="722863" y="79510"/>
                    <a:pt x="653455" y="238596"/>
                    <a:pt x="621746" y="333480"/>
                  </a:cubicBezTo>
                  <a:cubicBezTo>
                    <a:pt x="571719" y="483160"/>
                    <a:pt x="554735" y="639568"/>
                    <a:pt x="569748" y="746192"/>
                  </a:cubicBezTo>
                  <a:cubicBezTo>
                    <a:pt x="575843" y="789461"/>
                    <a:pt x="586626" y="828680"/>
                    <a:pt x="596144" y="863280"/>
                  </a:cubicBezTo>
                  <a:cubicBezTo>
                    <a:pt x="605850" y="898588"/>
                    <a:pt x="614649" y="929071"/>
                    <a:pt x="614649" y="952401"/>
                  </a:cubicBezTo>
                  <a:cubicBezTo>
                    <a:pt x="614649" y="1041947"/>
                    <a:pt x="540466" y="1027128"/>
                    <a:pt x="503550" y="1028192"/>
                  </a:cubicBezTo>
                  <a:cubicBezTo>
                    <a:pt x="466634" y="1029256"/>
                    <a:pt x="53834" y="1018912"/>
                    <a:pt x="53834" y="1018912"/>
                  </a:cubicBezTo>
                  <a:cubicBezTo>
                    <a:pt x="23257" y="1018912"/>
                    <a:pt x="-117" y="1048631"/>
                    <a:pt x="-117" y="1079214"/>
                  </a:cubicBezTo>
                  <a:cubicBezTo>
                    <a:pt x="-117" y="1109797"/>
                    <a:pt x="74367" y="1133521"/>
                    <a:pt x="104950" y="1133521"/>
                  </a:cubicBez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75" name="Freeform: Shape 74">
              <a:extLst>
                <a:ext uri="{FF2B5EF4-FFF2-40B4-BE49-F238E27FC236}">
                  <a16:creationId xmlns:a16="http://schemas.microsoft.com/office/drawing/2014/main" id="{71739755-94E3-EE14-3A8E-32313D14CDCD}"/>
                </a:ext>
              </a:extLst>
            </p:cNvPr>
            <p:cNvSpPr/>
            <p:nvPr/>
          </p:nvSpPr>
          <p:spPr>
            <a:xfrm rot="10800000" flipV="1">
              <a:off x="9549996" y="5045591"/>
              <a:ext cx="204332" cy="555867"/>
            </a:xfrm>
            <a:custGeom>
              <a:avLst/>
              <a:gdLst>
                <a:gd name="connsiteX0" fmla="*/ 380729 w 392154"/>
                <a:gd name="connsiteY0" fmla="*/ 48065 h 1066820"/>
                <a:gd name="connsiteX1" fmla="*/ 309725 w 392154"/>
                <a:gd name="connsiteY1" fmla="*/ 96364 h 1066820"/>
                <a:gd name="connsiteX2" fmla="*/ 146497 w 392154"/>
                <a:gd name="connsiteY2" fmla="*/ 421495 h 1066820"/>
                <a:gd name="connsiteX3" fmla="*/ 114743 w 392154"/>
                <a:gd name="connsiteY3" fmla="*/ 730743 h 1066820"/>
                <a:gd name="connsiteX4" fmla="*/ 138186 w 392154"/>
                <a:gd name="connsiteY4" fmla="*/ 833869 h 1066820"/>
                <a:gd name="connsiteX5" fmla="*/ 160665 w 392154"/>
                <a:gd name="connsiteY5" fmla="*/ 950432 h 1066820"/>
                <a:gd name="connsiteX6" fmla="*/ 154138 w 392154"/>
                <a:gd name="connsiteY6" fmla="*/ 1014245 h 1066820"/>
                <a:gd name="connsiteX7" fmla="*/ 105394 w 392154"/>
                <a:gd name="connsiteY7" fmla="*/ 1066643 h 1066820"/>
                <a:gd name="connsiteX8" fmla="*/ -117 w 392154"/>
                <a:gd name="connsiteY8" fmla="*/ 1014245 h 1066820"/>
                <a:gd name="connsiteX9" fmla="*/ 110957 w 392154"/>
                <a:gd name="connsiteY9" fmla="*/ 952359 h 1066820"/>
                <a:gd name="connsiteX10" fmla="*/ 92484 w 392154"/>
                <a:gd name="connsiteY10" fmla="*/ 863257 h 1066820"/>
                <a:gd name="connsiteX11" fmla="*/ 66068 w 392154"/>
                <a:gd name="connsiteY11" fmla="*/ 746175 h 1066820"/>
                <a:gd name="connsiteX12" fmla="*/ 118079 w 392154"/>
                <a:gd name="connsiteY12" fmla="*/ 333494 h 1066820"/>
                <a:gd name="connsiteX13" fmla="*/ 328944 w 392154"/>
                <a:gd name="connsiteY13" fmla="*/ 11192 h 1066820"/>
                <a:gd name="connsiteX14" fmla="*/ 385335 w 392154"/>
                <a:gd name="connsiteY14" fmla="*/ 10078 h 1066820"/>
                <a:gd name="connsiteX15" fmla="*/ 380729 w 392154"/>
                <a:gd name="connsiteY15" fmla="*/ 48065 h 1066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2154" h="1066820">
                  <a:moveTo>
                    <a:pt x="380729" y="48065"/>
                  </a:moveTo>
                  <a:cubicBezTo>
                    <a:pt x="365003" y="56300"/>
                    <a:pt x="338513" y="68910"/>
                    <a:pt x="309725" y="96364"/>
                  </a:cubicBezTo>
                  <a:cubicBezTo>
                    <a:pt x="245774" y="157355"/>
                    <a:pt x="184558" y="282304"/>
                    <a:pt x="146497" y="421495"/>
                  </a:cubicBezTo>
                  <a:cubicBezTo>
                    <a:pt x="118599" y="523363"/>
                    <a:pt x="100869" y="632729"/>
                    <a:pt x="114743" y="730743"/>
                  </a:cubicBezTo>
                  <a:cubicBezTo>
                    <a:pt x="119862" y="766946"/>
                    <a:pt x="129137" y="801002"/>
                    <a:pt x="138186" y="833869"/>
                  </a:cubicBezTo>
                  <a:cubicBezTo>
                    <a:pt x="149463" y="874678"/>
                    <a:pt x="160002" y="913190"/>
                    <a:pt x="160665" y="950432"/>
                  </a:cubicBezTo>
                  <a:cubicBezTo>
                    <a:pt x="161041" y="973061"/>
                    <a:pt x="158813" y="994507"/>
                    <a:pt x="154138" y="1014245"/>
                  </a:cubicBezTo>
                  <a:lnTo>
                    <a:pt x="105394" y="1066643"/>
                  </a:lnTo>
                  <a:lnTo>
                    <a:pt x="-117" y="1014245"/>
                  </a:lnTo>
                  <a:cubicBezTo>
                    <a:pt x="36837" y="1013200"/>
                    <a:pt x="112515" y="1014170"/>
                    <a:pt x="110957" y="952359"/>
                  </a:cubicBezTo>
                  <a:cubicBezTo>
                    <a:pt x="110363" y="929067"/>
                    <a:pt x="102202" y="898571"/>
                    <a:pt x="92484" y="863257"/>
                  </a:cubicBezTo>
                  <a:cubicBezTo>
                    <a:pt x="82984" y="828681"/>
                    <a:pt x="72151" y="789431"/>
                    <a:pt x="66068" y="746175"/>
                  </a:cubicBezTo>
                  <a:cubicBezTo>
                    <a:pt x="51080" y="639550"/>
                    <a:pt x="68071" y="483149"/>
                    <a:pt x="118079" y="333494"/>
                  </a:cubicBezTo>
                  <a:cubicBezTo>
                    <a:pt x="149764" y="238597"/>
                    <a:pt x="219209" y="79524"/>
                    <a:pt x="328944" y="11192"/>
                  </a:cubicBezTo>
                  <a:cubicBezTo>
                    <a:pt x="345935" y="579"/>
                    <a:pt x="370717" y="-7432"/>
                    <a:pt x="385335" y="10078"/>
                  </a:cubicBezTo>
                  <a:cubicBezTo>
                    <a:pt x="391643" y="17644"/>
                    <a:pt x="398390" y="38940"/>
                    <a:pt x="380729" y="48065"/>
                  </a:cubicBez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76" name="Freeform: Shape 75">
              <a:extLst>
                <a:ext uri="{FF2B5EF4-FFF2-40B4-BE49-F238E27FC236}">
                  <a16:creationId xmlns:a16="http://schemas.microsoft.com/office/drawing/2014/main" id="{C2CB1D6C-AB8F-6A1C-8EEA-3BC2E4550F40}"/>
                </a:ext>
              </a:extLst>
            </p:cNvPr>
            <p:cNvSpPr/>
            <p:nvPr/>
          </p:nvSpPr>
          <p:spPr>
            <a:xfrm rot="10800000" flipV="1">
              <a:off x="9619431" y="5574156"/>
              <a:ext cx="356261" cy="64985"/>
            </a:xfrm>
            <a:custGeom>
              <a:avLst/>
              <a:gdLst>
                <a:gd name="connsiteX0" fmla="*/ 646284 w 683736"/>
                <a:gd name="connsiteY0" fmla="*/ 3133 h 124719"/>
                <a:gd name="connsiteX1" fmla="*/ 640582 w 683736"/>
                <a:gd name="connsiteY1" fmla="*/ 110434 h 124719"/>
                <a:gd name="connsiteX2" fmla="*/ 447797 w 683736"/>
                <a:gd name="connsiteY2" fmla="*/ 120165 h 124719"/>
                <a:gd name="connsiteX3" fmla="*/ 55305 w 683736"/>
                <a:gd name="connsiteY3" fmla="*/ 99908 h 124719"/>
                <a:gd name="connsiteX4" fmla="*/ -117 w 683736"/>
                <a:gd name="connsiteY4" fmla="*/ 64812 h 124719"/>
                <a:gd name="connsiteX5" fmla="*/ 55305 w 683736"/>
                <a:gd name="connsiteY5" fmla="*/ 9391 h 124719"/>
                <a:gd name="connsiteX6" fmla="*/ 424724 w 683736"/>
                <a:gd name="connsiteY6" fmla="*/ -177 h 124719"/>
                <a:gd name="connsiteX7" fmla="*/ 646284 w 683736"/>
                <a:gd name="connsiteY7" fmla="*/ 3133 h 124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3736" h="124719">
                  <a:moveTo>
                    <a:pt x="646284" y="3133"/>
                  </a:moveTo>
                  <a:cubicBezTo>
                    <a:pt x="722763" y="37377"/>
                    <a:pt x="661428" y="89288"/>
                    <a:pt x="640582" y="110434"/>
                  </a:cubicBezTo>
                  <a:cubicBezTo>
                    <a:pt x="616539" y="134846"/>
                    <a:pt x="480376" y="120165"/>
                    <a:pt x="447797" y="120165"/>
                  </a:cubicBezTo>
                  <a:lnTo>
                    <a:pt x="55305" y="99908"/>
                  </a:lnTo>
                  <a:cubicBezTo>
                    <a:pt x="24734" y="99908"/>
                    <a:pt x="-117" y="95383"/>
                    <a:pt x="-117" y="64812"/>
                  </a:cubicBezTo>
                  <a:cubicBezTo>
                    <a:pt x="-117" y="34173"/>
                    <a:pt x="24734" y="9391"/>
                    <a:pt x="55305" y="9391"/>
                  </a:cubicBezTo>
                  <a:cubicBezTo>
                    <a:pt x="55305" y="9391"/>
                    <a:pt x="387776" y="930"/>
                    <a:pt x="424724" y="-177"/>
                  </a:cubicBezTo>
                  <a:lnTo>
                    <a:pt x="646284" y="3133"/>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77" name="Freeform: Shape 76">
              <a:extLst>
                <a:ext uri="{FF2B5EF4-FFF2-40B4-BE49-F238E27FC236}">
                  <a16:creationId xmlns:a16="http://schemas.microsoft.com/office/drawing/2014/main" id="{6BFAFED9-A4F0-DF6A-7F62-F74A05DC7636}"/>
                </a:ext>
              </a:extLst>
            </p:cNvPr>
            <p:cNvSpPr/>
            <p:nvPr/>
          </p:nvSpPr>
          <p:spPr>
            <a:xfrm rot="10800000" flipV="1">
              <a:off x="9417654" y="5379334"/>
              <a:ext cx="176342" cy="278396"/>
            </a:xfrm>
            <a:custGeom>
              <a:avLst/>
              <a:gdLst>
                <a:gd name="connsiteX0" fmla="*/ 292869 w 338436"/>
                <a:gd name="connsiteY0" fmla="*/ 33701 h 534297"/>
                <a:gd name="connsiteX1" fmla="*/ 24793 w 338436"/>
                <a:gd name="connsiteY1" fmla="*/ 39152 h 534297"/>
                <a:gd name="connsiteX2" fmla="*/ 69187 w 338436"/>
                <a:gd name="connsiteY2" fmla="*/ 505001 h 534297"/>
                <a:gd name="connsiteX3" fmla="*/ 112093 w 338436"/>
                <a:gd name="connsiteY3" fmla="*/ 533050 h 534297"/>
                <a:gd name="connsiteX4" fmla="*/ 126417 w 338436"/>
                <a:gd name="connsiteY4" fmla="*/ 497266 h 534297"/>
                <a:gd name="connsiteX5" fmla="*/ 92949 w 338436"/>
                <a:gd name="connsiteY5" fmla="*/ 65417 h 534297"/>
                <a:gd name="connsiteX6" fmla="*/ 275828 w 338436"/>
                <a:gd name="connsiteY6" fmla="*/ 84097 h 534297"/>
                <a:gd name="connsiteX7" fmla="*/ 336882 w 338436"/>
                <a:gd name="connsiteY7" fmla="*/ 79128 h 534297"/>
                <a:gd name="connsiteX8" fmla="*/ 292869 w 338436"/>
                <a:gd name="connsiteY8" fmla="*/ 33701 h 534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436" h="534297">
                  <a:moveTo>
                    <a:pt x="292869" y="33701"/>
                  </a:moveTo>
                  <a:cubicBezTo>
                    <a:pt x="292869" y="33701"/>
                    <a:pt x="90108" y="-46039"/>
                    <a:pt x="24793" y="39152"/>
                  </a:cubicBezTo>
                  <a:cubicBezTo>
                    <a:pt x="-28639" y="108842"/>
                    <a:pt x="12189" y="396918"/>
                    <a:pt x="69187" y="505001"/>
                  </a:cubicBezTo>
                  <a:cubicBezTo>
                    <a:pt x="81854" y="529019"/>
                    <a:pt x="90797" y="537311"/>
                    <a:pt x="112093" y="533050"/>
                  </a:cubicBezTo>
                  <a:cubicBezTo>
                    <a:pt x="133389" y="528788"/>
                    <a:pt x="135460" y="514713"/>
                    <a:pt x="126417" y="497266"/>
                  </a:cubicBezTo>
                  <a:cubicBezTo>
                    <a:pt x="75508" y="399027"/>
                    <a:pt x="23022" y="87120"/>
                    <a:pt x="92949" y="65417"/>
                  </a:cubicBezTo>
                  <a:cubicBezTo>
                    <a:pt x="155711" y="45942"/>
                    <a:pt x="172189" y="62807"/>
                    <a:pt x="275828" y="84097"/>
                  </a:cubicBezTo>
                  <a:cubicBezTo>
                    <a:pt x="302200" y="89517"/>
                    <a:pt x="333133" y="91113"/>
                    <a:pt x="336882" y="79128"/>
                  </a:cubicBezTo>
                  <a:cubicBezTo>
                    <a:pt x="343979" y="56411"/>
                    <a:pt x="324103" y="39371"/>
                    <a:pt x="292869" y="33701"/>
                  </a:cubicBezTo>
                  <a:close/>
                </a:path>
              </a:pathLst>
            </a:custGeom>
            <a:solidFill>
              <a:srgbClr val="D0D0D0"/>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78" name="Freeform: Shape 77">
              <a:extLst>
                <a:ext uri="{FF2B5EF4-FFF2-40B4-BE49-F238E27FC236}">
                  <a16:creationId xmlns:a16="http://schemas.microsoft.com/office/drawing/2014/main" id="{0C504C3E-C874-64A5-6CBA-132519E3C7DA}"/>
                </a:ext>
              </a:extLst>
            </p:cNvPr>
            <p:cNvSpPr/>
            <p:nvPr/>
          </p:nvSpPr>
          <p:spPr>
            <a:xfrm rot="10800000" flipV="1">
              <a:off x="11145425" y="5379334"/>
              <a:ext cx="176341" cy="278396"/>
            </a:xfrm>
            <a:custGeom>
              <a:avLst/>
              <a:gdLst>
                <a:gd name="connsiteX0" fmla="*/ 45336 w 338434"/>
                <a:gd name="connsiteY0" fmla="*/ 33701 h 534297"/>
                <a:gd name="connsiteX1" fmla="*/ 313406 w 338434"/>
                <a:gd name="connsiteY1" fmla="*/ 39152 h 534297"/>
                <a:gd name="connsiteX2" fmla="*/ 269018 w 338434"/>
                <a:gd name="connsiteY2" fmla="*/ 505001 h 534297"/>
                <a:gd name="connsiteX3" fmla="*/ 226112 w 338434"/>
                <a:gd name="connsiteY3" fmla="*/ 533050 h 534297"/>
                <a:gd name="connsiteX4" fmla="*/ 211788 w 338434"/>
                <a:gd name="connsiteY4" fmla="*/ 497266 h 534297"/>
                <a:gd name="connsiteX5" fmla="*/ 245256 w 338434"/>
                <a:gd name="connsiteY5" fmla="*/ 65417 h 534297"/>
                <a:gd name="connsiteX6" fmla="*/ 62377 w 338434"/>
                <a:gd name="connsiteY6" fmla="*/ 84097 h 534297"/>
                <a:gd name="connsiteX7" fmla="*/ 1323 w 338434"/>
                <a:gd name="connsiteY7" fmla="*/ 79128 h 534297"/>
                <a:gd name="connsiteX8" fmla="*/ 45336 w 338434"/>
                <a:gd name="connsiteY8" fmla="*/ 33701 h 534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434" h="534297">
                  <a:moveTo>
                    <a:pt x="45336" y="33701"/>
                  </a:moveTo>
                  <a:cubicBezTo>
                    <a:pt x="45336" y="33701"/>
                    <a:pt x="248097" y="-46039"/>
                    <a:pt x="313406" y="39152"/>
                  </a:cubicBezTo>
                  <a:cubicBezTo>
                    <a:pt x="366837" y="108842"/>
                    <a:pt x="326016" y="396918"/>
                    <a:pt x="269018" y="505001"/>
                  </a:cubicBezTo>
                  <a:cubicBezTo>
                    <a:pt x="256345" y="529019"/>
                    <a:pt x="247408" y="537311"/>
                    <a:pt x="226112" y="533050"/>
                  </a:cubicBezTo>
                  <a:cubicBezTo>
                    <a:pt x="204816" y="528788"/>
                    <a:pt x="202745" y="514713"/>
                    <a:pt x="211788" y="497266"/>
                  </a:cubicBezTo>
                  <a:cubicBezTo>
                    <a:pt x="262697" y="399027"/>
                    <a:pt x="315183" y="87120"/>
                    <a:pt x="245256" y="65417"/>
                  </a:cubicBezTo>
                  <a:cubicBezTo>
                    <a:pt x="182494" y="45942"/>
                    <a:pt x="166016" y="62807"/>
                    <a:pt x="62377" y="84097"/>
                  </a:cubicBezTo>
                  <a:cubicBezTo>
                    <a:pt x="35999" y="89517"/>
                    <a:pt x="5066" y="91113"/>
                    <a:pt x="1323" y="79128"/>
                  </a:cubicBezTo>
                  <a:cubicBezTo>
                    <a:pt x="-5780" y="56411"/>
                    <a:pt x="14102" y="39371"/>
                    <a:pt x="45336" y="33701"/>
                  </a:cubicBezTo>
                  <a:close/>
                </a:path>
              </a:pathLst>
            </a:custGeom>
            <a:solidFill>
              <a:srgbClr val="D0D0D0"/>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79" name="Freeform: Shape 78">
              <a:extLst>
                <a:ext uri="{FF2B5EF4-FFF2-40B4-BE49-F238E27FC236}">
                  <a16:creationId xmlns:a16="http://schemas.microsoft.com/office/drawing/2014/main" id="{9133C917-DA0B-14E5-6E6B-70635386EC8A}"/>
                </a:ext>
              </a:extLst>
            </p:cNvPr>
            <p:cNvSpPr/>
            <p:nvPr/>
          </p:nvSpPr>
          <p:spPr>
            <a:xfrm rot="10800000" flipV="1">
              <a:off x="11336100" y="5709536"/>
              <a:ext cx="29868" cy="153624"/>
            </a:xfrm>
            <a:custGeom>
              <a:avLst/>
              <a:gdLst>
                <a:gd name="connsiteX0" fmla="*/ -117 w 57323"/>
                <a:gd name="connsiteY0" fmla="*/ -177 h 294835"/>
                <a:gd name="connsiteX1" fmla="*/ 57207 w 57323"/>
                <a:gd name="connsiteY1" fmla="*/ -177 h 294835"/>
                <a:gd name="connsiteX2" fmla="*/ 57207 w 57323"/>
                <a:gd name="connsiteY2" fmla="*/ 294658 h 294835"/>
                <a:gd name="connsiteX3" fmla="*/ -117 w 57323"/>
                <a:gd name="connsiteY3" fmla="*/ 294658 h 294835"/>
              </a:gdLst>
              <a:ahLst/>
              <a:cxnLst>
                <a:cxn ang="0">
                  <a:pos x="connsiteX0" y="connsiteY0"/>
                </a:cxn>
                <a:cxn ang="0">
                  <a:pos x="connsiteX1" y="connsiteY1"/>
                </a:cxn>
                <a:cxn ang="0">
                  <a:pos x="connsiteX2" y="connsiteY2"/>
                </a:cxn>
                <a:cxn ang="0">
                  <a:pos x="connsiteX3" y="connsiteY3"/>
                </a:cxn>
              </a:cxnLst>
              <a:rect l="l" t="t" r="r" b="b"/>
              <a:pathLst>
                <a:path w="57323" h="294835">
                  <a:moveTo>
                    <a:pt x="-117" y="-177"/>
                  </a:moveTo>
                  <a:lnTo>
                    <a:pt x="57207" y="-177"/>
                  </a:lnTo>
                  <a:lnTo>
                    <a:pt x="57207" y="294658"/>
                  </a:lnTo>
                  <a:lnTo>
                    <a:pt x="-117" y="294658"/>
                  </a:ln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80" name="Freeform: Shape 79">
              <a:extLst>
                <a:ext uri="{FF2B5EF4-FFF2-40B4-BE49-F238E27FC236}">
                  <a16:creationId xmlns:a16="http://schemas.microsoft.com/office/drawing/2014/main" id="{D29F2255-0309-1309-A5D2-E411455B8568}"/>
                </a:ext>
              </a:extLst>
            </p:cNvPr>
            <p:cNvSpPr/>
            <p:nvPr/>
          </p:nvSpPr>
          <p:spPr>
            <a:xfrm rot="10800000" flipV="1">
              <a:off x="11317931" y="5682652"/>
              <a:ext cx="65583" cy="34847"/>
            </a:xfrm>
            <a:custGeom>
              <a:avLst/>
              <a:gdLst>
                <a:gd name="connsiteX0" fmla="*/ 25610 w 125868"/>
                <a:gd name="connsiteY0" fmla="*/ 66702 h 66879"/>
                <a:gd name="connsiteX1" fmla="*/ 100025 w 125868"/>
                <a:gd name="connsiteY1" fmla="*/ 66702 h 66879"/>
                <a:gd name="connsiteX2" fmla="*/ 125751 w 125868"/>
                <a:gd name="connsiteY2" fmla="*/ 40969 h 66879"/>
                <a:gd name="connsiteX3" fmla="*/ 125751 w 125868"/>
                <a:gd name="connsiteY3" fmla="*/ 25556 h 66879"/>
                <a:gd name="connsiteX4" fmla="*/ 100025 w 125868"/>
                <a:gd name="connsiteY4" fmla="*/ -177 h 66879"/>
                <a:gd name="connsiteX5" fmla="*/ 25610 w 125868"/>
                <a:gd name="connsiteY5" fmla="*/ -177 h 66879"/>
                <a:gd name="connsiteX6" fmla="*/ -117 w 125868"/>
                <a:gd name="connsiteY6" fmla="*/ 25556 h 66879"/>
                <a:gd name="connsiteX7" fmla="*/ -117 w 125868"/>
                <a:gd name="connsiteY7" fmla="*/ 40969 h 66879"/>
                <a:gd name="connsiteX8" fmla="*/ 25610 w 125868"/>
                <a:gd name="connsiteY8" fmla="*/ 66702 h 66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868" h="66879">
                  <a:moveTo>
                    <a:pt x="25610" y="66702"/>
                  </a:moveTo>
                  <a:lnTo>
                    <a:pt x="100025" y="66702"/>
                  </a:lnTo>
                  <a:cubicBezTo>
                    <a:pt x="114237" y="66702"/>
                    <a:pt x="125751" y="55181"/>
                    <a:pt x="125751" y="40969"/>
                  </a:cubicBezTo>
                  <a:lnTo>
                    <a:pt x="125751" y="25556"/>
                  </a:lnTo>
                  <a:cubicBezTo>
                    <a:pt x="125751" y="11344"/>
                    <a:pt x="114237" y="-177"/>
                    <a:pt x="100025" y="-177"/>
                  </a:cubicBezTo>
                  <a:lnTo>
                    <a:pt x="25610" y="-177"/>
                  </a:lnTo>
                  <a:cubicBezTo>
                    <a:pt x="11404" y="-177"/>
                    <a:pt x="-117" y="11344"/>
                    <a:pt x="-117" y="25556"/>
                  </a:cubicBezTo>
                  <a:lnTo>
                    <a:pt x="-117" y="40969"/>
                  </a:lnTo>
                  <a:cubicBezTo>
                    <a:pt x="-117" y="55181"/>
                    <a:pt x="11404" y="66702"/>
                    <a:pt x="25610" y="66702"/>
                  </a:cubicBez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81" name="Freeform: Shape 80">
              <a:extLst>
                <a:ext uri="{FF2B5EF4-FFF2-40B4-BE49-F238E27FC236}">
                  <a16:creationId xmlns:a16="http://schemas.microsoft.com/office/drawing/2014/main" id="{45973228-86B6-C399-C001-FB8DC08533AB}"/>
                </a:ext>
              </a:extLst>
            </p:cNvPr>
            <p:cNvSpPr/>
            <p:nvPr/>
          </p:nvSpPr>
          <p:spPr>
            <a:xfrm rot="10800000" flipV="1">
              <a:off x="11327779" y="5847767"/>
              <a:ext cx="46511" cy="100790"/>
            </a:xfrm>
            <a:custGeom>
              <a:avLst/>
              <a:gdLst>
                <a:gd name="connsiteX0" fmla="*/ -117 w 89264"/>
                <a:gd name="connsiteY0" fmla="*/ -177 h 193436"/>
                <a:gd name="connsiteX1" fmla="*/ 89148 w 89264"/>
                <a:gd name="connsiteY1" fmla="*/ -177 h 193436"/>
                <a:gd name="connsiteX2" fmla="*/ 89148 w 89264"/>
                <a:gd name="connsiteY2" fmla="*/ 193259 h 193436"/>
                <a:gd name="connsiteX3" fmla="*/ -117 w 89264"/>
                <a:gd name="connsiteY3" fmla="*/ 193259 h 193436"/>
              </a:gdLst>
              <a:ahLst/>
              <a:cxnLst>
                <a:cxn ang="0">
                  <a:pos x="connsiteX0" y="connsiteY0"/>
                </a:cxn>
                <a:cxn ang="0">
                  <a:pos x="connsiteX1" y="connsiteY1"/>
                </a:cxn>
                <a:cxn ang="0">
                  <a:pos x="connsiteX2" y="connsiteY2"/>
                </a:cxn>
                <a:cxn ang="0">
                  <a:pos x="connsiteX3" y="connsiteY3"/>
                </a:cxn>
              </a:cxnLst>
              <a:rect l="l" t="t" r="r" b="b"/>
              <a:pathLst>
                <a:path w="89264" h="193436">
                  <a:moveTo>
                    <a:pt x="-117" y="-177"/>
                  </a:moveTo>
                  <a:lnTo>
                    <a:pt x="89148" y="-177"/>
                  </a:lnTo>
                  <a:lnTo>
                    <a:pt x="89148" y="193259"/>
                  </a:lnTo>
                  <a:lnTo>
                    <a:pt x="-117" y="193259"/>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82" name="Freeform: Shape 81">
              <a:extLst>
                <a:ext uri="{FF2B5EF4-FFF2-40B4-BE49-F238E27FC236}">
                  <a16:creationId xmlns:a16="http://schemas.microsoft.com/office/drawing/2014/main" id="{EC66BE6D-C2B3-CF80-D06B-7B8B6D98FC21}"/>
                </a:ext>
              </a:extLst>
            </p:cNvPr>
            <p:cNvSpPr/>
            <p:nvPr/>
          </p:nvSpPr>
          <p:spPr>
            <a:xfrm rot="10800000" flipV="1">
              <a:off x="11316412" y="5891396"/>
              <a:ext cx="69382" cy="113872"/>
            </a:xfrm>
            <a:custGeom>
              <a:avLst/>
              <a:gdLst>
                <a:gd name="connsiteX0" fmla="*/ 133042 w 133158"/>
                <a:gd name="connsiteY0" fmla="*/ 218366 h 218543"/>
                <a:gd name="connsiteX1" fmla="*/ -117 w 133158"/>
                <a:gd name="connsiteY1" fmla="*/ 218366 h 218543"/>
                <a:gd name="connsiteX2" fmla="*/ 20491 w 133158"/>
                <a:gd name="connsiteY2" fmla="*/ -177 h 218543"/>
                <a:gd name="connsiteX3" fmla="*/ 112434 w 133158"/>
                <a:gd name="connsiteY3" fmla="*/ -177 h 218543"/>
                <a:gd name="connsiteX4" fmla="*/ 133042 w 133158"/>
                <a:gd name="connsiteY4" fmla="*/ 218366 h 218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158" h="218543">
                  <a:moveTo>
                    <a:pt x="133042" y="218366"/>
                  </a:moveTo>
                  <a:lnTo>
                    <a:pt x="-117" y="218366"/>
                  </a:lnTo>
                  <a:lnTo>
                    <a:pt x="20491" y="-177"/>
                  </a:lnTo>
                  <a:lnTo>
                    <a:pt x="112434" y="-177"/>
                  </a:lnTo>
                  <a:lnTo>
                    <a:pt x="133042" y="218366"/>
                  </a:ln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83" name="Freeform: Shape 82">
              <a:extLst>
                <a:ext uri="{FF2B5EF4-FFF2-40B4-BE49-F238E27FC236}">
                  <a16:creationId xmlns:a16="http://schemas.microsoft.com/office/drawing/2014/main" id="{98701974-5574-26A3-0784-424B3557B358}"/>
                </a:ext>
              </a:extLst>
            </p:cNvPr>
            <p:cNvSpPr/>
            <p:nvPr/>
          </p:nvSpPr>
          <p:spPr>
            <a:xfrm rot="10800000" flipV="1">
              <a:off x="11156413" y="5951182"/>
              <a:ext cx="395235" cy="122349"/>
            </a:xfrm>
            <a:custGeom>
              <a:avLst/>
              <a:gdLst>
                <a:gd name="connsiteX0" fmla="*/ 681615 w 758536"/>
                <a:gd name="connsiteY0" fmla="*/ 173483 h 234813"/>
                <a:gd name="connsiteX1" fmla="*/ 379370 w 758536"/>
                <a:gd name="connsiteY1" fmla="*/ 87873 h 234813"/>
                <a:gd name="connsiteX2" fmla="*/ 62331 w 758536"/>
                <a:gd name="connsiteY2" fmla="*/ 173483 h 234813"/>
                <a:gd name="connsiteX3" fmla="*/ 13756 w 758536"/>
                <a:gd name="connsiteY3" fmla="*/ 198303 h 234813"/>
                <a:gd name="connsiteX4" fmla="*/ 7786 w 758536"/>
                <a:gd name="connsiteY4" fmla="*/ 159503 h 234813"/>
                <a:gd name="connsiteX5" fmla="*/ 385340 w 758536"/>
                <a:gd name="connsiteY5" fmla="*/ -177 h 234813"/>
                <a:gd name="connsiteX6" fmla="*/ 736041 w 758536"/>
                <a:gd name="connsiteY6" fmla="*/ 153533 h 234813"/>
                <a:gd name="connsiteX7" fmla="*/ 758420 w 758536"/>
                <a:gd name="connsiteY7" fmla="*/ 231133 h 234813"/>
                <a:gd name="connsiteX8" fmla="*/ 681615 w 758536"/>
                <a:gd name="connsiteY8" fmla="*/ 173483 h 234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8536" h="234813">
                  <a:moveTo>
                    <a:pt x="681615" y="173483"/>
                  </a:moveTo>
                  <a:lnTo>
                    <a:pt x="379370" y="87873"/>
                  </a:lnTo>
                  <a:lnTo>
                    <a:pt x="62331" y="173483"/>
                  </a:lnTo>
                  <a:cubicBezTo>
                    <a:pt x="41554" y="173483"/>
                    <a:pt x="13756" y="198303"/>
                    <a:pt x="13756" y="198303"/>
                  </a:cubicBezTo>
                  <a:cubicBezTo>
                    <a:pt x="13756" y="177526"/>
                    <a:pt x="-12985" y="159503"/>
                    <a:pt x="7786" y="159503"/>
                  </a:cubicBezTo>
                  <a:lnTo>
                    <a:pt x="385340" y="-177"/>
                  </a:lnTo>
                  <a:lnTo>
                    <a:pt x="736041" y="153533"/>
                  </a:lnTo>
                  <a:cubicBezTo>
                    <a:pt x="756812" y="153533"/>
                    <a:pt x="758420" y="231133"/>
                    <a:pt x="758420" y="231133"/>
                  </a:cubicBezTo>
                  <a:cubicBezTo>
                    <a:pt x="758420" y="251909"/>
                    <a:pt x="702392" y="173483"/>
                    <a:pt x="681615" y="173483"/>
                  </a:cubicBez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84" name="Freeform: Shape 83">
              <a:extLst>
                <a:ext uri="{FF2B5EF4-FFF2-40B4-BE49-F238E27FC236}">
                  <a16:creationId xmlns:a16="http://schemas.microsoft.com/office/drawing/2014/main" id="{311D4572-12AC-1ACD-23B3-AD36C605413D}"/>
                </a:ext>
              </a:extLst>
            </p:cNvPr>
            <p:cNvSpPr/>
            <p:nvPr/>
          </p:nvSpPr>
          <p:spPr>
            <a:xfrm rot="10800000" flipV="1">
              <a:off x="11336720" y="5984617"/>
              <a:ext cx="28769" cy="59874"/>
            </a:xfrm>
            <a:custGeom>
              <a:avLst/>
              <a:gdLst>
                <a:gd name="connsiteX0" fmla="*/ -117 w 55214"/>
                <a:gd name="connsiteY0" fmla="*/ -177 h 114910"/>
                <a:gd name="connsiteX1" fmla="*/ 55098 w 55214"/>
                <a:gd name="connsiteY1" fmla="*/ -177 h 114910"/>
                <a:gd name="connsiteX2" fmla="*/ 55098 w 55214"/>
                <a:gd name="connsiteY2" fmla="*/ 114733 h 114910"/>
                <a:gd name="connsiteX3" fmla="*/ -117 w 55214"/>
                <a:gd name="connsiteY3" fmla="*/ 114733 h 114910"/>
              </a:gdLst>
              <a:ahLst/>
              <a:cxnLst>
                <a:cxn ang="0">
                  <a:pos x="connsiteX0" y="connsiteY0"/>
                </a:cxn>
                <a:cxn ang="0">
                  <a:pos x="connsiteX1" y="connsiteY1"/>
                </a:cxn>
                <a:cxn ang="0">
                  <a:pos x="connsiteX2" y="connsiteY2"/>
                </a:cxn>
                <a:cxn ang="0">
                  <a:pos x="connsiteX3" y="connsiteY3"/>
                </a:cxn>
              </a:cxnLst>
              <a:rect l="l" t="t" r="r" b="b"/>
              <a:pathLst>
                <a:path w="55214" h="114910">
                  <a:moveTo>
                    <a:pt x="-117" y="-177"/>
                  </a:moveTo>
                  <a:lnTo>
                    <a:pt x="55098" y="-177"/>
                  </a:lnTo>
                  <a:lnTo>
                    <a:pt x="55098" y="114733"/>
                  </a:lnTo>
                  <a:lnTo>
                    <a:pt x="-117" y="114733"/>
                  </a:ln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85" name="Freeform: Shape 84">
              <a:extLst>
                <a:ext uri="{FF2B5EF4-FFF2-40B4-BE49-F238E27FC236}">
                  <a16:creationId xmlns:a16="http://schemas.microsoft.com/office/drawing/2014/main" id="{8DAE9DAF-F203-A481-0ADA-BFE9F8835D14}"/>
                </a:ext>
              </a:extLst>
            </p:cNvPr>
            <p:cNvSpPr/>
            <p:nvPr/>
          </p:nvSpPr>
          <p:spPr>
            <a:xfrm rot="10800000" flipV="1">
              <a:off x="11319604" y="6027728"/>
              <a:ext cx="62998" cy="72802"/>
            </a:xfrm>
            <a:custGeom>
              <a:avLst/>
              <a:gdLst>
                <a:gd name="connsiteX0" fmla="*/ 120789 w 120905"/>
                <a:gd name="connsiteY0" fmla="*/ 69681 h 139723"/>
                <a:gd name="connsiteX1" fmla="*/ 60336 w 120905"/>
                <a:gd name="connsiteY1" fmla="*/ 139546 h 139723"/>
                <a:gd name="connsiteX2" fmla="*/ -117 w 120905"/>
                <a:gd name="connsiteY2" fmla="*/ 69681 h 139723"/>
                <a:gd name="connsiteX3" fmla="*/ 60336 w 120905"/>
                <a:gd name="connsiteY3" fmla="*/ -177 h 139723"/>
                <a:gd name="connsiteX4" fmla="*/ 120789 w 120905"/>
                <a:gd name="connsiteY4" fmla="*/ 69681 h 139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905" h="139723">
                  <a:moveTo>
                    <a:pt x="120789" y="69681"/>
                  </a:moveTo>
                  <a:cubicBezTo>
                    <a:pt x="120789" y="108268"/>
                    <a:pt x="93723" y="139546"/>
                    <a:pt x="60336" y="139546"/>
                  </a:cubicBezTo>
                  <a:cubicBezTo>
                    <a:pt x="26949" y="139546"/>
                    <a:pt x="-117" y="108268"/>
                    <a:pt x="-117" y="69681"/>
                  </a:cubicBezTo>
                  <a:cubicBezTo>
                    <a:pt x="-117" y="31100"/>
                    <a:pt x="26949" y="-177"/>
                    <a:pt x="60336" y="-177"/>
                  </a:cubicBezTo>
                  <a:cubicBezTo>
                    <a:pt x="93723" y="-177"/>
                    <a:pt x="120789" y="31100"/>
                    <a:pt x="120789" y="69681"/>
                  </a:cubicBez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86" name="Freeform: Shape 85">
              <a:extLst>
                <a:ext uri="{FF2B5EF4-FFF2-40B4-BE49-F238E27FC236}">
                  <a16:creationId xmlns:a16="http://schemas.microsoft.com/office/drawing/2014/main" id="{430016E0-0DB3-1FEB-B4BC-E369F8642DB2}"/>
                </a:ext>
              </a:extLst>
            </p:cNvPr>
            <p:cNvSpPr/>
            <p:nvPr/>
          </p:nvSpPr>
          <p:spPr>
            <a:xfrm rot="10800000" flipV="1">
              <a:off x="11354370" y="6047358"/>
              <a:ext cx="18981" cy="33540"/>
            </a:xfrm>
            <a:custGeom>
              <a:avLst/>
              <a:gdLst>
                <a:gd name="connsiteX0" fmla="*/ 36311 w 36428"/>
                <a:gd name="connsiteY0" fmla="*/ 32008 h 64370"/>
                <a:gd name="connsiteX1" fmla="*/ 18100 w 36428"/>
                <a:gd name="connsiteY1" fmla="*/ 64193 h 64370"/>
                <a:gd name="connsiteX2" fmla="*/ -117 w 36428"/>
                <a:gd name="connsiteY2" fmla="*/ 32008 h 64370"/>
                <a:gd name="connsiteX3" fmla="*/ 18100 w 36428"/>
                <a:gd name="connsiteY3" fmla="*/ -177 h 64370"/>
                <a:gd name="connsiteX4" fmla="*/ 36311 w 36428"/>
                <a:gd name="connsiteY4" fmla="*/ 32008 h 6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28" h="64370">
                  <a:moveTo>
                    <a:pt x="36311" y="32008"/>
                  </a:moveTo>
                  <a:cubicBezTo>
                    <a:pt x="36311" y="49787"/>
                    <a:pt x="28157" y="64193"/>
                    <a:pt x="18100" y="64193"/>
                  </a:cubicBezTo>
                  <a:cubicBezTo>
                    <a:pt x="8044" y="64193"/>
                    <a:pt x="-117" y="49787"/>
                    <a:pt x="-117" y="32008"/>
                  </a:cubicBezTo>
                  <a:cubicBezTo>
                    <a:pt x="-117" y="14235"/>
                    <a:pt x="8044" y="-177"/>
                    <a:pt x="18100" y="-177"/>
                  </a:cubicBezTo>
                  <a:cubicBezTo>
                    <a:pt x="28157" y="-177"/>
                    <a:pt x="36311" y="14235"/>
                    <a:pt x="36311" y="32008"/>
                  </a:cubicBez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87" name="Freeform: Shape 86">
              <a:extLst>
                <a:ext uri="{FF2B5EF4-FFF2-40B4-BE49-F238E27FC236}">
                  <a16:creationId xmlns:a16="http://schemas.microsoft.com/office/drawing/2014/main" id="{66D38446-A8F7-08AB-E31E-DC91F1CBD284}"/>
                </a:ext>
              </a:extLst>
            </p:cNvPr>
            <p:cNvSpPr/>
            <p:nvPr/>
          </p:nvSpPr>
          <p:spPr>
            <a:xfrm rot="10800000" flipV="1">
              <a:off x="11497645" y="6027728"/>
              <a:ext cx="72802" cy="72802"/>
            </a:xfrm>
            <a:custGeom>
              <a:avLst/>
              <a:gdLst>
                <a:gd name="connsiteX0" fmla="*/ 139607 w 139723"/>
                <a:gd name="connsiteY0" fmla="*/ 69681 h 139723"/>
                <a:gd name="connsiteX1" fmla="*/ 69748 w 139723"/>
                <a:gd name="connsiteY1" fmla="*/ 139546 h 139723"/>
                <a:gd name="connsiteX2" fmla="*/ -117 w 139723"/>
                <a:gd name="connsiteY2" fmla="*/ 69681 h 139723"/>
                <a:gd name="connsiteX3" fmla="*/ 69748 w 139723"/>
                <a:gd name="connsiteY3" fmla="*/ -177 h 139723"/>
                <a:gd name="connsiteX4" fmla="*/ 139607 w 139723"/>
                <a:gd name="connsiteY4" fmla="*/ 69681 h 139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723" h="139723">
                  <a:moveTo>
                    <a:pt x="139607" y="69681"/>
                  </a:moveTo>
                  <a:cubicBezTo>
                    <a:pt x="139607" y="108268"/>
                    <a:pt x="108329" y="139546"/>
                    <a:pt x="69748" y="139546"/>
                  </a:cubicBezTo>
                  <a:cubicBezTo>
                    <a:pt x="31161" y="139546"/>
                    <a:pt x="-117" y="108268"/>
                    <a:pt x="-117" y="69681"/>
                  </a:cubicBezTo>
                  <a:cubicBezTo>
                    <a:pt x="-117" y="31100"/>
                    <a:pt x="31161" y="-177"/>
                    <a:pt x="69748" y="-177"/>
                  </a:cubicBezTo>
                  <a:cubicBezTo>
                    <a:pt x="108329" y="-177"/>
                    <a:pt x="139607" y="31100"/>
                    <a:pt x="139607" y="69681"/>
                  </a:cubicBez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88" name="Freeform: Shape 87">
              <a:extLst>
                <a:ext uri="{FF2B5EF4-FFF2-40B4-BE49-F238E27FC236}">
                  <a16:creationId xmlns:a16="http://schemas.microsoft.com/office/drawing/2014/main" id="{155BB112-738B-74FB-857F-B99636A05187}"/>
                </a:ext>
              </a:extLst>
            </p:cNvPr>
            <p:cNvSpPr/>
            <p:nvPr/>
          </p:nvSpPr>
          <p:spPr>
            <a:xfrm rot="10800000" flipV="1">
              <a:off x="11538711" y="6052245"/>
              <a:ext cx="18981" cy="28652"/>
            </a:xfrm>
            <a:custGeom>
              <a:avLst/>
              <a:gdLst>
                <a:gd name="connsiteX0" fmla="*/ 36311 w 36428"/>
                <a:gd name="connsiteY0" fmla="*/ 27320 h 54989"/>
                <a:gd name="connsiteX1" fmla="*/ 18094 w 36428"/>
                <a:gd name="connsiteY1" fmla="*/ 54812 h 54989"/>
                <a:gd name="connsiteX2" fmla="*/ -117 w 36428"/>
                <a:gd name="connsiteY2" fmla="*/ 27320 h 54989"/>
                <a:gd name="connsiteX3" fmla="*/ 18094 w 36428"/>
                <a:gd name="connsiteY3" fmla="*/ -177 h 54989"/>
                <a:gd name="connsiteX4" fmla="*/ 36311 w 36428"/>
                <a:gd name="connsiteY4" fmla="*/ 27320 h 54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28" h="54989">
                  <a:moveTo>
                    <a:pt x="36311" y="27320"/>
                  </a:moveTo>
                  <a:cubicBezTo>
                    <a:pt x="36311" y="42503"/>
                    <a:pt x="28157" y="54812"/>
                    <a:pt x="18094" y="54812"/>
                  </a:cubicBezTo>
                  <a:cubicBezTo>
                    <a:pt x="8037" y="54812"/>
                    <a:pt x="-117" y="42503"/>
                    <a:pt x="-117" y="27320"/>
                  </a:cubicBezTo>
                  <a:cubicBezTo>
                    <a:pt x="-117" y="12132"/>
                    <a:pt x="8037" y="-177"/>
                    <a:pt x="18094" y="-177"/>
                  </a:cubicBezTo>
                  <a:cubicBezTo>
                    <a:pt x="28157" y="-177"/>
                    <a:pt x="36311" y="12132"/>
                    <a:pt x="36311" y="27320"/>
                  </a:cubicBez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89" name="Freeform: Shape 88">
              <a:extLst>
                <a:ext uri="{FF2B5EF4-FFF2-40B4-BE49-F238E27FC236}">
                  <a16:creationId xmlns:a16="http://schemas.microsoft.com/office/drawing/2014/main" id="{80DDCD59-F213-0A55-7DBA-83F3B82027ED}"/>
                </a:ext>
              </a:extLst>
            </p:cNvPr>
            <p:cNvSpPr/>
            <p:nvPr/>
          </p:nvSpPr>
          <p:spPr>
            <a:xfrm rot="10800000" flipV="1">
              <a:off x="11141306" y="6027728"/>
              <a:ext cx="72802" cy="72802"/>
            </a:xfrm>
            <a:custGeom>
              <a:avLst/>
              <a:gdLst>
                <a:gd name="connsiteX0" fmla="*/ -117 w 139723"/>
                <a:gd name="connsiteY0" fmla="*/ 69681 h 139723"/>
                <a:gd name="connsiteX1" fmla="*/ 69748 w 139723"/>
                <a:gd name="connsiteY1" fmla="*/ 139546 h 139723"/>
                <a:gd name="connsiteX2" fmla="*/ 139607 w 139723"/>
                <a:gd name="connsiteY2" fmla="*/ 69681 h 139723"/>
                <a:gd name="connsiteX3" fmla="*/ 69748 w 139723"/>
                <a:gd name="connsiteY3" fmla="*/ -177 h 139723"/>
                <a:gd name="connsiteX4" fmla="*/ -117 w 139723"/>
                <a:gd name="connsiteY4" fmla="*/ 69681 h 139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723" h="139723">
                  <a:moveTo>
                    <a:pt x="-117" y="69681"/>
                  </a:moveTo>
                  <a:cubicBezTo>
                    <a:pt x="-117" y="108268"/>
                    <a:pt x="31161" y="139546"/>
                    <a:pt x="69748" y="139546"/>
                  </a:cubicBezTo>
                  <a:cubicBezTo>
                    <a:pt x="108329" y="139546"/>
                    <a:pt x="139607" y="108268"/>
                    <a:pt x="139607" y="69681"/>
                  </a:cubicBezTo>
                  <a:cubicBezTo>
                    <a:pt x="139607" y="31100"/>
                    <a:pt x="108329" y="-177"/>
                    <a:pt x="69748" y="-177"/>
                  </a:cubicBezTo>
                  <a:cubicBezTo>
                    <a:pt x="31161" y="-177"/>
                    <a:pt x="-117" y="31100"/>
                    <a:pt x="-117" y="69681"/>
                  </a:cubicBez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90" name="Freeform: Shape 89">
              <a:extLst>
                <a:ext uri="{FF2B5EF4-FFF2-40B4-BE49-F238E27FC236}">
                  <a16:creationId xmlns:a16="http://schemas.microsoft.com/office/drawing/2014/main" id="{0CEE715A-47B9-229F-7A7C-A05673BCBA34}"/>
                </a:ext>
              </a:extLst>
            </p:cNvPr>
            <p:cNvSpPr/>
            <p:nvPr/>
          </p:nvSpPr>
          <p:spPr>
            <a:xfrm rot="10800000" flipV="1">
              <a:off x="11186105" y="6052245"/>
              <a:ext cx="18981" cy="28652"/>
            </a:xfrm>
            <a:custGeom>
              <a:avLst/>
              <a:gdLst>
                <a:gd name="connsiteX0" fmla="*/ 36311 w 36428"/>
                <a:gd name="connsiteY0" fmla="*/ 27320 h 54989"/>
                <a:gd name="connsiteX1" fmla="*/ 18100 w 36428"/>
                <a:gd name="connsiteY1" fmla="*/ 54812 h 54989"/>
                <a:gd name="connsiteX2" fmla="*/ -117 w 36428"/>
                <a:gd name="connsiteY2" fmla="*/ 27320 h 54989"/>
                <a:gd name="connsiteX3" fmla="*/ 18100 w 36428"/>
                <a:gd name="connsiteY3" fmla="*/ -177 h 54989"/>
                <a:gd name="connsiteX4" fmla="*/ 36311 w 36428"/>
                <a:gd name="connsiteY4" fmla="*/ 27320 h 54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28" h="54989">
                  <a:moveTo>
                    <a:pt x="36311" y="27320"/>
                  </a:moveTo>
                  <a:cubicBezTo>
                    <a:pt x="36311" y="42503"/>
                    <a:pt x="28157" y="54812"/>
                    <a:pt x="18100" y="54812"/>
                  </a:cubicBezTo>
                  <a:cubicBezTo>
                    <a:pt x="8037" y="54812"/>
                    <a:pt x="-117" y="42503"/>
                    <a:pt x="-117" y="27320"/>
                  </a:cubicBezTo>
                  <a:cubicBezTo>
                    <a:pt x="-117" y="12132"/>
                    <a:pt x="8037" y="-177"/>
                    <a:pt x="18100" y="-177"/>
                  </a:cubicBezTo>
                  <a:cubicBezTo>
                    <a:pt x="28157" y="-177"/>
                    <a:pt x="36311" y="12132"/>
                    <a:pt x="36311" y="27320"/>
                  </a:cubicBez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91" name="Freeform: Shape 90">
              <a:extLst>
                <a:ext uri="{FF2B5EF4-FFF2-40B4-BE49-F238E27FC236}">
                  <a16:creationId xmlns:a16="http://schemas.microsoft.com/office/drawing/2014/main" id="{274D4250-8861-1A42-701C-5B2D6C7F20CC}"/>
                </a:ext>
              </a:extLst>
            </p:cNvPr>
            <p:cNvSpPr/>
            <p:nvPr/>
          </p:nvSpPr>
          <p:spPr>
            <a:xfrm rot="10800000" flipV="1">
              <a:off x="11073805" y="5614107"/>
              <a:ext cx="491579" cy="85444"/>
            </a:xfrm>
            <a:custGeom>
              <a:avLst/>
              <a:gdLst>
                <a:gd name="connsiteX0" fmla="*/ -117 w 943438"/>
                <a:gd name="connsiteY0" fmla="*/ 33898 h 163985"/>
                <a:gd name="connsiteX1" fmla="*/ 421557 w 943438"/>
                <a:gd name="connsiteY1" fmla="*/ 163808 h 163985"/>
                <a:gd name="connsiteX2" fmla="*/ 943322 w 943438"/>
                <a:gd name="connsiteY2" fmla="*/ -177 h 163985"/>
                <a:gd name="connsiteX3" fmla="*/ -117 w 943438"/>
                <a:gd name="connsiteY3" fmla="*/ 33898 h 163985"/>
              </a:gdLst>
              <a:ahLst/>
              <a:cxnLst>
                <a:cxn ang="0">
                  <a:pos x="connsiteX0" y="connsiteY0"/>
                </a:cxn>
                <a:cxn ang="0">
                  <a:pos x="connsiteX1" y="connsiteY1"/>
                </a:cxn>
                <a:cxn ang="0">
                  <a:pos x="connsiteX2" y="connsiteY2"/>
                </a:cxn>
                <a:cxn ang="0">
                  <a:pos x="connsiteX3" y="connsiteY3"/>
                </a:cxn>
              </a:cxnLst>
              <a:rect l="l" t="t" r="r" b="b"/>
              <a:pathLst>
                <a:path w="943438" h="163985">
                  <a:moveTo>
                    <a:pt x="-117" y="33898"/>
                  </a:moveTo>
                  <a:cubicBezTo>
                    <a:pt x="-117" y="33898"/>
                    <a:pt x="227758" y="163808"/>
                    <a:pt x="421557" y="163808"/>
                  </a:cubicBezTo>
                  <a:cubicBezTo>
                    <a:pt x="615356" y="163808"/>
                    <a:pt x="943322" y="-177"/>
                    <a:pt x="943322" y="-177"/>
                  </a:cubicBezTo>
                  <a:lnTo>
                    <a:pt x="-117" y="33898"/>
                  </a:lnTo>
                  <a:close/>
                </a:path>
              </a:pathLst>
            </a:custGeom>
            <a:solidFill>
              <a:srgbClr val="D0D0D0"/>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92" name="Freeform: Shape 91">
              <a:extLst>
                <a:ext uri="{FF2B5EF4-FFF2-40B4-BE49-F238E27FC236}">
                  <a16:creationId xmlns:a16="http://schemas.microsoft.com/office/drawing/2014/main" id="{024EA889-F23A-B2D8-CA3B-FD28B3CAA862}"/>
                </a:ext>
              </a:extLst>
            </p:cNvPr>
            <p:cNvSpPr/>
            <p:nvPr/>
          </p:nvSpPr>
          <p:spPr>
            <a:xfrm rot="10800000" flipV="1">
              <a:off x="11317447" y="5045777"/>
              <a:ext cx="407747" cy="558796"/>
            </a:xfrm>
            <a:custGeom>
              <a:avLst/>
              <a:gdLst>
                <a:gd name="connsiteX0" fmla="*/ 505584 w 782547"/>
                <a:gd name="connsiteY0" fmla="*/ -177 h 1072441"/>
                <a:gd name="connsiteX1" fmla="*/ -117 w 782547"/>
                <a:gd name="connsiteY1" fmla="*/ -177 h 1072441"/>
                <a:gd name="connsiteX2" fmla="*/ 259705 w 782547"/>
                <a:gd name="connsiteY2" fmla="*/ 455922 h 1072441"/>
                <a:gd name="connsiteX3" fmla="*/ 242664 w 782547"/>
                <a:gd name="connsiteY3" fmla="*/ 905281 h 1072441"/>
                <a:gd name="connsiteX4" fmla="*/ 293774 w 782547"/>
                <a:gd name="connsiteY4" fmla="*/ 1058616 h 1072441"/>
                <a:gd name="connsiteX5" fmla="*/ 752977 w 782547"/>
                <a:gd name="connsiteY5" fmla="*/ 1052226 h 1072441"/>
                <a:gd name="connsiteX6" fmla="*/ 751913 w 782547"/>
                <a:gd name="connsiteY6" fmla="*/ 853107 h 1072441"/>
                <a:gd name="connsiteX7" fmla="*/ 727425 w 782547"/>
                <a:gd name="connsiteY7" fmla="*/ 349441 h 1072441"/>
                <a:gd name="connsiteX8" fmla="*/ 505584 w 782547"/>
                <a:gd name="connsiteY8" fmla="*/ -177 h 1072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2547" h="1072441">
                  <a:moveTo>
                    <a:pt x="505584" y="-177"/>
                  </a:moveTo>
                  <a:lnTo>
                    <a:pt x="-117" y="-177"/>
                  </a:lnTo>
                  <a:cubicBezTo>
                    <a:pt x="-117" y="-177"/>
                    <a:pt x="228821" y="250407"/>
                    <a:pt x="259705" y="455922"/>
                  </a:cubicBezTo>
                  <a:cubicBezTo>
                    <a:pt x="290582" y="661436"/>
                    <a:pt x="251181" y="855235"/>
                    <a:pt x="242664" y="905281"/>
                  </a:cubicBezTo>
                  <a:cubicBezTo>
                    <a:pt x="234147" y="955327"/>
                    <a:pt x="204327" y="1024541"/>
                    <a:pt x="293774" y="1058616"/>
                  </a:cubicBezTo>
                  <a:cubicBezTo>
                    <a:pt x="383220" y="1092691"/>
                    <a:pt x="752977" y="1052226"/>
                    <a:pt x="752977" y="1052226"/>
                  </a:cubicBezTo>
                  <a:cubicBezTo>
                    <a:pt x="752977" y="1052226"/>
                    <a:pt x="731687" y="977687"/>
                    <a:pt x="751913" y="853107"/>
                  </a:cubicBezTo>
                  <a:cubicBezTo>
                    <a:pt x="772145" y="728516"/>
                    <a:pt x="820063" y="561338"/>
                    <a:pt x="727425" y="349441"/>
                  </a:cubicBezTo>
                  <a:cubicBezTo>
                    <a:pt x="634787" y="137537"/>
                    <a:pt x="505584" y="-177"/>
                    <a:pt x="505584" y="-177"/>
                  </a:cubicBez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93" name="Freeform: Shape 92">
              <a:extLst>
                <a:ext uri="{FF2B5EF4-FFF2-40B4-BE49-F238E27FC236}">
                  <a16:creationId xmlns:a16="http://schemas.microsoft.com/office/drawing/2014/main" id="{689886F5-9E8E-BF34-33CE-43DBDF7D1935}"/>
                </a:ext>
              </a:extLst>
            </p:cNvPr>
            <p:cNvSpPr/>
            <p:nvPr/>
          </p:nvSpPr>
          <p:spPr>
            <a:xfrm rot="10800000" flipV="1">
              <a:off x="11276503" y="5045586"/>
              <a:ext cx="466769" cy="591268"/>
            </a:xfrm>
            <a:custGeom>
              <a:avLst/>
              <a:gdLst>
                <a:gd name="connsiteX0" fmla="*/ 790645 w 895822"/>
                <a:gd name="connsiteY0" fmla="*/ 1133521 h 1134762"/>
                <a:gd name="connsiteX1" fmla="*/ 368972 w 895822"/>
                <a:gd name="connsiteY1" fmla="*/ 1134586 h 1134762"/>
                <a:gd name="connsiteX2" fmla="*/ 281209 w 895822"/>
                <a:gd name="connsiteY2" fmla="*/ 1096668 h 1134762"/>
                <a:gd name="connsiteX3" fmla="*/ 231263 w 895822"/>
                <a:gd name="connsiteY3" fmla="*/ 950474 h 1134762"/>
                <a:gd name="connsiteX4" fmla="*/ 253711 w 895822"/>
                <a:gd name="connsiteY4" fmla="*/ 833917 h 1134762"/>
                <a:gd name="connsiteX5" fmla="*/ 277222 w 895822"/>
                <a:gd name="connsiteY5" fmla="*/ 730747 h 1134762"/>
                <a:gd name="connsiteX6" fmla="*/ 245450 w 895822"/>
                <a:gd name="connsiteY6" fmla="*/ 421506 h 1134762"/>
                <a:gd name="connsiteX7" fmla="*/ 82178 w 895822"/>
                <a:gd name="connsiteY7" fmla="*/ 96375 h 1134762"/>
                <a:gd name="connsiteX8" fmla="*/ 11186 w 895822"/>
                <a:gd name="connsiteY8" fmla="*/ 48101 h 1134762"/>
                <a:gd name="connsiteX9" fmla="*/ 6574 w 895822"/>
                <a:gd name="connsiteY9" fmla="*/ 10120 h 1134762"/>
                <a:gd name="connsiteX10" fmla="*/ 63009 w 895822"/>
                <a:gd name="connsiteY10" fmla="*/ 11191 h 1134762"/>
                <a:gd name="connsiteX11" fmla="*/ 273843 w 895822"/>
                <a:gd name="connsiteY11" fmla="*/ 333480 h 1134762"/>
                <a:gd name="connsiteX12" fmla="*/ 325847 w 895822"/>
                <a:gd name="connsiteY12" fmla="*/ 746192 h 1134762"/>
                <a:gd name="connsiteX13" fmla="*/ 299451 w 895822"/>
                <a:gd name="connsiteY13" fmla="*/ 863280 h 1134762"/>
                <a:gd name="connsiteX14" fmla="*/ 280946 w 895822"/>
                <a:gd name="connsiteY14" fmla="*/ 952401 h 1134762"/>
                <a:gd name="connsiteX15" fmla="*/ 392045 w 895822"/>
                <a:gd name="connsiteY15" fmla="*/ 1028192 h 1134762"/>
                <a:gd name="connsiteX16" fmla="*/ 841755 w 895822"/>
                <a:gd name="connsiteY16" fmla="*/ 1018912 h 1134762"/>
                <a:gd name="connsiteX17" fmla="*/ 895705 w 895822"/>
                <a:gd name="connsiteY17" fmla="*/ 1079214 h 1134762"/>
                <a:gd name="connsiteX18" fmla="*/ 790645 w 895822"/>
                <a:gd name="connsiteY18" fmla="*/ 1133521 h 1134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5822" h="1134762">
                  <a:moveTo>
                    <a:pt x="790645" y="1133521"/>
                  </a:moveTo>
                  <a:lnTo>
                    <a:pt x="368972" y="1134586"/>
                  </a:lnTo>
                  <a:cubicBezTo>
                    <a:pt x="336405" y="1134586"/>
                    <a:pt x="305240" y="1121118"/>
                    <a:pt x="281209" y="1096668"/>
                  </a:cubicBezTo>
                  <a:cubicBezTo>
                    <a:pt x="247947" y="1062824"/>
                    <a:pt x="230206" y="1010901"/>
                    <a:pt x="231263" y="950474"/>
                  </a:cubicBezTo>
                  <a:cubicBezTo>
                    <a:pt x="231914" y="913176"/>
                    <a:pt x="242503" y="874676"/>
                    <a:pt x="253711" y="833917"/>
                  </a:cubicBezTo>
                  <a:cubicBezTo>
                    <a:pt x="262760" y="800994"/>
                    <a:pt x="272097" y="766957"/>
                    <a:pt x="277222" y="730747"/>
                  </a:cubicBezTo>
                  <a:cubicBezTo>
                    <a:pt x="291096" y="632771"/>
                    <a:pt x="273324" y="523362"/>
                    <a:pt x="245450" y="421506"/>
                  </a:cubicBezTo>
                  <a:cubicBezTo>
                    <a:pt x="207351" y="282314"/>
                    <a:pt x="146154" y="157379"/>
                    <a:pt x="82178" y="96375"/>
                  </a:cubicBezTo>
                  <a:cubicBezTo>
                    <a:pt x="53397" y="68934"/>
                    <a:pt x="26944" y="56274"/>
                    <a:pt x="11186" y="48101"/>
                  </a:cubicBezTo>
                  <a:cubicBezTo>
                    <a:pt x="-6486" y="38939"/>
                    <a:pt x="304" y="17655"/>
                    <a:pt x="6574" y="10120"/>
                  </a:cubicBezTo>
                  <a:cubicBezTo>
                    <a:pt x="21218" y="-7458"/>
                    <a:pt x="45987" y="589"/>
                    <a:pt x="63009" y="11191"/>
                  </a:cubicBezTo>
                  <a:cubicBezTo>
                    <a:pt x="172732" y="79510"/>
                    <a:pt x="242140" y="238596"/>
                    <a:pt x="273843" y="333480"/>
                  </a:cubicBezTo>
                  <a:cubicBezTo>
                    <a:pt x="323870" y="483160"/>
                    <a:pt x="340860" y="639568"/>
                    <a:pt x="325847" y="746192"/>
                  </a:cubicBezTo>
                  <a:cubicBezTo>
                    <a:pt x="319752" y="789461"/>
                    <a:pt x="308963" y="828680"/>
                    <a:pt x="299451" y="863280"/>
                  </a:cubicBezTo>
                  <a:cubicBezTo>
                    <a:pt x="289738" y="898588"/>
                    <a:pt x="280946" y="929071"/>
                    <a:pt x="280946" y="952401"/>
                  </a:cubicBezTo>
                  <a:cubicBezTo>
                    <a:pt x="280946" y="1041947"/>
                    <a:pt x="355129" y="1027128"/>
                    <a:pt x="392045" y="1028192"/>
                  </a:cubicBezTo>
                  <a:cubicBezTo>
                    <a:pt x="428955" y="1029256"/>
                    <a:pt x="841755" y="1018912"/>
                    <a:pt x="841755" y="1018912"/>
                  </a:cubicBezTo>
                  <a:cubicBezTo>
                    <a:pt x="872338" y="1018912"/>
                    <a:pt x="895705" y="1048631"/>
                    <a:pt x="895705" y="1079214"/>
                  </a:cubicBezTo>
                  <a:cubicBezTo>
                    <a:pt x="895705" y="1109797"/>
                    <a:pt x="821228" y="1133521"/>
                    <a:pt x="790645" y="1133521"/>
                  </a:cubicBez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94" name="Freeform: Shape 93">
              <a:extLst>
                <a:ext uri="{FF2B5EF4-FFF2-40B4-BE49-F238E27FC236}">
                  <a16:creationId xmlns:a16="http://schemas.microsoft.com/office/drawing/2014/main" id="{46EB7F10-1168-AAE8-6431-B90BC2249E01}"/>
                </a:ext>
              </a:extLst>
            </p:cNvPr>
            <p:cNvSpPr/>
            <p:nvPr/>
          </p:nvSpPr>
          <p:spPr>
            <a:xfrm rot="10800000" flipV="1">
              <a:off x="11272960" y="5045591"/>
              <a:ext cx="204330" cy="555867"/>
            </a:xfrm>
            <a:custGeom>
              <a:avLst/>
              <a:gdLst>
                <a:gd name="connsiteX0" fmla="*/ 11189 w 392151"/>
                <a:gd name="connsiteY0" fmla="*/ 48065 h 1066820"/>
                <a:gd name="connsiteX1" fmla="*/ 82193 w 392151"/>
                <a:gd name="connsiteY1" fmla="*/ 96364 h 1066820"/>
                <a:gd name="connsiteX2" fmla="*/ 245428 w 392151"/>
                <a:gd name="connsiteY2" fmla="*/ 421495 h 1066820"/>
                <a:gd name="connsiteX3" fmla="*/ 277181 w 392151"/>
                <a:gd name="connsiteY3" fmla="*/ 730743 h 1066820"/>
                <a:gd name="connsiteX4" fmla="*/ 253732 w 392151"/>
                <a:gd name="connsiteY4" fmla="*/ 833869 h 1066820"/>
                <a:gd name="connsiteX5" fmla="*/ 231253 w 392151"/>
                <a:gd name="connsiteY5" fmla="*/ 950432 h 1066820"/>
                <a:gd name="connsiteX6" fmla="*/ 237787 w 392151"/>
                <a:gd name="connsiteY6" fmla="*/ 1014245 h 1066820"/>
                <a:gd name="connsiteX7" fmla="*/ 286524 w 392151"/>
                <a:gd name="connsiteY7" fmla="*/ 1066643 h 1066820"/>
                <a:gd name="connsiteX8" fmla="*/ 392035 w 392151"/>
                <a:gd name="connsiteY8" fmla="*/ 1014245 h 1066820"/>
                <a:gd name="connsiteX9" fmla="*/ 280961 w 392151"/>
                <a:gd name="connsiteY9" fmla="*/ 952359 h 1066820"/>
                <a:gd name="connsiteX10" fmla="*/ 299441 w 392151"/>
                <a:gd name="connsiteY10" fmla="*/ 863257 h 1066820"/>
                <a:gd name="connsiteX11" fmla="*/ 325850 w 392151"/>
                <a:gd name="connsiteY11" fmla="*/ 746175 h 1066820"/>
                <a:gd name="connsiteX12" fmla="*/ 273839 w 392151"/>
                <a:gd name="connsiteY12" fmla="*/ 333494 h 1066820"/>
                <a:gd name="connsiteX13" fmla="*/ 62974 w 392151"/>
                <a:gd name="connsiteY13" fmla="*/ 11192 h 1066820"/>
                <a:gd name="connsiteX14" fmla="*/ 6589 w 392151"/>
                <a:gd name="connsiteY14" fmla="*/ 10078 h 1066820"/>
                <a:gd name="connsiteX15" fmla="*/ 11189 w 392151"/>
                <a:gd name="connsiteY15" fmla="*/ 48065 h 1066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2151" h="1066820">
                  <a:moveTo>
                    <a:pt x="11189" y="48065"/>
                  </a:moveTo>
                  <a:cubicBezTo>
                    <a:pt x="26915" y="56300"/>
                    <a:pt x="53406" y="68910"/>
                    <a:pt x="82193" y="96364"/>
                  </a:cubicBezTo>
                  <a:cubicBezTo>
                    <a:pt x="146150" y="157355"/>
                    <a:pt x="207360" y="282304"/>
                    <a:pt x="245428" y="421495"/>
                  </a:cubicBezTo>
                  <a:cubicBezTo>
                    <a:pt x="273320" y="523363"/>
                    <a:pt x="291055" y="632729"/>
                    <a:pt x="277181" y="730743"/>
                  </a:cubicBezTo>
                  <a:cubicBezTo>
                    <a:pt x="272062" y="766946"/>
                    <a:pt x="262788" y="801002"/>
                    <a:pt x="253732" y="833869"/>
                  </a:cubicBezTo>
                  <a:cubicBezTo>
                    <a:pt x="242455" y="874678"/>
                    <a:pt x="231923" y="913190"/>
                    <a:pt x="231253" y="950432"/>
                  </a:cubicBezTo>
                  <a:cubicBezTo>
                    <a:pt x="230884" y="973061"/>
                    <a:pt x="233106" y="994507"/>
                    <a:pt x="237787" y="1014245"/>
                  </a:cubicBezTo>
                  <a:lnTo>
                    <a:pt x="286524" y="1066643"/>
                  </a:lnTo>
                  <a:lnTo>
                    <a:pt x="392035" y="1014245"/>
                  </a:lnTo>
                  <a:cubicBezTo>
                    <a:pt x="355088" y="1013200"/>
                    <a:pt x="279403" y="1014170"/>
                    <a:pt x="280961" y="952359"/>
                  </a:cubicBezTo>
                  <a:cubicBezTo>
                    <a:pt x="281562" y="929067"/>
                    <a:pt x="289716" y="898571"/>
                    <a:pt x="299441" y="863257"/>
                  </a:cubicBezTo>
                  <a:cubicBezTo>
                    <a:pt x="308935" y="828681"/>
                    <a:pt x="319767" y="789431"/>
                    <a:pt x="325850" y="746175"/>
                  </a:cubicBezTo>
                  <a:cubicBezTo>
                    <a:pt x="340838" y="639550"/>
                    <a:pt x="323847" y="483149"/>
                    <a:pt x="273839" y="333494"/>
                  </a:cubicBezTo>
                  <a:cubicBezTo>
                    <a:pt x="242161" y="238597"/>
                    <a:pt x="172716" y="79524"/>
                    <a:pt x="62974" y="11192"/>
                  </a:cubicBezTo>
                  <a:cubicBezTo>
                    <a:pt x="45990" y="579"/>
                    <a:pt x="21208" y="-7432"/>
                    <a:pt x="6589" y="10078"/>
                  </a:cubicBezTo>
                  <a:cubicBezTo>
                    <a:pt x="281" y="17644"/>
                    <a:pt x="-6471" y="38940"/>
                    <a:pt x="11189" y="48065"/>
                  </a:cubicBez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95" name="Freeform: Shape 94">
              <a:extLst>
                <a:ext uri="{FF2B5EF4-FFF2-40B4-BE49-F238E27FC236}">
                  <a16:creationId xmlns:a16="http://schemas.microsoft.com/office/drawing/2014/main" id="{49C39CF6-D686-9BD7-6FF0-C361904EFB19}"/>
                </a:ext>
              </a:extLst>
            </p:cNvPr>
            <p:cNvSpPr/>
            <p:nvPr/>
          </p:nvSpPr>
          <p:spPr>
            <a:xfrm rot="10800000" flipV="1">
              <a:off x="11051593" y="5574156"/>
              <a:ext cx="356263" cy="64985"/>
            </a:xfrm>
            <a:custGeom>
              <a:avLst/>
              <a:gdLst>
                <a:gd name="connsiteX0" fmla="*/ 37217 w 683740"/>
                <a:gd name="connsiteY0" fmla="*/ 3133 h 124719"/>
                <a:gd name="connsiteX1" fmla="*/ 42925 w 683740"/>
                <a:gd name="connsiteY1" fmla="*/ 110434 h 124719"/>
                <a:gd name="connsiteX2" fmla="*/ 235704 w 683740"/>
                <a:gd name="connsiteY2" fmla="*/ 120165 h 124719"/>
                <a:gd name="connsiteX3" fmla="*/ 628196 w 683740"/>
                <a:gd name="connsiteY3" fmla="*/ 99908 h 124719"/>
                <a:gd name="connsiteX4" fmla="*/ 683624 w 683740"/>
                <a:gd name="connsiteY4" fmla="*/ 64812 h 124719"/>
                <a:gd name="connsiteX5" fmla="*/ 628196 w 683740"/>
                <a:gd name="connsiteY5" fmla="*/ 9391 h 124719"/>
                <a:gd name="connsiteX6" fmla="*/ 258777 w 683740"/>
                <a:gd name="connsiteY6" fmla="*/ -177 h 124719"/>
                <a:gd name="connsiteX7" fmla="*/ 37217 w 683740"/>
                <a:gd name="connsiteY7" fmla="*/ 3133 h 124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3740" h="124719">
                  <a:moveTo>
                    <a:pt x="37217" y="3133"/>
                  </a:moveTo>
                  <a:cubicBezTo>
                    <a:pt x="-39262" y="37377"/>
                    <a:pt x="22079" y="89288"/>
                    <a:pt x="42925" y="110434"/>
                  </a:cubicBezTo>
                  <a:cubicBezTo>
                    <a:pt x="66968" y="134846"/>
                    <a:pt x="203131" y="120165"/>
                    <a:pt x="235704" y="120165"/>
                  </a:cubicBezTo>
                  <a:lnTo>
                    <a:pt x="628196" y="99908"/>
                  </a:lnTo>
                  <a:cubicBezTo>
                    <a:pt x="658767" y="99908"/>
                    <a:pt x="683624" y="95383"/>
                    <a:pt x="683624" y="64812"/>
                  </a:cubicBezTo>
                  <a:cubicBezTo>
                    <a:pt x="683624" y="34173"/>
                    <a:pt x="658767" y="9391"/>
                    <a:pt x="628196" y="9391"/>
                  </a:cubicBezTo>
                  <a:cubicBezTo>
                    <a:pt x="628196" y="9391"/>
                    <a:pt x="295725" y="930"/>
                    <a:pt x="258777" y="-177"/>
                  </a:cubicBezTo>
                  <a:lnTo>
                    <a:pt x="37217" y="3133"/>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96" name="Freeform: Shape 95">
              <a:extLst>
                <a:ext uri="{FF2B5EF4-FFF2-40B4-BE49-F238E27FC236}">
                  <a16:creationId xmlns:a16="http://schemas.microsoft.com/office/drawing/2014/main" id="{5FB973DD-76CF-EEE7-F7F6-5750F2F14EA1}"/>
                </a:ext>
              </a:extLst>
            </p:cNvPr>
            <p:cNvSpPr/>
            <p:nvPr/>
          </p:nvSpPr>
          <p:spPr>
            <a:xfrm rot="10800000" flipV="1">
              <a:off x="11433292" y="5379334"/>
              <a:ext cx="176340" cy="278396"/>
            </a:xfrm>
            <a:custGeom>
              <a:avLst/>
              <a:gdLst>
                <a:gd name="connsiteX0" fmla="*/ 45334 w 338430"/>
                <a:gd name="connsiteY0" fmla="*/ 33701 h 534297"/>
                <a:gd name="connsiteX1" fmla="*/ 313404 w 338430"/>
                <a:gd name="connsiteY1" fmla="*/ 39152 h 534297"/>
                <a:gd name="connsiteX2" fmla="*/ 269016 w 338430"/>
                <a:gd name="connsiteY2" fmla="*/ 505001 h 534297"/>
                <a:gd name="connsiteX3" fmla="*/ 226110 w 338430"/>
                <a:gd name="connsiteY3" fmla="*/ 533050 h 534297"/>
                <a:gd name="connsiteX4" fmla="*/ 211779 w 338430"/>
                <a:gd name="connsiteY4" fmla="*/ 497266 h 534297"/>
                <a:gd name="connsiteX5" fmla="*/ 245254 w 338430"/>
                <a:gd name="connsiteY5" fmla="*/ 65417 h 534297"/>
                <a:gd name="connsiteX6" fmla="*/ 62369 w 338430"/>
                <a:gd name="connsiteY6" fmla="*/ 84097 h 534297"/>
                <a:gd name="connsiteX7" fmla="*/ 1321 w 338430"/>
                <a:gd name="connsiteY7" fmla="*/ 79128 h 534297"/>
                <a:gd name="connsiteX8" fmla="*/ 45334 w 338430"/>
                <a:gd name="connsiteY8" fmla="*/ 33701 h 534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430" h="534297">
                  <a:moveTo>
                    <a:pt x="45334" y="33701"/>
                  </a:moveTo>
                  <a:cubicBezTo>
                    <a:pt x="45334" y="33701"/>
                    <a:pt x="248095" y="-46039"/>
                    <a:pt x="313404" y="39152"/>
                  </a:cubicBezTo>
                  <a:cubicBezTo>
                    <a:pt x="366835" y="108842"/>
                    <a:pt x="326008" y="396918"/>
                    <a:pt x="269016" y="505001"/>
                  </a:cubicBezTo>
                  <a:cubicBezTo>
                    <a:pt x="256343" y="529019"/>
                    <a:pt x="247407" y="537311"/>
                    <a:pt x="226110" y="533050"/>
                  </a:cubicBezTo>
                  <a:cubicBezTo>
                    <a:pt x="204814" y="528788"/>
                    <a:pt x="202743" y="514713"/>
                    <a:pt x="211779" y="497266"/>
                  </a:cubicBezTo>
                  <a:cubicBezTo>
                    <a:pt x="262695" y="399027"/>
                    <a:pt x="315175" y="87120"/>
                    <a:pt x="245254" y="65417"/>
                  </a:cubicBezTo>
                  <a:cubicBezTo>
                    <a:pt x="182492" y="45942"/>
                    <a:pt x="166014" y="62807"/>
                    <a:pt x="62369" y="84097"/>
                  </a:cubicBezTo>
                  <a:cubicBezTo>
                    <a:pt x="35997" y="89517"/>
                    <a:pt x="5070" y="91113"/>
                    <a:pt x="1321" y="79128"/>
                  </a:cubicBezTo>
                  <a:cubicBezTo>
                    <a:pt x="-5775" y="56411"/>
                    <a:pt x="14100" y="39371"/>
                    <a:pt x="45334" y="33701"/>
                  </a:cubicBezTo>
                  <a:close/>
                </a:path>
              </a:pathLst>
            </a:custGeom>
            <a:solidFill>
              <a:srgbClr val="D0D0D0"/>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97" name="Freeform: Shape 96">
              <a:extLst>
                <a:ext uri="{FF2B5EF4-FFF2-40B4-BE49-F238E27FC236}">
                  <a16:creationId xmlns:a16="http://schemas.microsoft.com/office/drawing/2014/main" id="{67788BD9-2EBF-4592-4169-94FD9842B0AA}"/>
                </a:ext>
              </a:extLst>
            </p:cNvPr>
            <p:cNvSpPr/>
            <p:nvPr/>
          </p:nvSpPr>
          <p:spPr>
            <a:xfrm rot="10800000" flipV="1">
              <a:off x="9797113" y="6024284"/>
              <a:ext cx="136682" cy="70331"/>
            </a:xfrm>
            <a:custGeom>
              <a:avLst/>
              <a:gdLst>
                <a:gd name="connsiteX0" fmla="*/ 195985 w 262319"/>
                <a:gd name="connsiteY0" fmla="*/ 22746 h 134980"/>
                <a:gd name="connsiteX1" fmla="*/ 137410 w 262319"/>
                <a:gd name="connsiteY1" fmla="*/ 88962 h 134980"/>
                <a:gd name="connsiteX2" fmla="*/ 11768 w 262319"/>
                <a:gd name="connsiteY2" fmla="*/ 113581 h 134980"/>
                <a:gd name="connsiteX3" fmla="*/ -117 w 262319"/>
                <a:gd name="connsiteY3" fmla="*/ 134803 h 134980"/>
                <a:gd name="connsiteX4" fmla="*/ 262202 w 262319"/>
                <a:gd name="connsiteY4" fmla="*/ 134803 h 134980"/>
                <a:gd name="connsiteX5" fmla="*/ 262202 w 262319"/>
                <a:gd name="connsiteY5" fmla="*/ -177 h 134980"/>
                <a:gd name="connsiteX6" fmla="*/ 195985 w 262319"/>
                <a:gd name="connsiteY6" fmla="*/ 22746 h 134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2319" h="134980">
                  <a:moveTo>
                    <a:pt x="195985" y="22746"/>
                  </a:moveTo>
                  <a:cubicBezTo>
                    <a:pt x="195985" y="22746"/>
                    <a:pt x="167968" y="76227"/>
                    <a:pt x="137410" y="88962"/>
                  </a:cubicBezTo>
                  <a:cubicBezTo>
                    <a:pt x="106852" y="101697"/>
                    <a:pt x="11768" y="113581"/>
                    <a:pt x="11768" y="113581"/>
                  </a:cubicBezTo>
                  <a:lnTo>
                    <a:pt x="-117" y="134803"/>
                  </a:lnTo>
                  <a:lnTo>
                    <a:pt x="262202" y="134803"/>
                  </a:lnTo>
                  <a:lnTo>
                    <a:pt x="262202" y="-177"/>
                  </a:lnTo>
                  <a:lnTo>
                    <a:pt x="195985" y="22746"/>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98" name="Freeform: Shape 97">
              <a:extLst>
                <a:ext uri="{FF2B5EF4-FFF2-40B4-BE49-F238E27FC236}">
                  <a16:creationId xmlns:a16="http://schemas.microsoft.com/office/drawing/2014/main" id="{629681C9-292B-E083-6F34-909FD634F256}"/>
                </a:ext>
              </a:extLst>
            </p:cNvPr>
            <p:cNvSpPr/>
            <p:nvPr/>
          </p:nvSpPr>
          <p:spPr>
            <a:xfrm rot="10800000" flipV="1">
              <a:off x="9744485" y="5093905"/>
              <a:ext cx="202617" cy="957954"/>
            </a:xfrm>
            <a:custGeom>
              <a:avLst/>
              <a:gdLst>
                <a:gd name="connsiteX0" fmla="*/ 104236 w 388862"/>
                <a:gd name="connsiteY0" fmla="*/ 88005 h 1838508"/>
                <a:gd name="connsiteX1" fmla="*/ -117 w 388862"/>
                <a:gd name="connsiteY1" fmla="*/ 964757 h 1838508"/>
                <a:gd name="connsiteX2" fmla="*/ 197757 w 388862"/>
                <a:gd name="connsiteY2" fmla="*/ 1838331 h 1838508"/>
                <a:gd name="connsiteX3" fmla="*/ 289706 w 388862"/>
                <a:gd name="connsiteY3" fmla="*/ 1837292 h 1838508"/>
                <a:gd name="connsiteX4" fmla="*/ 260130 w 388862"/>
                <a:gd name="connsiteY4" fmla="*/ 1039929 h 1838508"/>
                <a:gd name="connsiteX5" fmla="*/ 235055 w 388862"/>
                <a:gd name="connsiteY5" fmla="*/ 981423 h 1838508"/>
                <a:gd name="connsiteX6" fmla="*/ 388746 w 388862"/>
                <a:gd name="connsiteY6" fmla="*/ 187038 h 1838508"/>
                <a:gd name="connsiteX7" fmla="*/ 215454 w 388862"/>
                <a:gd name="connsiteY7" fmla="*/ -177 h 1838508"/>
                <a:gd name="connsiteX8" fmla="*/ 104236 w 388862"/>
                <a:gd name="connsiteY8" fmla="*/ 88005 h 1838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8862" h="1838508">
                  <a:moveTo>
                    <a:pt x="104236" y="88005"/>
                  </a:moveTo>
                  <a:lnTo>
                    <a:pt x="-117" y="964757"/>
                  </a:lnTo>
                  <a:lnTo>
                    <a:pt x="197757" y="1838331"/>
                  </a:lnTo>
                  <a:lnTo>
                    <a:pt x="289706" y="1837292"/>
                  </a:lnTo>
                  <a:lnTo>
                    <a:pt x="260130" y="1039929"/>
                  </a:lnTo>
                  <a:lnTo>
                    <a:pt x="235055" y="981423"/>
                  </a:lnTo>
                  <a:lnTo>
                    <a:pt x="388746" y="187038"/>
                  </a:lnTo>
                  <a:lnTo>
                    <a:pt x="215454" y="-177"/>
                  </a:lnTo>
                  <a:lnTo>
                    <a:pt x="104236" y="88005"/>
                  </a:ln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99" name="Freeform: Shape 98">
              <a:extLst>
                <a:ext uri="{FF2B5EF4-FFF2-40B4-BE49-F238E27FC236}">
                  <a16:creationId xmlns:a16="http://schemas.microsoft.com/office/drawing/2014/main" id="{7C2AADD5-5A62-FBC4-5929-8BFDD3197349}"/>
                </a:ext>
              </a:extLst>
            </p:cNvPr>
            <p:cNvSpPr/>
            <p:nvPr/>
          </p:nvSpPr>
          <p:spPr>
            <a:xfrm rot="10800000" flipV="1">
              <a:off x="9551246" y="6025390"/>
              <a:ext cx="80570" cy="69888"/>
            </a:xfrm>
            <a:custGeom>
              <a:avLst/>
              <a:gdLst>
                <a:gd name="connsiteX0" fmla="*/ 74980 w 154630"/>
                <a:gd name="connsiteY0" fmla="*/ -177 h 134129"/>
                <a:gd name="connsiteX1" fmla="*/ 111057 w 154630"/>
                <a:gd name="connsiteY1" fmla="*/ 70288 h 134129"/>
                <a:gd name="connsiteX2" fmla="*/ 154513 w 154630"/>
                <a:gd name="connsiteY2" fmla="*/ 132681 h 134129"/>
                <a:gd name="connsiteX3" fmla="*/ -117 w 154630"/>
                <a:gd name="connsiteY3" fmla="*/ 133952 h 134129"/>
                <a:gd name="connsiteX4" fmla="*/ 12230 w 154630"/>
                <a:gd name="connsiteY4" fmla="*/ 80082 h 134129"/>
                <a:gd name="connsiteX5" fmla="*/ 18951 w 154630"/>
                <a:gd name="connsiteY5" fmla="*/ 50757 h 134129"/>
                <a:gd name="connsiteX6" fmla="*/ 20647 w 154630"/>
                <a:gd name="connsiteY6" fmla="*/ -177 h 134129"/>
                <a:gd name="connsiteX7" fmla="*/ 74980 w 154630"/>
                <a:gd name="connsiteY7" fmla="*/ -177 h 134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630" h="134129">
                  <a:moveTo>
                    <a:pt x="74980" y="-177"/>
                  </a:moveTo>
                  <a:lnTo>
                    <a:pt x="111057" y="70288"/>
                  </a:lnTo>
                  <a:cubicBezTo>
                    <a:pt x="111057" y="70288"/>
                    <a:pt x="147204" y="93205"/>
                    <a:pt x="154513" y="132681"/>
                  </a:cubicBezTo>
                  <a:lnTo>
                    <a:pt x="-117" y="133952"/>
                  </a:lnTo>
                  <a:cubicBezTo>
                    <a:pt x="-117" y="110183"/>
                    <a:pt x="12230" y="80082"/>
                    <a:pt x="12230" y="80082"/>
                  </a:cubicBezTo>
                  <a:lnTo>
                    <a:pt x="18951" y="50757"/>
                  </a:lnTo>
                  <a:lnTo>
                    <a:pt x="20647" y="-177"/>
                  </a:lnTo>
                  <a:lnTo>
                    <a:pt x="74980" y="-177"/>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00" name="Freeform: Shape 99">
              <a:extLst>
                <a:ext uri="{FF2B5EF4-FFF2-40B4-BE49-F238E27FC236}">
                  <a16:creationId xmlns:a16="http://schemas.microsoft.com/office/drawing/2014/main" id="{55F2EC76-F67A-F784-0116-304321FCF003}"/>
                </a:ext>
              </a:extLst>
            </p:cNvPr>
            <p:cNvSpPr/>
            <p:nvPr/>
          </p:nvSpPr>
          <p:spPr>
            <a:xfrm rot="10800000" flipV="1">
              <a:off x="9575640" y="5084296"/>
              <a:ext cx="284368" cy="957821"/>
            </a:xfrm>
            <a:custGeom>
              <a:avLst/>
              <a:gdLst>
                <a:gd name="connsiteX0" fmla="*/ 418753 w 545758"/>
                <a:gd name="connsiteY0" fmla="*/ 1838074 h 1838251"/>
                <a:gd name="connsiteX1" fmla="*/ 244429 w 545758"/>
                <a:gd name="connsiteY1" fmla="*/ 949250 h 1838251"/>
                <a:gd name="connsiteX2" fmla="*/ -117 w 545758"/>
                <a:gd name="connsiteY2" fmla="*/ 77128 h 1838251"/>
                <a:gd name="connsiteX3" fmla="*/ 201223 w 545758"/>
                <a:gd name="connsiteY3" fmla="*/ 7345 h 1838251"/>
                <a:gd name="connsiteX4" fmla="*/ 341304 w 545758"/>
                <a:gd name="connsiteY4" fmla="*/ -177 h 1838251"/>
                <a:gd name="connsiteX5" fmla="*/ 449355 w 545758"/>
                <a:gd name="connsiteY5" fmla="*/ 848026 h 1838251"/>
                <a:gd name="connsiteX6" fmla="*/ 545641 w 545758"/>
                <a:gd name="connsiteY6" fmla="*/ 1833137 h 1838251"/>
                <a:gd name="connsiteX7" fmla="*/ 418753 w 545758"/>
                <a:gd name="connsiteY7" fmla="*/ 1838074 h 183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5758" h="1838251">
                  <a:moveTo>
                    <a:pt x="418753" y="1838074"/>
                  </a:moveTo>
                  <a:cubicBezTo>
                    <a:pt x="418753" y="1838074"/>
                    <a:pt x="348125" y="1393659"/>
                    <a:pt x="244429" y="949250"/>
                  </a:cubicBezTo>
                  <a:cubicBezTo>
                    <a:pt x="143712" y="517607"/>
                    <a:pt x="-117" y="77128"/>
                    <a:pt x="-117" y="77128"/>
                  </a:cubicBezTo>
                  <a:lnTo>
                    <a:pt x="201223" y="7345"/>
                  </a:lnTo>
                  <a:lnTo>
                    <a:pt x="341304" y="-177"/>
                  </a:lnTo>
                  <a:lnTo>
                    <a:pt x="449355" y="848026"/>
                  </a:lnTo>
                  <a:lnTo>
                    <a:pt x="545641" y="1833137"/>
                  </a:lnTo>
                  <a:lnTo>
                    <a:pt x="418753" y="1838074"/>
                  </a:ln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01" name="Freeform: Shape 100">
              <a:extLst>
                <a:ext uri="{FF2B5EF4-FFF2-40B4-BE49-F238E27FC236}">
                  <a16:creationId xmlns:a16="http://schemas.microsoft.com/office/drawing/2014/main" id="{58A1A3DC-4808-4693-FB02-5F1D5E15EDB4}"/>
                </a:ext>
              </a:extLst>
            </p:cNvPr>
            <p:cNvSpPr/>
            <p:nvPr/>
          </p:nvSpPr>
          <p:spPr>
            <a:xfrm rot="10800000" flipV="1">
              <a:off x="9832411" y="4458237"/>
              <a:ext cx="108910" cy="197594"/>
            </a:xfrm>
            <a:custGeom>
              <a:avLst/>
              <a:gdLst>
                <a:gd name="connsiteX0" fmla="*/ 208903 w 209020"/>
                <a:gd name="connsiteY0" fmla="*/ 223403 h 379224"/>
                <a:gd name="connsiteX1" fmla="*/ 117667 w 209020"/>
                <a:gd name="connsiteY1" fmla="*/ 377601 h 379224"/>
                <a:gd name="connsiteX2" fmla="*/ 43071 w 209020"/>
                <a:gd name="connsiteY2" fmla="*/ 273980 h 379224"/>
                <a:gd name="connsiteX3" fmla="*/ 27182 w 209020"/>
                <a:gd name="connsiteY3" fmla="*/ 209541 h 379224"/>
                <a:gd name="connsiteX4" fmla="*/ 8058 w 209020"/>
                <a:gd name="connsiteY4" fmla="*/ 136454 h 379224"/>
                <a:gd name="connsiteX5" fmla="*/ 867 w 209020"/>
                <a:gd name="connsiteY5" fmla="*/ 113993 h 379224"/>
                <a:gd name="connsiteX6" fmla="*/ 121810 w 209020"/>
                <a:gd name="connsiteY6" fmla="*/ 1167 h 379224"/>
                <a:gd name="connsiteX7" fmla="*/ 133243 w 209020"/>
                <a:gd name="connsiteY7" fmla="*/ 26068 h 379224"/>
                <a:gd name="connsiteX8" fmla="*/ 208903 w 209020"/>
                <a:gd name="connsiteY8" fmla="*/ 223403 h 379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020" h="379224">
                  <a:moveTo>
                    <a:pt x="208903" y="223403"/>
                  </a:moveTo>
                  <a:cubicBezTo>
                    <a:pt x="208903" y="223403"/>
                    <a:pt x="163626" y="361768"/>
                    <a:pt x="117667" y="377601"/>
                  </a:cubicBezTo>
                  <a:cubicBezTo>
                    <a:pt x="71714" y="393434"/>
                    <a:pt x="43071" y="273980"/>
                    <a:pt x="43071" y="273980"/>
                  </a:cubicBezTo>
                  <a:cubicBezTo>
                    <a:pt x="43071" y="273980"/>
                    <a:pt x="35868" y="243867"/>
                    <a:pt x="27182" y="209541"/>
                  </a:cubicBezTo>
                  <a:cubicBezTo>
                    <a:pt x="20793" y="183896"/>
                    <a:pt x="13621" y="155860"/>
                    <a:pt x="8058" y="136454"/>
                  </a:cubicBezTo>
                  <a:cubicBezTo>
                    <a:pt x="5022" y="125815"/>
                    <a:pt x="2519" y="117717"/>
                    <a:pt x="867" y="113993"/>
                  </a:cubicBezTo>
                  <a:cubicBezTo>
                    <a:pt x="-7682" y="94262"/>
                    <a:pt x="40061" y="-13364"/>
                    <a:pt x="121810" y="1167"/>
                  </a:cubicBezTo>
                  <a:cubicBezTo>
                    <a:pt x="126435" y="8633"/>
                    <a:pt x="130058" y="16656"/>
                    <a:pt x="133243" y="26068"/>
                  </a:cubicBezTo>
                  <a:cubicBezTo>
                    <a:pt x="155935" y="93135"/>
                    <a:pt x="208903" y="223403"/>
                    <a:pt x="208903" y="223403"/>
                  </a:cubicBezTo>
                  <a:close/>
                </a:path>
              </a:pathLst>
            </a:custGeom>
            <a:solidFill>
              <a:srgbClr val="D0D0D0"/>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02" name="Freeform: Shape 101">
              <a:extLst>
                <a:ext uri="{FF2B5EF4-FFF2-40B4-BE49-F238E27FC236}">
                  <a16:creationId xmlns:a16="http://schemas.microsoft.com/office/drawing/2014/main" id="{DFEFE577-FACE-EBFD-2138-B982AC5CC44A}"/>
                </a:ext>
              </a:extLst>
            </p:cNvPr>
            <p:cNvSpPr/>
            <p:nvPr/>
          </p:nvSpPr>
          <p:spPr>
            <a:xfrm rot="10800000" flipV="1">
              <a:off x="9867789" y="4521497"/>
              <a:ext cx="60928" cy="53848"/>
            </a:xfrm>
            <a:custGeom>
              <a:avLst/>
              <a:gdLst>
                <a:gd name="connsiteX0" fmla="*/ 6961 w 116932"/>
                <a:gd name="connsiteY0" fmla="*/ 103168 h 103345"/>
                <a:gd name="connsiteX1" fmla="*/ -117 w 116932"/>
                <a:gd name="connsiteY1" fmla="*/ 75232 h 103345"/>
                <a:gd name="connsiteX2" fmla="*/ 116777 w 116932"/>
                <a:gd name="connsiteY2" fmla="*/ -177 h 103345"/>
                <a:gd name="connsiteX3" fmla="*/ 115908 w 116932"/>
                <a:gd name="connsiteY3" fmla="*/ 12952 h 103345"/>
                <a:gd name="connsiteX4" fmla="*/ 6961 w 116932"/>
                <a:gd name="connsiteY4" fmla="*/ 103168 h 1033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932" h="103345">
                  <a:moveTo>
                    <a:pt x="6961" y="103168"/>
                  </a:moveTo>
                  <a:cubicBezTo>
                    <a:pt x="4965" y="95145"/>
                    <a:pt x="2499" y="85414"/>
                    <a:pt x="-117" y="75232"/>
                  </a:cubicBezTo>
                  <a:cubicBezTo>
                    <a:pt x="58866" y="69300"/>
                    <a:pt x="104243" y="28885"/>
                    <a:pt x="116777" y="-177"/>
                  </a:cubicBezTo>
                  <a:cubicBezTo>
                    <a:pt x="116921" y="5417"/>
                    <a:pt x="116671" y="9942"/>
                    <a:pt x="115908" y="12952"/>
                  </a:cubicBezTo>
                  <a:cubicBezTo>
                    <a:pt x="103598" y="61345"/>
                    <a:pt x="29640" y="99820"/>
                    <a:pt x="6961" y="103168"/>
                  </a:cubicBez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03" name="Freeform: Shape 102">
              <a:extLst>
                <a:ext uri="{FF2B5EF4-FFF2-40B4-BE49-F238E27FC236}">
                  <a16:creationId xmlns:a16="http://schemas.microsoft.com/office/drawing/2014/main" id="{2414C99C-71D4-F0E2-440E-166F5338111D}"/>
                </a:ext>
              </a:extLst>
            </p:cNvPr>
            <p:cNvSpPr/>
            <p:nvPr/>
          </p:nvSpPr>
          <p:spPr>
            <a:xfrm rot="10800000" flipV="1">
              <a:off x="10484951" y="4354035"/>
              <a:ext cx="65218" cy="154104"/>
            </a:xfrm>
            <a:custGeom>
              <a:avLst/>
              <a:gdLst>
                <a:gd name="connsiteX0" fmla="*/ 125050 w 125167"/>
                <a:gd name="connsiteY0" fmla="*/ 212850 h 295758"/>
                <a:gd name="connsiteX1" fmla="*/ 91088 w 125167"/>
                <a:gd name="connsiteY1" fmla="*/ 166541 h 295758"/>
                <a:gd name="connsiteX2" fmla="*/ 44165 w 125167"/>
                <a:gd name="connsiteY2" fmla="*/ 14038 h 295758"/>
                <a:gd name="connsiteX3" fmla="*/ 44165 w 125167"/>
                <a:gd name="connsiteY3" fmla="*/ 70530 h 295758"/>
                <a:gd name="connsiteX4" fmla="*/ 18232 w 125167"/>
                <a:gd name="connsiteY4" fmla="*/ -161 h 295758"/>
                <a:gd name="connsiteX5" fmla="*/ 18851 w 125167"/>
                <a:gd name="connsiteY5" fmla="*/ 61581 h 295758"/>
                <a:gd name="connsiteX6" fmla="*/ 947 w 125167"/>
                <a:gd name="connsiteY6" fmla="*/ 32562 h 295758"/>
                <a:gd name="connsiteX7" fmla="*/ 39227 w 125167"/>
                <a:gd name="connsiteY7" fmla="*/ 225817 h 295758"/>
                <a:gd name="connsiteX8" fmla="*/ 107140 w 125167"/>
                <a:gd name="connsiteY8" fmla="*/ 295582 h 295758"/>
                <a:gd name="connsiteX9" fmla="*/ 125050 w 125167"/>
                <a:gd name="connsiteY9" fmla="*/ 212850 h 295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167" h="295758">
                  <a:moveTo>
                    <a:pt x="125050" y="212850"/>
                  </a:moveTo>
                  <a:cubicBezTo>
                    <a:pt x="119487" y="207906"/>
                    <a:pt x="110844" y="202355"/>
                    <a:pt x="91088" y="166541"/>
                  </a:cubicBezTo>
                  <a:cubicBezTo>
                    <a:pt x="71331" y="130732"/>
                    <a:pt x="59935" y="14038"/>
                    <a:pt x="44165" y="14038"/>
                  </a:cubicBezTo>
                  <a:cubicBezTo>
                    <a:pt x="33051" y="14038"/>
                    <a:pt x="50142" y="72363"/>
                    <a:pt x="44165" y="70530"/>
                  </a:cubicBezTo>
                  <a:cubicBezTo>
                    <a:pt x="37669" y="68540"/>
                    <a:pt x="34284" y="-1394"/>
                    <a:pt x="18232" y="-161"/>
                  </a:cubicBezTo>
                  <a:cubicBezTo>
                    <a:pt x="2180" y="1071"/>
                    <a:pt x="24671" y="50410"/>
                    <a:pt x="18851" y="61581"/>
                  </a:cubicBezTo>
                  <a:cubicBezTo>
                    <a:pt x="13695" y="71475"/>
                    <a:pt x="2474" y="25121"/>
                    <a:pt x="947" y="32562"/>
                  </a:cubicBezTo>
                  <a:cubicBezTo>
                    <a:pt x="-7702" y="74547"/>
                    <a:pt x="39227" y="225817"/>
                    <a:pt x="39227" y="225817"/>
                  </a:cubicBezTo>
                  <a:lnTo>
                    <a:pt x="107140" y="295582"/>
                  </a:lnTo>
                  <a:lnTo>
                    <a:pt x="125050" y="212850"/>
                  </a:lnTo>
                  <a:close/>
                </a:path>
              </a:pathLst>
            </a:custGeom>
            <a:solidFill>
              <a:srgbClr val="D0D0D0"/>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04" name="Freeform: Shape 103">
              <a:extLst>
                <a:ext uri="{FF2B5EF4-FFF2-40B4-BE49-F238E27FC236}">
                  <a16:creationId xmlns:a16="http://schemas.microsoft.com/office/drawing/2014/main" id="{0F4D271E-C350-F2C8-03EB-128A6DAFE6D8}"/>
                </a:ext>
              </a:extLst>
            </p:cNvPr>
            <p:cNvSpPr/>
            <p:nvPr/>
          </p:nvSpPr>
          <p:spPr>
            <a:xfrm rot="10800000" flipV="1">
              <a:off x="10234665" y="4465033"/>
              <a:ext cx="269290" cy="236828"/>
            </a:xfrm>
            <a:custGeom>
              <a:avLst/>
              <a:gdLst>
                <a:gd name="connsiteX0" fmla="*/ 516704 w 516821"/>
                <a:gd name="connsiteY0" fmla="*/ 271491 h 454522"/>
                <a:gd name="connsiteX1" fmla="*/ 501397 w 516821"/>
                <a:gd name="connsiteY1" fmla="*/ 454345 h 454522"/>
                <a:gd name="connsiteX2" fmla="*/ -117 w 516821"/>
                <a:gd name="connsiteY2" fmla="*/ 77379 h 454522"/>
                <a:gd name="connsiteX3" fmla="*/ 36355 w 516821"/>
                <a:gd name="connsiteY3" fmla="*/ -177 h 454522"/>
                <a:gd name="connsiteX4" fmla="*/ 516704 w 516821"/>
                <a:gd name="connsiteY4" fmla="*/ 271491 h 4545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6821" h="454522">
                  <a:moveTo>
                    <a:pt x="516704" y="271491"/>
                  </a:moveTo>
                  <a:lnTo>
                    <a:pt x="501397" y="454345"/>
                  </a:lnTo>
                  <a:cubicBezTo>
                    <a:pt x="297747" y="359717"/>
                    <a:pt x="-117" y="77379"/>
                    <a:pt x="-117" y="77379"/>
                  </a:cubicBezTo>
                  <a:lnTo>
                    <a:pt x="36355" y="-177"/>
                  </a:lnTo>
                  <a:cubicBezTo>
                    <a:pt x="36355" y="-177"/>
                    <a:pt x="298142" y="223329"/>
                    <a:pt x="516704" y="271491"/>
                  </a:cubicBezTo>
                  <a:close/>
                </a:path>
              </a:pathLst>
            </a:custGeom>
            <a:solidFill>
              <a:srgbClr val="D0D0D0"/>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05" name="Freeform: Shape 104">
              <a:extLst>
                <a:ext uri="{FF2B5EF4-FFF2-40B4-BE49-F238E27FC236}">
                  <a16:creationId xmlns:a16="http://schemas.microsoft.com/office/drawing/2014/main" id="{D0710D18-2816-E656-6EFC-40A981C9152C}"/>
                </a:ext>
              </a:extLst>
            </p:cNvPr>
            <p:cNvSpPr/>
            <p:nvPr/>
          </p:nvSpPr>
          <p:spPr>
            <a:xfrm rot="10800000" flipV="1">
              <a:off x="9949306" y="4592016"/>
              <a:ext cx="293334" cy="158372"/>
            </a:xfrm>
            <a:custGeom>
              <a:avLst/>
              <a:gdLst>
                <a:gd name="connsiteX0" fmla="*/ 562851 w 562968"/>
                <a:gd name="connsiteY0" fmla="*/ 303770 h 303947"/>
                <a:gd name="connsiteX1" fmla="*/ 105713 w 562968"/>
                <a:gd name="connsiteY1" fmla="*/ 241102 h 303947"/>
                <a:gd name="connsiteX2" fmla="*/ -117 w 562968"/>
                <a:gd name="connsiteY2" fmla="*/ 210637 h 303947"/>
                <a:gd name="connsiteX3" fmla="*/ 6749 w 562968"/>
                <a:gd name="connsiteY3" fmla="*/ -177 h 303947"/>
                <a:gd name="connsiteX4" fmla="*/ 53884 w 562968"/>
                <a:gd name="connsiteY4" fmla="*/ 11444 h 303947"/>
                <a:gd name="connsiteX5" fmla="*/ 494595 w 562968"/>
                <a:gd name="connsiteY5" fmla="*/ 59606 h 303947"/>
                <a:gd name="connsiteX6" fmla="*/ 562851 w 562968"/>
                <a:gd name="connsiteY6" fmla="*/ 303770 h 303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2968" h="303947">
                  <a:moveTo>
                    <a:pt x="562851" y="303770"/>
                  </a:moveTo>
                  <a:cubicBezTo>
                    <a:pt x="562851" y="303770"/>
                    <a:pt x="287215" y="244775"/>
                    <a:pt x="105713" y="241102"/>
                  </a:cubicBezTo>
                  <a:cubicBezTo>
                    <a:pt x="76037" y="240501"/>
                    <a:pt x="39735" y="229180"/>
                    <a:pt x="-117" y="210637"/>
                  </a:cubicBezTo>
                  <a:lnTo>
                    <a:pt x="6749" y="-177"/>
                  </a:lnTo>
                  <a:cubicBezTo>
                    <a:pt x="25347" y="6149"/>
                    <a:pt x="41362" y="10236"/>
                    <a:pt x="53884" y="11444"/>
                  </a:cubicBezTo>
                  <a:cubicBezTo>
                    <a:pt x="168682" y="22583"/>
                    <a:pt x="494595" y="59606"/>
                    <a:pt x="494595" y="59606"/>
                  </a:cubicBezTo>
                  <a:lnTo>
                    <a:pt x="562851" y="303770"/>
                  </a:lnTo>
                  <a:close/>
                </a:path>
              </a:pathLst>
            </a:custGeom>
            <a:solidFill>
              <a:schemeClr val="accent1">
                <a:lumMod val="7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06" name="Freeform: Shape 105">
              <a:extLst>
                <a:ext uri="{FF2B5EF4-FFF2-40B4-BE49-F238E27FC236}">
                  <a16:creationId xmlns:a16="http://schemas.microsoft.com/office/drawing/2014/main" id="{04D7314F-8389-86A5-DD25-5FA698C76ABD}"/>
                </a:ext>
              </a:extLst>
            </p:cNvPr>
            <p:cNvSpPr/>
            <p:nvPr/>
          </p:nvSpPr>
          <p:spPr>
            <a:xfrm rot="10800000" flipV="1">
              <a:off x="10239063" y="4579283"/>
              <a:ext cx="75092" cy="122578"/>
            </a:xfrm>
            <a:custGeom>
              <a:avLst/>
              <a:gdLst>
                <a:gd name="connsiteX0" fmla="*/ 144000 w 144116"/>
                <a:gd name="connsiteY0" fmla="*/ 24260 h 235252"/>
                <a:gd name="connsiteX1" fmla="*/ 137134 w 144116"/>
                <a:gd name="connsiteY1" fmla="*/ 235075 h 235252"/>
                <a:gd name="connsiteX2" fmla="*/ -117 w 144116"/>
                <a:gd name="connsiteY2" fmla="*/ 169760 h 235252"/>
                <a:gd name="connsiteX3" fmla="*/ 57251 w 144116"/>
                <a:gd name="connsiteY3" fmla="*/ -177 h 235252"/>
                <a:gd name="connsiteX4" fmla="*/ 144000 w 144116"/>
                <a:gd name="connsiteY4" fmla="*/ 24260 h 235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116" h="235252">
                  <a:moveTo>
                    <a:pt x="144000" y="24260"/>
                  </a:moveTo>
                  <a:lnTo>
                    <a:pt x="137134" y="235075"/>
                  </a:lnTo>
                  <a:cubicBezTo>
                    <a:pt x="137134" y="235075"/>
                    <a:pt x="54422" y="204135"/>
                    <a:pt x="-117" y="169760"/>
                  </a:cubicBezTo>
                  <a:cubicBezTo>
                    <a:pt x="14151" y="125816"/>
                    <a:pt x="42500" y="42740"/>
                    <a:pt x="57251" y="-177"/>
                  </a:cubicBezTo>
                  <a:lnTo>
                    <a:pt x="144000" y="24260"/>
                  </a:lnTo>
                  <a:close/>
                </a:path>
              </a:pathLst>
            </a:custGeom>
            <a:solidFill>
              <a:schemeClr val="accent1">
                <a:lumMod val="7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07" name="Freeform: Shape 106">
              <a:extLst>
                <a:ext uri="{FF2B5EF4-FFF2-40B4-BE49-F238E27FC236}">
                  <a16:creationId xmlns:a16="http://schemas.microsoft.com/office/drawing/2014/main" id="{86F2D8C6-7246-58B7-5E0E-7070DD9A0D65}"/>
                </a:ext>
              </a:extLst>
            </p:cNvPr>
            <p:cNvSpPr/>
            <p:nvPr/>
          </p:nvSpPr>
          <p:spPr>
            <a:xfrm rot="10800000" flipV="1">
              <a:off x="10284264" y="4570404"/>
              <a:ext cx="53048" cy="97425"/>
            </a:xfrm>
            <a:custGeom>
              <a:avLst/>
              <a:gdLst>
                <a:gd name="connsiteX0" fmla="*/ 101693 w 101810"/>
                <a:gd name="connsiteY0" fmla="*/ 16863 h 186978"/>
                <a:gd name="connsiteX1" fmla="*/ 44326 w 101810"/>
                <a:gd name="connsiteY1" fmla="*/ 186801 h 186978"/>
                <a:gd name="connsiteX2" fmla="*/ 15370 w 101810"/>
                <a:gd name="connsiteY2" fmla="*/ 165554 h 186978"/>
                <a:gd name="connsiteX3" fmla="*/ 41316 w 101810"/>
                <a:gd name="connsiteY3" fmla="*/ -177 h 186978"/>
                <a:gd name="connsiteX4" fmla="*/ 101693 w 101810"/>
                <a:gd name="connsiteY4" fmla="*/ 16863 h 1869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810" h="186978">
                  <a:moveTo>
                    <a:pt x="101693" y="16863"/>
                  </a:moveTo>
                  <a:cubicBezTo>
                    <a:pt x="86943" y="59781"/>
                    <a:pt x="58594" y="142857"/>
                    <a:pt x="44326" y="186801"/>
                  </a:cubicBezTo>
                  <a:cubicBezTo>
                    <a:pt x="33186" y="179823"/>
                    <a:pt x="23192" y="172657"/>
                    <a:pt x="15370" y="165554"/>
                  </a:cubicBezTo>
                  <a:cubicBezTo>
                    <a:pt x="-30921" y="123895"/>
                    <a:pt x="41316" y="-177"/>
                    <a:pt x="41316" y="-177"/>
                  </a:cubicBezTo>
                  <a:lnTo>
                    <a:pt x="101693" y="16863"/>
                  </a:ln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08" name="Freeform: Shape 107">
              <a:extLst>
                <a:ext uri="{FF2B5EF4-FFF2-40B4-BE49-F238E27FC236}">
                  <a16:creationId xmlns:a16="http://schemas.microsoft.com/office/drawing/2014/main" id="{8C9B8B98-1556-880C-DFC6-04E1574FC94F}"/>
                </a:ext>
              </a:extLst>
            </p:cNvPr>
            <p:cNvSpPr/>
            <p:nvPr/>
          </p:nvSpPr>
          <p:spPr>
            <a:xfrm rot="10800000" flipV="1">
              <a:off x="9678751" y="4573720"/>
              <a:ext cx="307731" cy="567603"/>
            </a:xfrm>
            <a:custGeom>
              <a:avLst/>
              <a:gdLst>
                <a:gd name="connsiteX0" fmla="*/ 590481 w 590597"/>
                <a:gd name="connsiteY0" fmla="*/ 1011255 h 1089344"/>
                <a:gd name="connsiteX1" fmla="*/ 549153 w 590597"/>
                <a:gd name="connsiteY1" fmla="*/ 832043 h 1089344"/>
                <a:gd name="connsiteX2" fmla="*/ 522613 w 590597"/>
                <a:gd name="connsiteY2" fmla="*/ 87667 h 1089344"/>
                <a:gd name="connsiteX3" fmla="*/ 310290 w 590597"/>
                <a:gd name="connsiteY3" fmla="*/ -165 h 1089344"/>
                <a:gd name="connsiteX4" fmla="*/ 248729 w 590597"/>
                <a:gd name="connsiteY4" fmla="*/ 69262 h 1089344"/>
                <a:gd name="connsiteX5" fmla="*/ 188401 w 590597"/>
                <a:gd name="connsiteY5" fmla="*/ 111848 h 1089344"/>
                <a:gd name="connsiteX6" fmla="*/ 140177 w 590597"/>
                <a:gd name="connsiteY6" fmla="*/ 82792 h 1089344"/>
                <a:gd name="connsiteX7" fmla="*/ 117179 w 590597"/>
                <a:gd name="connsiteY7" fmla="*/ 59543 h 1089344"/>
                <a:gd name="connsiteX8" fmla="*/ 3852 w 590597"/>
                <a:gd name="connsiteY8" fmla="*/ 97542 h 1089344"/>
                <a:gd name="connsiteX9" fmla="*/ 180704 w 590597"/>
                <a:gd name="connsiteY9" fmla="*/ 1089168 h 1089344"/>
                <a:gd name="connsiteX10" fmla="*/ 590481 w 590597"/>
                <a:gd name="connsiteY10" fmla="*/ 1011255 h 1089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0597" h="1089344">
                  <a:moveTo>
                    <a:pt x="590481" y="1011255"/>
                  </a:moveTo>
                  <a:cubicBezTo>
                    <a:pt x="587703" y="972361"/>
                    <a:pt x="551756" y="881669"/>
                    <a:pt x="549153" y="832043"/>
                  </a:cubicBezTo>
                  <a:cubicBezTo>
                    <a:pt x="545117" y="755307"/>
                    <a:pt x="553258" y="105521"/>
                    <a:pt x="522613" y="87667"/>
                  </a:cubicBezTo>
                  <a:cubicBezTo>
                    <a:pt x="497493" y="73029"/>
                    <a:pt x="354015" y="6763"/>
                    <a:pt x="310290" y="-165"/>
                  </a:cubicBezTo>
                  <a:cubicBezTo>
                    <a:pt x="305189" y="-972"/>
                    <a:pt x="275244" y="36983"/>
                    <a:pt x="248729" y="69262"/>
                  </a:cubicBezTo>
                  <a:cubicBezTo>
                    <a:pt x="248729" y="69262"/>
                    <a:pt x="203408" y="95727"/>
                    <a:pt x="188401" y="111848"/>
                  </a:cubicBezTo>
                  <a:cubicBezTo>
                    <a:pt x="181899" y="105089"/>
                    <a:pt x="140177" y="82792"/>
                    <a:pt x="140177" y="82792"/>
                  </a:cubicBezTo>
                  <a:lnTo>
                    <a:pt x="117179" y="59543"/>
                  </a:lnTo>
                  <a:lnTo>
                    <a:pt x="3852" y="97542"/>
                  </a:lnTo>
                  <a:cubicBezTo>
                    <a:pt x="-28571" y="205881"/>
                    <a:pt x="147349" y="923780"/>
                    <a:pt x="180704" y="1089168"/>
                  </a:cubicBezTo>
                  <a:lnTo>
                    <a:pt x="590481" y="1011255"/>
                  </a:lnTo>
                  <a:close/>
                </a:path>
              </a:pathLst>
            </a:custGeom>
            <a:solidFill>
              <a:schemeClr val="accent1"/>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09" name="Freeform: Shape 108">
              <a:extLst>
                <a:ext uri="{FF2B5EF4-FFF2-40B4-BE49-F238E27FC236}">
                  <a16:creationId xmlns:a16="http://schemas.microsoft.com/office/drawing/2014/main" id="{1DA2BE93-FE26-29BD-58F8-8BE43CD65DFB}"/>
                </a:ext>
              </a:extLst>
            </p:cNvPr>
            <p:cNvSpPr/>
            <p:nvPr/>
          </p:nvSpPr>
          <p:spPr>
            <a:xfrm rot="10800000" flipV="1">
              <a:off x="9601203" y="5164410"/>
              <a:ext cx="57763" cy="111354"/>
            </a:xfrm>
            <a:custGeom>
              <a:avLst/>
              <a:gdLst>
                <a:gd name="connsiteX0" fmla="*/ 39906 w 110858"/>
                <a:gd name="connsiteY0" fmla="*/ 18990 h 213710"/>
                <a:gd name="connsiteX1" fmla="*/ 3196 w 110858"/>
                <a:gd name="connsiteY1" fmla="*/ 112842 h 213710"/>
                <a:gd name="connsiteX2" fmla="*/ 46464 w 110858"/>
                <a:gd name="connsiteY2" fmla="*/ 90613 h 213710"/>
                <a:gd name="connsiteX3" fmla="*/ 33354 w 110858"/>
                <a:gd name="connsiteY3" fmla="*/ 172118 h 213710"/>
                <a:gd name="connsiteX4" fmla="*/ 25481 w 110858"/>
                <a:gd name="connsiteY4" fmla="*/ 199278 h 213710"/>
                <a:gd name="connsiteX5" fmla="*/ 68749 w 110858"/>
                <a:gd name="connsiteY5" fmla="*/ 135071 h 213710"/>
                <a:gd name="connsiteX6" fmla="*/ 40231 w 110858"/>
                <a:gd name="connsiteY6" fmla="*/ 212864 h 213710"/>
                <a:gd name="connsiteX7" fmla="*/ 91372 w 110858"/>
                <a:gd name="connsiteY7" fmla="*/ 135071 h 213710"/>
                <a:gd name="connsiteX8" fmla="*/ 66784 w 110858"/>
                <a:gd name="connsiteY8" fmla="*/ 210086 h 213710"/>
                <a:gd name="connsiteX9" fmla="*/ 110052 w 110858"/>
                <a:gd name="connsiteY9" fmla="*/ 140008 h 213710"/>
                <a:gd name="connsiteX10" fmla="*/ 97273 w 110858"/>
                <a:gd name="connsiteY10" fmla="*/ 4484 h 213710"/>
                <a:gd name="connsiteX11" fmla="*/ 39906 w 110858"/>
                <a:gd name="connsiteY11" fmla="*/ 18990 h 213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0858" h="213710">
                  <a:moveTo>
                    <a:pt x="39906" y="18990"/>
                  </a:moveTo>
                  <a:cubicBezTo>
                    <a:pt x="39906" y="18990"/>
                    <a:pt x="-13763" y="100632"/>
                    <a:pt x="3196" y="112842"/>
                  </a:cubicBezTo>
                  <a:cubicBezTo>
                    <a:pt x="25481" y="128894"/>
                    <a:pt x="33354" y="69624"/>
                    <a:pt x="46464" y="90613"/>
                  </a:cubicBezTo>
                  <a:cubicBezTo>
                    <a:pt x="59575" y="111609"/>
                    <a:pt x="33354" y="172118"/>
                    <a:pt x="33354" y="172118"/>
                  </a:cubicBezTo>
                  <a:cubicBezTo>
                    <a:pt x="33354" y="172118"/>
                    <a:pt x="17953" y="195567"/>
                    <a:pt x="25481" y="199278"/>
                  </a:cubicBezTo>
                  <a:cubicBezTo>
                    <a:pt x="39255" y="206074"/>
                    <a:pt x="62060" y="135452"/>
                    <a:pt x="68749" y="135071"/>
                  </a:cubicBezTo>
                  <a:cubicBezTo>
                    <a:pt x="72942" y="134833"/>
                    <a:pt x="34661" y="207927"/>
                    <a:pt x="40231" y="212864"/>
                  </a:cubicBezTo>
                  <a:cubicBezTo>
                    <a:pt x="49218" y="220831"/>
                    <a:pt x="83831" y="155447"/>
                    <a:pt x="91372" y="135071"/>
                  </a:cubicBezTo>
                  <a:cubicBezTo>
                    <a:pt x="92836" y="131103"/>
                    <a:pt x="56327" y="207789"/>
                    <a:pt x="66784" y="210086"/>
                  </a:cubicBezTo>
                  <a:cubicBezTo>
                    <a:pt x="76622" y="212245"/>
                    <a:pt x="106122" y="153594"/>
                    <a:pt x="110052" y="140008"/>
                  </a:cubicBezTo>
                  <a:cubicBezTo>
                    <a:pt x="113989" y="126422"/>
                    <a:pt x="99895" y="20536"/>
                    <a:pt x="97273" y="4484"/>
                  </a:cubicBezTo>
                  <a:cubicBezTo>
                    <a:pt x="94645" y="-11568"/>
                    <a:pt x="39906" y="18990"/>
                    <a:pt x="39906" y="18990"/>
                  </a:cubicBezTo>
                  <a:close/>
                </a:path>
              </a:pathLst>
            </a:custGeom>
            <a:solidFill>
              <a:srgbClr val="D0D0D0"/>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10" name="Freeform: Shape 109">
              <a:extLst>
                <a:ext uri="{FF2B5EF4-FFF2-40B4-BE49-F238E27FC236}">
                  <a16:creationId xmlns:a16="http://schemas.microsoft.com/office/drawing/2014/main" id="{342EAED7-8D02-A479-4C76-CB85B3CEE807}"/>
                </a:ext>
              </a:extLst>
            </p:cNvPr>
            <p:cNvSpPr/>
            <p:nvPr/>
          </p:nvSpPr>
          <p:spPr>
            <a:xfrm rot="10800000" flipV="1">
              <a:off x="9592897" y="4870804"/>
              <a:ext cx="72818" cy="306827"/>
            </a:xfrm>
            <a:custGeom>
              <a:avLst/>
              <a:gdLst>
                <a:gd name="connsiteX0" fmla="*/ 111007 w 139751"/>
                <a:gd name="connsiteY0" fmla="*/ 571677 h 588863"/>
                <a:gd name="connsiteX1" fmla="*/ 52138 w 139751"/>
                <a:gd name="connsiteY1" fmla="*/ 588686 h 588863"/>
                <a:gd name="connsiteX2" fmla="*/ -117 w 139751"/>
                <a:gd name="connsiteY2" fmla="*/ 82535 h 588863"/>
                <a:gd name="connsiteX3" fmla="*/ 121602 w 139751"/>
                <a:gd name="connsiteY3" fmla="*/ -177 h 588863"/>
                <a:gd name="connsiteX4" fmla="*/ 122447 w 139751"/>
                <a:gd name="connsiteY4" fmla="*/ 3552 h 588863"/>
                <a:gd name="connsiteX5" fmla="*/ 111007 w 139751"/>
                <a:gd name="connsiteY5" fmla="*/ 571677 h 58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751" h="588863">
                  <a:moveTo>
                    <a:pt x="111007" y="571677"/>
                  </a:moveTo>
                  <a:lnTo>
                    <a:pt x="52138" y="588686"/>
                  </a:lnTo>
                  <a:cubicBezTo>
                    <a:pt x="52138" y="588686"/>
                    <a:pt x="48220" y="216357"/>
                    <a:pt x="-117" y="82535"/>
                  </a:cubicBezTo>
                  <a:lnTo>
                    <a:pt x="121602" y="-177"/>
                  </a:lnTo>
                  <a:cubicBezTo>
                    <a:pt x="121909" y="1087"/>
                    <a:pt x="122147" y="2351"/>
                    <a:pt x="122447" y="3552"/>
                  </a:cubicBezTo>
                  <a:cubicBezTo>
                    <a:pt x="166935" y="203535"/>
                    <a:pt x="111007" y="571677"/>
                    <a:pt x="111007" y="571677"/>
                  </a:cubicBezTo>
                  <a:close/>
                </a:path>
              </a:pathLst>
            </a:custGeom>
            <a:solidFill>
              <a:srgbClr val="D0D0D0"/>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11" name="Freeform: Shape 110">
              <a:extLst>
                <a:ext uri="{FF2B5EF4-FFF2-40B4-BE49-F238E27FC236}">
                  <a16:creationId xmlns:a16="http://schemas.microsoft.com/office/drawing/2014/main" id="{FDCBBA12-5905-354C-FB6B-E9CB43F81A3B}"/>
                </a:ext>
              </a:extLst>
            </p:cNvPr>
            <p:cNvSpPr/>
            <p:nvPr/>
          </p:nvSpPr>
          <p:spPr>
            <a:xfrm rot="10800000" flipV="1">
              <a:off x="9602294" y="4618021"/>
              <a:ext cx="148476" cy="295881"/>
            </a:xfrm>
            <a:custGeom>
              <a:avLst/>
              <a:gdLst>
                <a:gd name="connsiteX0" fmla="*/ 284841 w 284957"/>
                <a:gd name="connsiteY0" fmla="*/ 484965 h 567855"/>
                <a:gd name="connsiteX1" fmla="*/ 163122 w 284957"/>
                <a:gd name="connsiteY1" fmla="*/ 567678 h 567855"/>
                <a:gd name="connsiteX2" fmla="*/ 159811 w 284957"/>
                <a:gd name="connsiteY2" fmla="*/ 559004 h 567855"/>
                <a:gd name="connsiteX3" fmla="*/ 28818 w 284957"/>
                <a:gd name="connsiteY3" fmla="*/ 298288 h 567855"/>
                <a:gd name="connsiteX4" fmla="*/ 2390 w 284957"/>
                <a:gd name="connsiteY4" fmla="*/ 130691 h 567855"/>
                <a:gd name="connsiteX5" fmla="*/ 69089 w 284957"/>
                <a:gd name="connsiteY5" fmla="*/ -177 h 567855"/>
                <a:gd name="connsiteX6" fmla="*/ 284841 w 284957"/>
                <a:gd name="connsiteY6" fmla="*/ 484965 h 567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4957" h="567855">
                  <a:moveTo>
                    <a:pt x="284841" y="484965"/>
                  </a:moveTo>
                  <a:lnTo>
                    <a:pt x="163122" y="567678"/>
                  </a:lnTo>
                  <a:cubicBezTo>
                    <a:pt x="162039" y="564668"/>
                    <a:pt x="160957" y="561777"/>
                    <a:pt x="159811" y="559004"/>
                  </a:cubicBezTo>
                  <a:cubicBezTo>
                    <a:pt x="100516" y="414593"/>
                    <a:pt x="65841" y="367452"/>
                    <a:pt x="28818" y="298288"/>
                  </a:cubicBezTo>
                  <a:cubicBezTo>
                    <a:pt x="-2065" y="240676"/>
                    <a:pt x="-2967" y="184447"/>
                    <a:pt x="2390" y="130691"/>
                  </a:cubicBezTo>
                  <a:cubicBezTo>
                    <a:pt x="11239" y="42621"/>
                    <a:pt x="69089" y="-177"/>
                    <a:pt x="69089" y="-177"/>
                  </a:cubicBezTo>
                  <a:cubicBezTo>
                    <a:pt x="69089" y="-177"/>
                    <a:pt x="239151" y="285164"/>
                    <a:pt x="284841" y="484965"/>
                  </a:cubicBezTo>
                  <a:close/>
                </a:path>
              </a:pathLst>
            </a:custGeom>
            <a:solidFill>
              <a:schemeClr val="accent1">
                <a:lumMod val="7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12" name="Freeform: Shape 111">
              <a:extLst>
                <a:ext uri="{FF2B5EF4-FFF2-40B4-BE49-F238E27FC236}">
                  <a16:creationId xmlns:a16="http://schemas.microsoft.com/office/drawing/2014/main" id="{FFD64A74-F996-2397-9A0F-ACE5B2FF148C}"/>
                </a:ext>
              </a:extLst>
            </p:cNvPr>
            <p:cNvSpPr/>
            <p:nvPr/>
          </p:nvSpPr>
          <p:spPr>
            <a:xfrm rot="10800000" flipV="1">
              <a:off x="9816994" y="4629209"/>
              <a:ext cx="96169" cy="472784"/>
            </a:xfrm>
            <a:custGeom>
              <a:avLst/>
              <a:gdLst>
                <a:gd name="connsiteX0" fmla="*/ 104593 w 184568"/>
                <a:gd name="connsiteY0" fmla="*/ 11613 h 907366"/>
                <a:gd name="connsiteX1" fmla="*/ 72502 w 184568"/>
                <a:gd name="connsiteY1" fmla="*/ 59568 h 907366"/>
                <a:gd name="connsiteX2" fmla="*/ 184452 w 184568"/>
                <a:gd name="connsiteY2" fmla="*/ 795346 h 907366"/>
                <a:gd name="connsiteX3" fmla="*/ 150840 w 184568"/>
                <a:gd name="connsiteY3" fmla="*/ 907189 h 907366"/>
                <a:gd name="connsiteX4" fmla="*/ 81739 w 184568"/>
                <a:gd name="connsiteY4" fmla="*/ 818463 h 907366"/>
                <a:gd name="connsiteX5" fmla="*/ 34634 w 184568"/>
                <a:gd name="connsiteY5" fmla="*/ 54042 h 907366"/>
                <a:gd name="connsiteX6" fmla="*/ -117 w 184568"/>
                <a:gd name="connsiteY6" fmla="*/ 21726 h 907366"/>
                <a:gd name="connsiteX7" fmla="*/ 46812 w 184568"/>
                <a:gd name="connsiteY7" fmla="*/ -177 h 907366"/>
                <a:gd name="connsiteX8" fmla="*/ 104593 w 184568"/>
                <a:gd name="connsiteY8" fmla="*/ 11613 h 907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568" h="907366">
                  <a:moveTo>
                    <a:pt x="104593" y="11613"/>
                  </a:moveTo>
                  <a:lnTo>
                    <a:pt x="72502" y="59568"/>
                  </a:lnTo>
                  <a:cubicBezTo>
                    <a:pt x="72502" y="59568"/>
                    <a:pt x="91582" y="425432"/>
                    <a:pt x="184452" y="795346"/>
                  </a:cubicBezTo>
                  <a:lnTo>
                    <a:pt x="150840" y="907189"/>
                  </a:lnTo>
                  <a:lnTo>
                    <a:pt x="81739" y="818463"/>
                  </a:lnTo>
                  <a:lnTo>
                    <a:pt x="34634" y="54042"/>
                  </a:lnTo>
                  <a:lnTo>
                    <a:pt x="-117" y="21726"/>
                  </a:lnTo>
                  <a:lnTo>
                    <a:pt x="46812" y="-177"/>
                  </a:lnTo>
                  <a:lnTo>
                    <a:pt x="104593" y="11613"/>
                  </a:ln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13" name="Freeform: Shape 112">
              <a:extLst>
                <a:ext uri="{FF2B5EF4-FFF2-40B4-BE49-F238E27FC236}">
                  <a16:creationId xmlns:a16="http://schemas.microsoft.com/office/drawing/2014/main" id="{684741A0-8942-7811-EC55-9618B79C9A7E}"/>
                </a:ext>
              </a:extLst>
            </p:cNvPr>
            <p:cNvSpPr/>
            <p:nvPr/>
          </p:nvSpPr>
          <p:spPr>
            <a:xfrm rot="10800000" flipV="1">
              <a:off x="9813363" y="4557540"/>
              <a:ext cx="75349" cy="87137"/>
            </a:xfrm>
            <a:custGeom>
              <a:avLst/>
              <a:gdLst>
                <a:gd name="connsiteX0" fmla="*/ -117 w 144610"/>
                <a:gd name="connsiteY0" fmla="*/ 137368 h 167233"/>
                <a:gd name="connsiteX1" fmla="*/ 81244 w 144610"/>
                <a:gd name="connsiteY1" fmla="*/ 167056 h 167233"/>
                <a:gd name="connsiteX2" fmla="*/ 144494 w 144610"/>
                <a:gd name="connsiteY2" fmla="*/ 29167 h 167233"/>
                <a:gd name="connsiteX3" fmla="*/ 96382 w 144610"/>
                <a:gd name="connsiteY3" fmla="*/ -177 h 167233"/>
                <a:gd name="connsiteX4" fmla="*/ -117 w 144610"/>
                <a:gd name="connsiteY4" fmla="*/ 137368 h 1672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610" h="167233">
                  <a:moveTo>
                    <a:pt x="-117" y="137368"/>
                  </a:moveTo>
                  <a:cubicBezTo>
                    <a:pt x="-117" y="137368"/>
                    <a:pt x="64216" y="165285"/>
                    <a:pt x="81244" y="167056"/>
                  </a:cubicBezTo>
                  <a:cubicBezTo>
                    <a:pt x="129881" y="105289"/>
                    <a:pt x="144494" y="29167"/>
                    <a:pt x="144494" y="29167"/>
                  </a:cubicBezTo>
                  <a:lnTo>
                    <a:pt x="96382" y="-177"/>
                  </a:lnTo>
                  <a:cubicBezTo>
                    <a:pt x="96382" y="-177"/>
                    <a:pt x="77458" y="65263"/>
                    <a:pt x="-117" y="137368"/>
                  </a:cubicBez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14" name="Freeform: Shape 113">
              <a:extLst>
                <a:ext uri="{FF2B5EF4-FFF2-40B4-BE49-F238E27FC236}">
                  <a16:creationId xmlns:a16="http://schemas.microsoft.com/office/drawing/2014/main" id="{0C650ECA-3409-7669-E11A-8B2C10150E9E}"/>
                </a:ext>
              </a:extLst>
            </p:cNvPr>
            <p:cNvSpPr/>
            <p:nvPr/>
          </p:nvSpPr>
          <p:spPr>
            <a:xfrm rot="10800000" flipV="1">
              <a:off x="9888712" y="4588387"/>
              <a:ext cx="43586" cy="65906"/>
            </a:xfrm>
            <a:custGeom>
              <a:avLst/>
              <a:gdLst>
                <a:gd name="connsiteX0" fmla="*/ 83535 w 83651"/>
                <a:gd name="connsiteY0" fmla="*/ 78167 h 126487"/>
                <a:gd name="connsiteX1" fmla="*/ 27412 w 83651"/>
                <a:gd name="connsiteY1" fmla="*/ 126310 h 126487"/>
                <a:gd name="connsiteX2" fmla="*/ -117 w 83651"/>
                <a:gd name="connsiteY2" fmla="*/ 46464 h 126487"/>
                <a:gd name="connsiteX3" fmla="*/ 19996 w 83651"/>
                <a:gd name="connsiteY3" fmla="*/ -177 h 126487"/>
                <a:gd name="connsiteX4" fmla="*/ 83535 w 83651"/>
                <a:gd name="connsiteY4" fmla="*/ 78167 h 1264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651" h="126487">
                  <a:moveTo>
                    <a:pt x="83535" y="78167"/>
                  </a:moveTo>
                  <a:lnTo>
                    <a:pt x="27412" y="126310"/>
                  </a:lnTo>
                  <a:lnTo>
                    <a:pt x="-117" y="46464"/>
                  </a:lnTo>
                  <a:lnTo>
                    <a:pt x="19996" y="-177"/>
                  </a:lnTo>
                  <a:cubicBezTo>
                    <a:pt x="19996" y="-177"/>
                    <a:pt x="40692" y="68367"/>
                    <a:pt x="83535" y="78167"/>
                  </a:cubicBez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15" name="Freeform: Shape 114">
              <a:extLst>
                <a:ext uri="{FF2B5EF4-FFF2-40B4-BE49-F238E27FC236}">
                  <a16:creationId xmlns:a16="http://schemas.microsoft.com/office/drawing/2014/main" id="{7BC507ED-9B60-09A4-4263-11F66356ACA4}"/>
                </a:ext>
              </a:extLst>
            </p:cNvPr>
            <p:cNvSpPr/>
            <p:nvPr/>
          </p:nvSpPr>
          <p:spPr>
            <a:xfrm rot="10800000" flipV="1">
              <a:off x="9861471" y="4423537"/>
              <a:ext cx="133176" cy="137637"/>
            </a:xfrm>
            <a:custGeom>
              <a:avLst/>
              <a:gdLst>
                <a:gd name="connsiteX0" fmla="*/ -117 w 255591"/>
                <a:gd name="connsiteY0" fmla="*/ -177 h 264154"/>
                <a:gd name="connsiteX1" fmla="*/ 30917 w 255591"/>
                <a:gd name="connsiteY1" fmla="*/ 169109 h 264154"/>
                <a:gd name="connsiteX2" fmla="*/ 110839 w 255591"/>
                <a:gd name="connsiteY2" fmla="*/ 263975 h 264154"/>
                <a:gd name="connsiteX3" fmla="*/ 245731 w 255591"/>
                <a:gd name="connsiteY3" fmla="*/ 180893 h 264154"/>
                <a:gd name="connsiteX4" fmla="*/ 255475 w 255591"/>
                <a:gd name="connsiteY4" fmla="*/ 35325 h 264154"/>
                <a:gd name="connsiteX5" fmla="*/ -117 w 255591"/>
                <a:gd name="connsiteY5" fmla="*/ -177 h 264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5591" h="264154">
                  <a:moveTo>
                    <a:pt x="-117" y="-177"/>
                  </a:moveTo>
                  <a:cubicBezTo>
                    <a:pt x="-117" y="-177"/>
                    <a:pt x="13275" y="112073"/>
                    <a:pt x="30917" y="169109"/>
                  </a:cubicBezTo>
                  <a:cubicBezTo>
                    <a:pt x="56638" y="252229"/>
                    <a:pt x="83228" y="263812"/>
                    <a:pt x="110839" y="263975"/>
                  </a:cubicBezTo>
                  <a:cubicBezTo>
                    <a:pt x="182349" y="264394"/>
                    <a:pt x="237558" y="212315"/>
                    <a:pt x="245731" y="180893"/>
                  </a:cubicBezTo>
                  <a:cubicBezTo>
                    <a:pt x="253466" y="151142"/>
                    <a:pt x="255475" y="35325"/>
                    <a:pt x="255475" y="35325"/>
                  </a:cubicBezTo>
                  <a:lnTo>
                    <a:pt x="-117" y="-177"/>
                  </a:ln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16" name="Freeform: Shape 115">
              <a:extLst>
                <a:ext uri="{FF2B5EF4-FFF2-40B4-BE49-F238E27FC236}">
                  <a16:creationId xmlns:a16="http://schemas.microsoft.com/office/drawing/2014/main" id="{4F09995B-3162-B80D-B939-205ABBF9A8E4}"/>
                </a:ext>
              </a:extLst>
            </p:cNvPr>
            <p:cNvSpPr/>
            <p:nvPr/>
          </p:nvSpPr>
          <p:spPr>
            <a:xfrm rot="10800000" flipV="1">
              <a:off x="9855059" y="4334695"/>
              <a:ext cx="140485" cy="160126"/>
            </a:xfrm>
            <a:custGeom>
              <a:avLst/>
              <a:gdLst>
                <a:gd name="connsiteX0" fmla="*/ 268694 w 269619"/>
                <a:gd name="connsiteY0" fmla="*/ 140245 h 307314"/>
                <a:gd name="connsiteX1" fmla="*/ 146525 w 269619"/>
                <a:gd name="connsiteY1" fmla="*/ 306553 h 307314"/>
                <a:gd name="connsiteX2" fmla="*/ 774 w 269619"/>
                <a:gd name="connsiteY2" fmla="*/ 167224 h 307314"/>
                <a:gd name="connsiteX3" fmla="*/ 116942 w 269619"/>
                <a:gd name="connsiteY3" fmla="*/ 403 h 307314"/>
                <a:gd name="connsiteX4" fmla="*/ 268694 w 269619"/>
                <a:gd name="connsiteY4" fmla="*/ 140245 h 307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619" h="307314">
                  <a:moveTo>
                    <a:pt x="268694" y="140245"/>
                  </a:moveTo>
                  <a:cubicBezTo>
                    <a:pt x="276867" y="224785"/>
                    <a:pt x="222165" y="299243"/>
                    <a:pt x="146525" y="306553"/>
                  </a:cubicBezTo>
                  <a:cubicBezTo>
                    <a:pt x="70883" y="313862"/>
                    <a:pt x="8941" y="251764"/>
                    <a:pt x="774" y="167224"/>
                  </a:cubicBezTo>
                  <a:cubicBezTo>
                    <a:pt x="-7392" y="82684"/>
                    <a:pt x="41302" y="7712"/>
                    <a:pt x="116942" y="403"/>
                  </a:cubicBezTo>
                  <a:cubicBezTo>
                    <a:pt x="192590" y="-6907"/>
                    <a:pt x="260527" y="55699"/>
                    <a:pt x="268694" y="140245"/>
                  </a:cubicBez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17" name="Freeform: Shape 116">
              <a:extLst>
                <a:ext uri="{FF2B5EF4-FFF2-40B4-BE49-F238E27FC236}">
                  <a16:creationId xmlns:a16="http://schemas.microsoft.com/office/drawing/2014/main" id="{C7E7E030-DD9C-257A-FAF4-4F9E2A5FD3F7}"/>
                </a:ext>
              </a:extLst>
            </p:cNvPr>
            <p:cNvSpPr/>
            <p:nvPr/>
          </p:nvSpPr>
          <p:spPr>
            <a:xfrm rot="10800000" flipV="1">
              <a:off x="9905479" y="4408155"/>
              <a:ext cx="37465" cy="10480"/>
            </a:xfrm>
            <a:custGeom>
              <a:avLst/>
              <a:gdLst>
                <a:gd name="connsiteX0" fmla="*/ 3912 w 71903"/>
                <a:gd name="connsiteY0" fmla="*/ 4385 h 20112"/>
                <a:gd name="connsiteX1" fmla="*/ 44452 w 71903"/>
                <a:gd name="connsiteY1" fmla="*/ 981 h 20112"/>
                <a:gd name="connsiteX2" fmla="*/ 71787 w 71903"/>
                <a:gd name="connsiteY2" fmla="*/ 19504 h 20112"/>
                <a:gd name="connsiteX3" fmla="*/ 39495 w 71903"/>
                <a:gd name="connsiteY3" fmla="*/ 9310 h 20112"/>
                <a:gd name="connsiteX4" fmla="*/ 1478 w 71903"/>
                <a:gd name="connsiteY4" fmla="*/ 17827 h 20112"/>
                <a:gd name="connsiteX5" fmla="*/ 3912 w 71903"/>
                <a:gd name="connsiteY5" fmla="*/ 4385 h 20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903" h="20112">
                  <a:moveTo>
                    <a:pt x="3912" y="4385"/>
                  </a:moveTo>
                  <a:cubicBezTo>
                    <a:pt x="3912" y="4385"/>
                    <a:pt x="26479" y="-2950"/>
                    <a:pt x="44452" y="981"/>
                  </a:cubicBezTo>
                  <a:cubicBezTo>
                    <a:pt x="62425" y="4904"/>
                    <a:pt x="71787" y="19504"/>
                    <a:pt x="71787" y="19504"/>
                  </a:cubicBezTo>
                  <a:cubicBezTo>
                    <a:pt x="71787" y="19504"/>
                    <a:pt x="48332" y="7351"/>
                    <a:pt x="39495" y="9310"/>
                  </a:cubicBezTo>
                  <a:cubicBezTo>
                    <a:pt x="30653" y="11269"/>
                    <a:pt x="6159" y="25130"/>
                    <a:pt x="1478" y="17827"/>
                  </a:cubicBezTo>
                  <a:cubicBezTo>
                    <a:pt x="-3203" y="10530"/>
                    <a:pt x="3912" y="4385"/>
                    <a:pt x="3912" y="4385"/>
                  </a:cubicBezTo>
                  <a:close/>
                </a:path>
              </a:pathLst>
            </a:custGeom>
            <a:solidFill>
              <a:srgbClr val="332D2B"/>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18" name="Freeform: Shape 117">
              <a:extLst>
                <a:ext uri="{FF2B5EF4-FFF2-40B4-BE49-F238E27FC236}">
                  <a16:creationId xmlns:a16="http://schemas.microsoft.com/office/drawing/2014/main" id="{C94B5873-A1C0-8DB7-112E-05BBBF64D5E6}"/>
                </a:ext>
              </a:extLst>
            </p:cNvPr>
            <p:cNvSpPr/>
            <p:nvPr/>
          </p:nvSpPr>
          <p:spPr>
            <a:xfrm rot="10800000" flipV="1">
              <a:off x="9806859" y="4307278"/>
              <a:ext cx="224286" cy="219505"/>
            </a:xfrm>
            <a:custGeom>
              <a:avLst/>
              <a:gdLst>
                <a:gd name="connsiteX0" fmla="*/ 363559 w 430449"/>
                <a:gd name="connsiteY0" fmla="*/ 382168 h 421274"/>
                <a:gd name="connsiteX1" fmla="*/ 365999 w 430449"/>
                <a:gd name="connsiteY1" fmla="*/ 334269 h 421274"/>
                <a:gd name="connsiteX2" fmla="*/ 429280 w 430449"/>
                <a:gd name="connsiteY2" fmla="*/ 175333 h 421274"/>
                <a:gd name="connsiteX3" fmla="*/ 408279 w 430449"/>
                <a:gd name="connsiteY3" fmla="*/ 112790 h 421274"/>
                <a:gd name="connsiteX4" fmla="*/ 402709 w 430449"/>
                <a:gd name="connsiteY4" fmla="*/ 101444 h 421274"/>
                <a:gd name="connsiteX5" fmla="*/ 403879 w 430449"/>
                <a:gd name="connsiteY5" fmla="*/ 100305 h 421274"/>
                <a:gd name="connsiteX6" fmla="*/ 353589 w 430449"/>
                <a:gd name="connsiteY6" fmla="*/ 21560 h 421274"/>
                <a:gd name="connsiteX7" fmla="*/ 390161 w 430449"/>
                <a:gd name="connsiteY7" fmla="*/ 84266 h 421274"/>
                <a:gd name="connsiteX8" fmla="*/ 352244 w 430449"/>
                <a:gd name="connsiteY8" fmla="*/ 55335 h 421274"/>
                <a:gd name="connsiteX9" fmla="*/ 345410 w 430449"/>
                <a:gd name="connsiteY9" fmla="*/ 38251 h 421274"/>
                <a:gd name="connsiteX10" fmla="*/ 305734 w 430449"/>
                <a:gd name="connsiteY10" fmla="*/ 31892 h 421274"/>
                <a:gd name="connsiteX11" fmla="*/ 254637 w 430449"/>
                <a:gd name="connsiteY11" fmla="*/ 2448 h 421274"/>
                <a:gd name="connsiteX12" fmla="*/ 221726 w 430449"/>
                <a:gd name="connsiteY12" fmla="*/ 18181 h 421274"/>
                <a:gd name="connsiteX13" fmla="*/ 221526 w 430449"/>
                <a:gd name="connsiteY13" fmla="*/ 18162 h 421274"/>
                <a:gd name="connsiteX14" fmla="*/ 170573 w 430449"/>
                <a:gd name="connsiteY14" fmla="*/ 383 h 421274"/>
                <a:gd name="connsiteX15" fmla="*/ 129119 w 430449"/>
                <a:gd name="connsiteY15" fmla="*/ 26367 h 421274"/>
                <a:gd name="connsiteX16" fmla="*/ 94857 w 430449"/>
                <a:gd name="connsiteY16" fmla="*/ 28188 h 421274"/>
                <a:gd name="connsiteX17" fmla="*/ 7613 w 430449"/>
                <a:gd name="connsiteY17" fmla="*/ 47938 h 421274"/>
                <a:gd name="connsiteX18" fmla="*/ 13984 w 430449"/>
                <a:gd name="connsiteY18" fmla="*/ 113829 h 421274"/>
                <a:gd name="connsiteX19" fmla="*/ 37145 w 430449"/>
                <a:gd name="connsiteY19" fmla="*/ 109448 h 421274"/>
                <a:gd name="connsiteX20" fmla="*/ 59843 w 430449"/>
                <a:gd name="connsiteY20" fmla="*/ 105149 h 421274"/>
                <a:gd name="connsiteX21" fmla="*/ 53816 w 430449"/>
                <a:gd name="connsiteY21" fmla="*/ 145351 h 421274"/>
                <a:gd name="connsiteX22" fmla="*/ 192445 w 430449"/>
                <a:gd name="connsiteY22" fmla="*/ 127253 h 421274"/>
                <a:gd name="connsiteX23" fmla="*/ 280214 w 430449"/>
                <a:gd name="connsiteY23" fmla="*/ 126908 h 421274"/>
                <a:gd name="connsiteX24" fmla="*/ 292736 w 430449"/>
                <a:gd name="connsiteY24" fmla="*/ 185966 h 421274"/>
                <a:gd name="connsiteX25" fmla="*/ 296998 w 430449"/>
                <a:gd name="connsiteY25" fmla="*/ 228965 h 421274"/>
                <a:gd name="connsiteX26" fmla="*/ 297743 w 430449"/>
                <a:gd name="connsiteY26" fmla="*/ 283203 h 421274"/>
                <a:gd name="connsiteX27" fmla="*/ 327368 w 430449"/>
                <a:gd name="connsiteY27" fmla="*/ 281789 h 421274"/>
                <a:gd name="connsiteX28" fmla="*/ 324108 w 430449"/>
                <a:gd name="connsiteY28" fmla="*/ 301070 h 421274"/>
                <a:gd name="connsiteX29" fmla="*/ 320816 w 430449"/>
                <a:gd name="connsiteY29" fmla="*/ 355233 h 421274"/>
                <a:gd name="connsiteX30" fmla="*/ 334646 w 430449"/>
                <a:gd name="connsiteY30" fmla="*/ 395222 h 421274"/>
                <a:gd name="connsiteX31" fmla="*/ 388922 w 430449"/>
                <a:gd name="connsiteY31" fmla="*/ 421093 h 421274"/>
                <a:gd name="connsiteX32" fmla="*/ 363559 w 430449"/>
                <a:gd name="connsiteY32" fmla="*/ 382168 h 421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30449" h="421274">
                  <a:moveTo>
                    <a:pt x="363559" y="382168"/>
                  </a:moveTo>
                  <a:cubicBezTo>
                    <a:pt x="359660" y="368963"/>
                    <a:pt x="362826" y="348838"/>
                    <a:pt x="365999" y="334269"/>
                  </a:cubicBezTo>
                  <a:cubicBezTo>
                    <a:pt x="375999" y="288347"/>
                    <a:pt x="419386" y="223132"/>
                    <a:pt x="429280" y="175333"/>
                  </a:cubicBezTo>
                  <a:cubicBezTo>
                    <a:pt x="435219" y="146646"/>
                    <a:pt x="414361" y="128266"/>
                    <a:pt x="408279" y="112790"/>
                  </a:cubicBezTo>
                  <a:cubicBezTo>
                    <a:pt x="406720" y="108829"/>
                    <a:pt x="404799" y="105086"/>
                    <a:pt x="402709" y="101444"/>
                  </a:cubicBezTo>
                  <a:lnTo>
                    <a:pt x="403879" y="100305"/>
                  </a:lnTo>
                  <a:cubicBezTo>
                    <a:pt x="403879" y="100305"/>
                    <a:pt x="420206" y="39940"/>
                    <a:pt x="353589" y="21560"/>
                  </a:cubicBezTo>
                  <a:cubicBezTo>
                    <a:pt x="353589" y="21560"/>
                    <a:pt x="400024" y="58126"/>
                    <a:pt x="390161" y="84266"/>
                  </a:cubicBezTo>
                  <a:cubicBezTo>
                    <a:pt x="379798" y="72845"/>
                    <a:pt x="366750" y="63302"/>
                    <a:pt x="352244" y="55335"/>
                  </a:cubicBezTo>
                  <a:cubicBezTo>
                    <a:pt x="350773" y="49759"/>
                    <a:pt x="348621" y="43852"/>
                    <a:pt x="345410" y="38251"/>
                  </a:cubicBezTo>
                  <a:cubicBezTo>
                    <a:pt x="334352" y="18944"/>
                    <a:pt x="305734" y="31892"/>
                    <a:pt x="305734" y="31892"/>
                  </a:cubicBezTo>
                  <a:cubicBezTo>
                    <a:pt x="305734" y="31892"/>
                    <a:pt x="286872" y="3155"/>
                    <a:pt x="254637" y="2448"/>
                  </a:cubicBezTo>
                  <a:cubicBezTo>
                    <a:pt x="224354" y="1785"/>
                    <a:pt x="221908" y="16404"/>
                    <a:pt x="221726" y="18181"/>
                  </a:cubicBezTo>
                  <a:lnTo>
                    <a:pt x="221526" y="18162"/>
                  </a:lnTo>
                  <a:cubicBezTo>
                    <a:pt x="219661" y="16116"/>
                    <a:pt x="200699" y="-3735"/>
                    <a:pt x="170573" y="383"/>
                  </a:cubicBezTo>
                  <a:cubicBezTo>
                    <a:pt x="153332" y="2736"/>
                    <a:pt x="138819" y="15334"/>
                    <a:pt x="129119" y="26367"/>
                  </a:cubicBezTo>
                  <a:cubicBezTo>
                    <a:pt x="118712" y="28169"/>
                    <a:pt x="106115" y="29483"/>
                    <a:pt x="94857" y="28188"/>
                  </a:cubicBezTo>
                  <a:cubicBezTo>
                    <a:pt x="70187" y="25340"/>
                    <a:pt x="23402" y="20941"/>
                    <a:pt x="7613" y="47938"/>
                  </a:cubicBezTo>
                  <a:cubicBezTo>
                    <a:pt x="-2494" y="65223"/>
                    <a:pt x="-4878" y="99329"/>
                    <a:pt x="13984" y="113829"/>
                  </a:cubicBezTo>
                  <a:cubicBezTo>
                    <a:pt x="17476" y="116508"/>
                    <a:pt x="27357" y="112978"/>
                    <a:pt x="37145" y="109448"/>
                  </a:cubicBezTo>
                  <a:cubicBezTo>
                    <a:pt x="47020" y="105888"/>
                    <a:pt x="56808" y="102327"/>
                    <a:pt x="59843" y="105149"/>
                  </a:cubicBezTo>
                  <a:cubicBezTo>
                    <a:pt x="73204" y="117596"/>
                    <a:pt x="31700" y="130914"/>
                    <a:pt x="53816" y="145351"/>
                  </a:cubicBezTo>
                  <a:cubicBezTo>
                    <a:pt x="114232" y="184802"/>
                    <a:pt x="160040" y="136427"/>
                    <a:pt x="192445" y="127253"/>
                  </a:cubicBezTo>
                  <a:cubicBezTo>
                    <a:pt x="243135" y="112909"/>
                    <a:pt x="269506" y="116921"/>
                    <a:pt x="280214" y="126908"/>
                  </a:cubicBezTo>
                  <a:cubicBezTo>
                    <a:pt x="292010" y="137910"/>
                    <a:pt x="288762" y="160007"/>
                    <a:pt x="292736" y="185966"/>
                  </a:cubicBezTo>
                  <a:cubicBezTo>
                    <a:pt x="294776" y="199270"/>
                    <a:pt x="296091" y="213839"/>
                    <a:pt x="296998" y="228965"/>
                  </a:cubicBezTo>
                  <a:cubicBezTo>
                    <a:pt x="298431" y="252783"/>
                    <a:pt x="297743" y="283203"/>
                    <a:pt x="297743" y="283203"/>
                  </a:cubicBezTo>
                  <a:lnTo>
                    <a:pt x="327368" y="281789"/>
                  </a:lnTo>
                  <a:lnTo>
                    <a:pt x="324108" y="301070"/>
                  </a:lnTo>
                  <a:cubicBezTo>
                    <a:pt x="324108" y="301070"/>
                    <a:pt x="318713" y="329406"/>
                    <a:pt x="320816" y="355233"/>
                  </a:cubicBezTo>
                  <a:cubicBezTo>
                    <a:pt x="322205" y="372330"/>
                    <a:pt x="329358" y="387738"/>
                    <a:pt x="334646" y="395222"/>
                  </a:cubicBezTo>
                  <a:cubicBezTo>
                    <a:pt x="347920" y="413996"/>
                    <a:pt x="356887" y="419541"/>
                    <a:pt x="388922" y="421093"/>
                  </a:cubicBezTo>
                  <a:cubicBezTo>
                    <a:pt x="393935" y="421331"/>
                    <a:pt x="371907" y="410448"/>
                    <a:pt x="363559" y="382168"/>
                  </a:cubicBezTo>
                  <a:close/>
                </a:path>
              </a:pathLst>
            </a:custGeom>
            <a:solidFill>
              <a:schemeClr val="tx1"/>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19" name="Freeform: Shape 118">
              <a:extLst>
                <a:ext uri="{FF2B5EF4-FFF2-40B4-BE49-F238E27FC236}">
                  <a16:creationId xmlns:a16="http://schemas.microsoft.com/office/drawing/2014/main" id="{ADF60A6B-AFA1-97DF-2254-D07745596B40}"/>
                </a:ext>
              </a:extLst>
            </p:cNvPr>
            <p:cNvSpPr/>
            <p:nvPr/>
          </p:nvSpPr>
          <p:spPr>
            <a:xfrm rot="10800000" flipV="1">
              <a:off x="9920553" y="4429777"/>
              <a:ext cx="10773" cy="13164"/>
            </a:xfrm>
            <a:custGeom>
              <a:avLst/>
              <a:gdLst>
                <a:gd name="connsiteX0" fmla="*/ 20522 w 20676"/>
                <a:gd name="connsiteY0" fmla="*/ 11757 h 25264"/>
                <a:gd name="connsiteX1" fmla="*/ 11091 w 20676"/>
                <a:gd name="connsiteY1" fmla="*/ 25068 h 25264"/>
                <a:gd name="connsiteX2" fmla="*/ -79 w 20676"/>
                <a:gd name="connsiteY2" fmla="*/ 13153 h 25264"/>
                <a:gd name="connsiteX3" fmla="*/ 9339 w 20676"/>
                <a:gd name="connsiteY3" fmla="*/ -158 h 25264"/>
                <a:gd name="connsiteX4" fmla="*/ 20522 w 20676"/>
                <a:gd name="connsiteY4" fmla="*/ 11757 h 252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76" h="25264">
                  <a:moveTo>
                    <a:pt x="20522" y="11757"/>
                  </a:moveTo>
                  <a:cubicBezTo>
                    <a:pt x="21004" y="18722"/>
                    <a:pt x="16786" y="24680"/>
                    <a:pt x="11091" y="25068"/>
                  </a:cubicBezTo>
                  <a:cubicBezTo>
                    <a:pt x="5396" y="25444"/>
                    <a:pt x="403" y="20118"/>
                    <a:pt x="-79" y="13153"/>
                  </a:cubicBezTo>
                  <a:cubicBezTo>
                    <a:pt x="-561" y="6188"/>
                    <a:pt x="3657" y="230"/>
                    <a:pt x="9339" y="-158"/>
                  </a:cubicBezTo>
                  <a:cubicBezTo>
                    <a:pt x="15040" y="-540"/>
                    <a:pt x="20040" y="4805"/>
                    <a:pt x="20522" y="11757"/>
                  </a:cubicBezTo>
                  <a:close/>
                </a:path>
              </a:pathLst>
            </a:custGeom>
            <a:solidFill>
              <a:srgbClr val="332D2B"/>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20" name="Freeform: Shape 119">
              <a:extLst>
                <a:ext uri="{FF2B5EF4-FFF2-40B4-BE49-F238E27FC236}">
                  <a16:creationId xmlns:a16="http://schemas.microsoft.com/office/drawing/2014/main" id="{1972375E-C03D-BB79-D135-41A03F695659}"/>
                </a:ext>
              </a:extLst>
            </p:cNvPr>
            <p:cNvSpPr/>
            <p:nvPr/>
          </p:nvSpPr>
          <p:spPr>
            <a:xfrm rot="10800000" flipV="1">
              <a:off x="9966722" y="4434238"/>
              <a:ext cx="10773" cy="13164"/>
            </a:xfrm>
            <a:custGeom>
              <a:avLst/>
              <a:gdLst>
                <a:gd name="connsiteX0" fmla="*/ 20522 w 20675"/>
                <a:gd name="connsiteY0" fmla="*/ 11757 h 25264"/>
                <a:gd name="connsiteX1" fmla="*/ 11097 w 20675"/>
                <a:gd name="connsiteY1" fmla="*/ 25068 h 25264"/>
                <a:gd name="connsiteX2" fmla="*/ -80 w 20675"/>
                <a:gd name="connsiteY2" fmla="*/ 13146 h 25264"/>
                <a:gd name="connsiteX3" fmla="*/ 9345 w 20675"/>
                <a:gd name="connsiteY3" fmla="*/ -158 h 25264"/>
                <a:gd name="connsiteX4" fmla="*/ 20522 w 20675"/>
                <a:gd name="connsiteY4" fmla="*/ 11757 h 252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75" h="25264">
                  <a:moveTo>
                    <a:pt x="20522" y="11757"/>
                  </a:moveTo>
                  <a:cubicBezTo>
                    <a:pt x="21003" y="18722"/>
                    <a:pt x="16792" y="24680"/>
                    <a:pt x="11097" y="25068"/>
                  </a:cubicBezTo>
                  <a:cubicBezTo>
                    <a:pt x="5402" y="25444"/>
                    <a:pt x="408" y="20118"/>
                    <a:pt x="-80" y="13146"/>
                  </a:cubicBezTo>
                  <a:cubicBezTo>
                    <a:pt x="-556" y="6187"/>
                    <a:pt x="3662" y="236"/>
                    <a:pt x="9345" y="-158"/>
                  </a:cubicBezTo>
                  <a:cubicBezTo>
                    <a:pt x="15039" y="-540"/>
                    <a:pt x="20040" y="4798"/>
                    <a:pt x="20522" y="11757"/>
                  </a:cubicBezTo>
                  <a:close/>
                </a:path>
              </a:pathLst>
            </a:custGeom>
            <a:solidFill>
              <a:srgbClr val="332D2B"/>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21" name="Freeform: Shape 120">
              <a:extLst>
                <a:ext uri="{FF2B5EF4-FFF2-40B4-BE49-F238E27FC236}">
                  <a16:creationId xmlns:a16="http://schemas.microsoft.com/office/drawing/2014/main" id="{EAEEAE93-45A3-DBB8-E2B8-7C95D94EBEB1}"/>
                </a:ext>
              </a:extLst>
            </p:cNvPr>
            <p:cNvSpPr/>
            <p:nvPr/>
          </p:nvSpPr>
          <p:spPr>
            <a:xfrm rot="10800000" flipV="1">
              <a:off x="9838888" y="4415727"/>
              <a:ext cx="28279" cy="58162"/>
            </a:xfrm>
            <a:custGeom>
              <a:avLst/>
              <a:gdLst>
                <a:gd name="connsiteX0" fmla="*/ 1304 w 54274"/>
                <a:gd name="connsiteY0" fmla="*/ 20148 h 111624"/>
                <a:gd name="connsiteX1" fmla="*/ 40773 w 54274"/>
                <a:gd name="connsiteY1" fmla="*/ 7738 h 111624"/>
                <a:gd name="connsiteX2" fmla="*/ 22412 w 54274"/>
                <a:gd name="connsiteY2" fmla="*/ 110533 h 111624"/>
                <a:gd name="connsiteX3" fmla="*/ 1304 w 54274"/>
                <a:gd name="connsiteY3" fmla="*/ 20148 h 111624"/>
              </a:gdLst>
              <a:ahLst/>
              <a:cxnLst>
                <a:cxn ang="0">
                  <a:pos x="connsiteX0" y="connsiteY0"/>
                </a:cxn>
                <a:cxn ang="0">
                  <a:pos x="connsiteX1" y="connsiteY1"/>
                </a:cxn>
                <a:cxn ang="0">
                  <a:pos x="connsiteX2" y="connsiteY2"/>
                </a:cxn>
                <a:cxn ang="0">
                  <a:pos x="connsiteX3" y="connsiteY3"/>
                </a:cxn>
              </a:cxnLst>
              <a:rect l="l" t="t" r="r" b="b"/>
              <a:pathLst>
                <a:path w="54274" h="111624">
                  <a:moveTo>
                    <a:pt x="1304" y="20148"/>
                  </a:moveTo>
                  <a:cubicBezTo>
                    <a:pt x="1304" y="20148"/>
                    <a:pt x="15529" y="-15617"/>
                    <a:pt x="40773" y="7738"/>
                  </a:cubicBezTo>
                  <a:cubicBezTo>
                    <a:pt x="66012" y="31093"/>
                    <a:pt x="53120" y="98974"/>
                    <a:pt x="22412" y="110533"/>
                  </a:cubicBezTo>
                  <a:cubicBezTo>
                    <a:pt x="-8296" y="122098"/>
                    <a:pt x="1304" y="20148"/>
                    <a:pt x="1304" y="20148"/>
                  </a:cubicBez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22" name="Freeform: Shape 121">
              <a:extLst>
                <a:ext uri="{FF2B5EF4-FFF2-40B4-BE49-F238E27FC236}">
                  <a16:creationId xmlns:a16="http://schemas.microsoft.com/office/drawing/2014/main" id="{642DAD56-83D0-6B89-89F5-9573BDE2DB51}"/>
                </a:ext>
              </a:extLst>
            </p:cNvPr>
            <p:cNvSpPr/>
            <p:nvPr/>
          </p:nvSpPr>
          <p:spPr>
            <a:xfrm rot="10800000" flipV="1">
              <a:off x="9845431" y="4426960"/>
              <a:ext cx="15560" cy="32624"/>
            </a:xfrm>
            <a:custGeom>
              <a:avLst/>
              <a:gdLst>
                <a:gd name="connsiteX0" fmla="*/ -117 w 29863"/>
                <a:gd name="connsiteY0" fmla="*/ -177 h 62611"/>
                <a:gd name="connsiteX1" fmla="*/ 29746 w 29863"/>
                <a:gd name="connsiteY1" fmla="*/ -177 h 62611"/>
                <a:gd name="connsiteX2" fmla="*/ 29746 w 29863"/>
                <a:gd name="connsiteY2" fmla="*/ 62434 h 62611"/>
                <a:gd name="connsiteX3" fmla="*/ -117 w 29863"/>
                <a:gd name="connsiteY3" fmla="*/ 62434 h 62611"/>
              </a:gdLst>
              <a:ahLst/>
              <a:cxnLst>
                <a:cxn ang="0">
                  <a:pos x="connsiteX0" y="connsiteY0"/>
                </a:cxn>
                <a:cxn ang="0">
                  <a:pos x="connsiteX1" y="connsiteY1"/>
                </a:cxn>
                <a:cxn ang="0">
                  <a:pos x="connsiteX2" y="connsiteY2"/>
                </a:cxn>
                <a:cxn ang="0">
                  <a:pos x="connsiteX3" y="connsiteY3"/>
                </a:cxn>
              </a:cxnLst>
              <a:rect l="l" t="t" r="r" b="b"/>
              <a:pathLst>
                <a:path w="29863" h="62611">
                  <a:moveTo>
                    <a:pt x="-117" y="-177"/>
                  </a:moveTo>
                  <a:lnTo>
                    <a:pt x="29746" y="-177"/>
                  </a:lnTo>
                  <a:lnTo>
                    <a:pt x="29746" y="62434"/>
                  </a:lnTo>
                  <a:lnTo>
                    <a:pt x="-117" y="62434"/>
                  </a:ln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23" name="Freeform: Shape 122">
              <a:extLst>
                <a:ext uri="{FF2B5EF4-FFF2-40B4-BE49-F238E27FC236}">
                  <a16:creationId xmlns:a16="http://schemas.microsoft.com/office/drawing/2014/main" id="{96ECAC12-79D9-1ECC-A0E0-5C24853574DF}"/>
                </a:ext>
              </a:extLst>
            </p:cNvPr>
            <p:cNvSpPr/>
            <p:nvPr/>
          </p:nvSpPr>
          <p:spPr>
            <a:xfrm rot="10800000" flipV="1">
              <a:off x="9918599" y="4503200"/>
              <a:ext cx="48765" cy="20599"/>
            </a:xfrm>
            <a:custGeom>
              <a:avLst/>
              <a:gdLst>
                <a:gd name="connsiteX0" fmla="*/ 38708 w 93590"/>
                <a:gd name="connsiteY0" fmla="*/ 15199 h 39533"/>
                <a:gd name="connsiteX1" fmla="*/ 93472 w 93590"/>
                <a:gd name="connsiteY1" fmla="*/ -177 h 39533"/>
                <a:gd name="connsiteX2" fmla="*/ 44209 w 93590"/>
                <a:gd name="connsiteY2" fmla="*/ 38973 h 39533"/>
                <a:gd name="connsiteX3" fmla="*/ -117 w 93590"/>
                <a:gd name="connsiteY3" fmla="*/ 14072 h 39533"/>
                <a:gd name="connsiteX4" fmla="*/ 38708 w 93590"/>
                <a:gd name="connsiteY4" fmla="*/ 15199 h 395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90" h="39533">
                  <a:moveTo>
                    <a:pt x="38708" y="15199"/>
                  </a:moveTo>
                  <a:cubicBezTo>
                    <a:pt x="51305" y="13803"/>
                    <a:pt x="82464" y="6725"/>
                    <a:pt x="93472" y="-177"/>
                  </a:cubicBezTo>
                  <a:cubicBezTo>
                    <a:pt x="93472" y="-177"/>
                    <a:pt x="94336" y="32364"/>
                    <a:pt x="44209" y="38973"/>
                  </a:cubicBezTo>
                  <a:cubicBezTo>
                    <a:pt x="13764" y="42991"/>
                    <a:pt x="-117" y="14072"/>
                    <a:pt x="-117" y="14072"/>
                  </a:cubicBezTo>
                  <a:cubicBezTo>
                    <a:pt x="-117" y="14072"/>
                    <a:pt x="26104" y="16594"/>
                    <a:pt x="38708" y="15199"/>
                  </a:cubicBezTo>
                  <a:close/>
                </a:path>
              </a:pathLst>
            </a:custGeom>
            <a:solidFill>
              <a:srgbClr val="FFFFFF"/>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24" name="Freeform: Shape 123">
              <a:extLst>
                <a:ext uri="{FF2B5EF4-FFF2-40B4-BE49-F238E27FC236}">
                  <a16:creationId xmlns:a16="http://schemas.microsoft.com/office/drawing/2014/main" id="{FA7374E4-66C4-91B5-AD76-A65ABF0FBC24}"/>
                </a:ext>
              </a:extLst>
            </p:cNvPr>
            <p:cNvSpPr/>
            <p:nvPr/>
          </p:nvSpPr>
          <p:spPr>
            <a:xfrm rot="10800000" flipV="1">
              <a:off x="9966381" y="4413972"/>
              <a:ext cx="25487" cy="9296"/>
            </a:xfrm>
            <a:custGeom>
              <a:avLst/>
              <a:gdLst>
                <a:gd name="connsiteX0" fmla="*/ 43420 w 48915"/>
                <a:gd name="connsiteY0" fmla="*/ 1594 h 17841"/>
                <a:gd name="connsiteX1" fmla="*/ 12324 w 48915"/>
                <a:gd name="connsiteY1" fmla="*/ 3371 h 17841"/>
                <a:gd name="connsiteX2" fmla="*/ 71 w 48915"/>
                <a:gd name="connsiteY2" fmla="*/ 17664 h 17841"/>
                <a:gd name="connsiteX3" fmla="*/ 13288 w 48915"/>
                <a:gd name="connsiteY3" fmla="*/ 12195 h 17841"/>
                <a:gd name="connsiteX4" fmla="*/ 48233 w 48915"/>
                <a:gd name="connsiteY4" fmla="*/ 14360 h 17841"/>
                <a:gd name="connsiteX5" fmla="*/ 43420 w 48915"/>
                <a:gd name="connsiteY5" fmla="*/ 1594 h 17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915" h="17841">
                  <a:moveTo>
                    <a:pt x="43420" y="1594"/>
                  </a:moveTo>
                  <a:cubicBezTo>
                    <a:pt x="43420" y="1594"/>
                    <a:pt x="27256" y="-3394"/>
                    <a:pt x="12324" y="3371"/>
                  </a:cubicBezTo>
                  <a:cubicBezTo>
                    <a:pt x="-2614" y="10130"/>
                    <a:pt x="71" y="17664"/>
                    <a:pt x="71" y="17664"/>
                  </a:cubicBezTo>
                  <a:cubicBezTo>
                    <a:pt x="71" y="17664"/>
                    <a:pt x="5171" y="11713"/>
                    <a:pt x="13288" y="12195"/>
                  </a:cubicBezTo>
                  <a:cubicBezTo>
                    <a:pt x="21411" y="12677"/>
                    <a:pt x="45592" y="22270"/>
                    <a:pt x="48233" y="14360"/>
                  </a:cubicBezTo>
                  <a:cubicBezTo>
                    <a:pt x="50874" y="6456"/>
                    <a:pt x="43420" y="1594"/>
                    <a:pt x="43420" y="1594"/>
                  </a:cubicBezTo>
                  <a:close/>
                </a:path>
              </a:pathLst>
            </a:custGeom>
            <a:solidFill>
              <a:srgbClr val="332D2B"/>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25" name="Freeform: Shape 124">
              <a:extLst>
                <a:ext uri="{FF2B5EF4-FFF2-40B4-BE49-F238E27FC236}">
                  <a16:creationId xmlns:a16="http://schemas.microsoft.com/office/drawing/2014/main" id="{689E9762-3413-7868-9F71-79F88C4C3BD5}"/>
                </a:ext>
              </a:extLst>
            </p:cNvPr>
            <p:cNvSpPr/>
            <p:nvPr/>
          </p:nvSpPr>
          <p:spPr>
            <a:xfrm rot="10800000" flipV="1">
              <a:off x="9951535" y="4475092"/>
              <a:ext cx="24976" cy="16890"/>
            </a:xfrm>
            <a:custGeom>
              <a:avLst/>
              <a:gdLst>
                <a:gd name="connsiteX0" fmla="*/ 46043 w 47933"/>
                <a:gd name="connsiteY0" fmla="*/ 32239 h 32416"/>
                <a:gd name="connsiteX1" fmla="*/ 45886 w 47933"/>
                <a:gd name="connsiteY1" fmla="*/ 32233 h 32416"/>
                <a:gd name="connsiteX2" fmla="*/ 1629 w 47933"/>
                <a:gd name="connsiteY2" fmla="*/ 19185 h 32416"/>
                <a:gd name="connsiteX3" fmla="*/ 534 w 47933"/>
                <a:gd name="connsiteY3" fmla="*/ 14385 h 32416"/>
                <a:gd name="connsiteX4" fmla="*/ 9733 w 47933"/>
                <a:gd name="connsiteY4" fmla="*/ -177 h 32416"/>
                <a:gd name="connsiteX5" fmla="*/ 12925 w 47933"/>
                <a:gd name="connsiteY5" fmla="*/ 2945 h 32416"/>
                <a:gd name="connsiteX6" fmla="*/ 9189 w 47933"/>
                <a:gd name="connsiteY6" fmla="*/ 12539 h 32416"/>
                <a:gd name="connsiteX7" fmla="*/ 46869 w 47933"/>
                <a:gd name="connsiteY7" fmla="*/ 29110 h 32416"/>
                <a:gd name="connsiteX8" fmla="*/ 46043 w 47933"/>
                <a:gd name="connsiteY8" fmla="*/ 32239 h 32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33" h="32416">
                  <a:moveTo>
                    <a:pt x="46043" y="32239"/>
                  </a:moveTo>
                  <a:cubicBezTo>
                    <a:pt x="45993" y="32239"/>
                    <a:pt x="45936" y="32239"/>
                    <a:pt x="45886" y="32233"/>
                  </a:cubicBezTo>
                  <a:cubicBezTo>
                    <a:pt x="30467" y="30969"/>
                    <a:pt x="15898" y="24917"/>
                    <a:pt x="1629" y="19185"/>
                  </a:cubicBezTo>
                  <a:cubicBezTo>
                    <a:pt x="-355" y="18384"/>
                    <a:pt x="-542" y="15937"/>
                    <a:pt x="534" y="14385"/>
                  </a:cubicBezTo>
                  <a:cubicBezTo>
                    <a:pt x="3851" y="9629"/>
                    <a:pt x="6918" y="4773"/>
                    <a:pt x="9733" y="-177"/>
                  </a:cubicBezTo>
                  <a:cubicBezTo>
                    <a:pt x="10785" y="886"/>
                    <a:pt x="11849" y="1925"/>
                    <a:pt x="12925" y="2945"/>
                  </a:cubicBezTo>
                  <a:cubicBezTo>
                    <a:pt x="10610" y="7188"/>
                    <a:pt x="8926" y="10887"/>
                    <a:pt x="9189" y="12539"/>
                  </a:cubicBezTo>
                  <a:cubicBezTo>
                    <a:pt x="10647" y="21500"/>
                    <a:pt x="38921" y="25455"/>
                    <a:pt x="46869" y="29110"/>
                  </a:cubicBezTo>
                  <a:cubicBezTo>
                    <a:pt x="48609" y="29911"/>
                    <a:pt x="47726" y="32239"/>
                    <a:pt x="46043" y="32239"/>
                  </a:cubicBez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26" name="Freeform: Shape 125">
              <a:extLst>
                <a:ext uri="{FF2B5EF4-FFF2-40B4-BE49-F238E27FC236}">
                  <a16:creationId xmlns:a16="http://schemas.microsoft.com/office/drawing/2014/main" id="{F5264274-FD84-2726-39C3-A0BF442F1347}"/>
                </a:ext>
              </a:extLst>
            </p:cNvPr>
            <p:cNvSpPr/>
            <p:nvPr/>
          </p:nvSpPr>
          <p:spPr>
            <a:xfrm rot="10800000" flipV="1">
              <a:off x="9957448" y="4431923"/>
              <a:ext cx="13930" cy="44796"/>
            </a:xfrm>
            <a:custGeom>
              <a:avLst/>
              <a:gdLst>
                <a:gd name="connsiteX0" fmla="*/ 3075 w 26734"/>
                <a:gd name="connsiteY0" fmla="*/ 85796 h 85973"/>
                <a:gd name="connsiteX1" fmla="*/ -117 w 26734"/>
                <a:gd name="connsiteY1" fmla="*/ 82673 h 85973"/>
                <a:gd name="connsiteX2" fmla="*/ 23345 w 26734"/>
                <a:gd name="connsiteY2" fmla="*/ 1149 h 85973"/>
                <a:gd name="connsiteX3" fmla="*/ 24934 w 26734"/>
                <a:gd name="connsiteY3" fmla="*/ -177 h 85973"/>
                <a:gd name="connsiteX4" fmla="*/ 26618 w 26734"/>
                <a:gd name="connsiteY4" fmla="*/ 1281 h 85973"/>
                <a:gd name="connsiteX5" fmla="*/ 14002 w 26734"/>
                <a:gd name="connsiteY5" fmla="*/ 66903 h 85973"/>
                <a:gd name="connsiteX6" fmla="*/ 3075 w 26734"/>
                <a:gd name="connsiteY6" fmla="*/ 85796 h 85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34" h="85973">
                  <a:moveTo>
                    <a:pt x="3075" y="85796"/>
                  </a:moveTo>
                  <a:cubicBezTo>
                    <a:pt x="1998" y="84776"/>
                    <a:pt x="935" y="83737"/>
                    <a:pt x="-117" y="82673"/>
                  </a:cubicBezTo>
                  <a:cubicBezTo>
                    <a:pt x="14089" y="57710"/>
                    <a:pt x="21918" y="30343"/>
                    <a:pt x="23345" y="1149"/>
                  </a:cubicBezTo>
                  <a:cubicBezTo>
                    <a:pt x="23389" y="254"/>
                    <a:pt x="24158" y="-177"/>
                    <a:pt x="24934" y="-177"/>
                  </a:cubicBezTo>
                  <a:cubicBezTo>
                    <a:pt x="25773" y="-177"/>
                    <a:pt x="26630" y="323"/>
                    <a:pt x="26618" y="1281"/>
                  </a:cubicBezTo>
                  <a:cubicBezTo>
                    <a:pt x="26267" y="23878"/>
                    <a:pt x="22469" y="45888"/>
                    <a:pt x="14002" y="66903"/>
                  </a:cubicBezTo>
                  <a:cubicBezTo>
                    <a:pt x="12863" y="69731"/>
                    <a:pt x="7036" y="78549"/>
                    <a:pt x="3075" y="85796"/>
                  </a:cubicBez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27" name="Freeform: Shape 126">
              <a:extLst>
                <a:ext uri="{FF2B5EF4-FFF2-40B4-BE49-F238E27FC236}">
                  <a16:creationId xmlns:a16="http://schemas.microsoft.com/office/drawing/2014/main" id="{34454B8F-3C1D-30D4-5FF7-50AC7D2E8304}"/>
                </a:ext>
              </a:extLst>
            </p:cNvPr>
            <p:cNvSpPr/>
            <p:nvPr/>
          </p:nvSpPr>
          <p:spPr>
            <a:xfrm rot="10800000" flipV="1">
              <a:off x="10557261" y="4370856"/>
              <a:ext cx="82432" cy="214815"/>
            </a:xfrm>
            <a:custGeom>
              <a:avLst/>
              <a:gdLst>
                <a:gd name="connsiteX0" fmla="*/ 107315 w 158204"/>
                <a:gd name="connsiteY0" fmla="*/ 320723 h 412274"/>
                <a:gd name="connsiteX1" fmla="*/ 150001 w 158204"/>
                <a:gd name="connsiteY1" fmla="*/ 197771 h 412274"/>
                <a:gd name="connsiteX2" fmla="*/ 151097 w 158204"/>
                <a:gd name="connsiteY2" fmla="*/ 111110 h 412274"/>
                <a:gd name="connsiteX3" fmla="*/ 120332 w 158204"/>
                <a:gd name="connsiteY3" fmla="*/ 162288 h 412274"/>
                <a:gd name="connsiteX4" fmla="*/ 114193 w 158204"/>
                <a:gd name="connsiteY4" fmla="*/ 28560 h 412274"/>
                <a:gd name="connsiteX5" fmla="*/ 93022 w 158204"/>
                <a:gd name="connsiteY5" fmla="*/ 118626 h 412274"/>
                <a:gd name="connsiteX6" fmla="*/ 80831 w 158204"/>
                <a:gd name="connsiteY6" fmla="*/ -177 h 412274"/>
                <a:gd name="connsiteX7" fmla="*/ 65017 w 158204"/>
                <a:gd name="connsiteY7" fmla="*/ 130866 h 412274"/>
                <a:gd name="connsiteX8" fmla="*/ 48302 w 158204"/>
                <a:gd name="connsiteY8" fmla="*/ 42678 h 412274"/>
                <a:gd name="connsiteX9" fmla="*/ 41862 w 158204"/>
                <a:gd name="connsiteY9" fmla="*/ 168834 h 412274"/>
                <a:gd name="connsiteX10" fmla="*/ 23726 w 158204"/>
                <a:gd name="connsiteY10" fmla="*/ 94081 h 412274"/>
                <a:gd name="connsiteX11" fmla="*/ 23063 w 158204"/>
                <a:gd name="connsiteY11" fmla="*/ 225488 h 412274"/>
                <a:gd name="connsiteX12" fmla="*/ 7042 w 158204"/>
                <a:gd name="connsiteY12" fmla="*/ 334854 h 412274"/>
                <a:gd name="connsiteX13" fmla="*/ -117 w 158204"/>
                <a:gd name="connsiteY13" fmla="*/ 412097 h 412274"/>
                <a:gd name="connsiteX14" fmla="*/ 107315 w 158204"/>
                <a:gd name="connsiteY14" fmla="*/ 320723 h 41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8204" h="412274">
                  <a:moveTo>
                    <a:pt x="107315" y="320723"/>
                  </a:moveTo>
                  <a:cubicBezTo>
                    <a:pt x="152999" y="261447"/>
                    <a:pt x="150001" y="197771"/>
                    <a:pt x="150001" y="197771"/>
                  </a:cubicBezTo>
                  <a:cubicBezTo>
                    <a:pt x="150001" y="197771"/>
                    <a:pt x="167443" y="115834"/>
                    <a:pt x="151097" y="111110"/>
                  </a:cubicBezTo>
                  <a:cubicBezTo>
                    <a:pt x="134757" y="106385"/>
                    <a:pt x="129800" y="166762"/>
                    <a:pt x="120332" y="162288"/>
                  </a:cubicBezTo>
                  <a:cubicBezTo>
                    <a:pt x="110851" y="157813"/>
                    <a:pt x="132729" y="29930"/>
                    <a:pt x="114193" y="28560"/>
                  </a:cubicBezTo>
                  <a:cubicBezTo>
                    <a:pt x="97734" y="27352"/>
                    <a:pt x="106314" y="131498"/>
                    <a:pt x="93022" y="118626"/>
                  </a:cubicBezTo>
                  <a:cubicBezTo>
                    <a:pt x="79723" y="105753"/>
                    <a:pt x="96670" y="-290"/>
                    <a:pt x="80831" y="-177"/>
                  </a:cubicBezTo>
                  <a:cubicBezTo>
                    <a:pt x="58828" y="-21"/>
                    <a:pt x="73328" y="139171"/>
                    <a:pt x="65017" y="130866"/>
                  </a:cubicBezTo>
                  <a:cubicBezTo>
                    <a:pt x="61306" y="127161"/>
                    <a:pt x="63828" y="32233"/>
                    <a:pt x="48302" y="42678"/>
                  </a:cubicBezTo>
                  <a:cubicBezTo>
                    <a:pt x="32788" y="53122"/>
                    <a:pt x="49860" y="176006"/>
                    <a:pt x="41862" y="168834"/>
                  </a:cubicBezTo>
                  <a:cubicBezTo>
                    <a:pt x="33871" y="161662"/>
                    <a:pt x="35122" y="83487"/>
                    <a:pt x="23726" y="94081"/>
                  </a:cubicBezTo>
                  <a:cubicBezTo>
                    <a:pt x="12330" y="104670"/>
                    <a:pt x="20923" y="207265"/>
                    <a:pt x="23063" y="225488"/>
                  </a:cubicBezTo>
                  <a:cubicBezTo>
                    <a:pt x="29621" y="281466"/>
                    <a:pt x="7042" y="334854"/>
                    <a:pt x="7042" y="334854"/>
                  </a:cubicBezTo>
                  <a:lnTo>
                    <a:pt x="-117" y="412097"/>
                  </a:lnTo>
                  <a:cubicBezTo>
                    <a:pt x="-117" y="412097"/>
                    <a:pt x="91082" y="341769"/>
                    <a:pt x="107315" y="320723"/>
                  </a:cubicBezTo>
                  <a:close/>
                </a:path>
              </a:pathLst>
            </a:custGeom>
            <a:solidFill>
              <a:srgbClr val="D0D0D0"/>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28" name="Freeform: Shape 127">
              <a:extLst>
                <a:ext uri="{FF2B5EF4-FFF2-40B4-BE49-F238E27FC236}">
                  <a16:creationId xmlns:a16="http://schemas.microsoft.com/office/drawing/2014/main" id="{F6E33E62-EBB1-81FC-B839-7DA47F22B297}"/>
                </a:ext>
              </a:extLst>
            </p:cNvPr>
            <p:cNvSpPr/>
            <p:nvPr/>
          </p:nvSpPr>
          <p:spPr>
            <a:xfrm rot="10800000" flipV="1">
              <a:off x="10941715" y="6027748"/>
              <a:ext cx="140125" cy="72101"/>
            </a:xfrm>
            <a:custGeom>
              <a:avLst/>
              <a:gdLst>
                <a:gd name="connsiteX0" fmla="*/ 73772 w 268927"/>
                <a:gd name="connsiteY0" fmla="*/ 23322 h 138377"/>
                <a:gd name="connsiteX1" fmla="*/ 127823 w 268927"/>
                <a:gd name="connsiteY1" fmla="*/ 91203 h 138377"/>
                <a:gd name="connsiteX2" fmla="*/ 256626 w 268927"/>
                <a:gd name="connsiteY2" fmla="*/ 116441 h 138377"/>
                <a:gd name="connsiteX3" fmla="*/ 268810 w 268927"/>
                <a:gd name="connsiteY3" fmla="*/ 138201 h 138377"/>
                <a:gd name="connsiteX4" fmla="*/ -117 w 268927"/>
                <a:gd name="connsiteY4" fmla="*/ 138201 h 138377"/>
                <a:gd name="connsiteX5" fmla="*/ 5891 w 268927"/>
                <a:gd name="connsiteY5" fmla="*/ -177 h 138377"/>
                <a:gd name="connsiteX6" fmla="*/ 73772 w 268927"/>
                <a:gd name="connsiteY6" fmla="*/ 23322 h 138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8927" h="138377">
                  <a:moveTo>
                    <a:pt x="73772" y="23322"/>
                  </a:moveTo>
                  <a:cubicBezTo>
                    <a:pt x="73772" y="23322"/>
                    <a:pt x="96489" y="78148"/>
                    <a:pt x="127823" y="91203"/>
                  </a:cubicBezTo>
                  <a:cubicBezTo>
                    <a:pt x="159151" y="104257"/>
                    <a:pt x="256626" y="116441"/>
                    <a:pt x="256626" y="116441"/>
                  </a:cubicBezTo>
                  <a:lnTo>
                    <a:pt x="268810" y="138201"/>
                  </a:lnTo>
                  <a:lnTo>
                    <a:pt x="-117" y="138201"/>
                  </a:lnTo>
                  <a:lnTo>
                    <a:pt x="5891" y="-177"/>
                  </a:lnTo>
                  <a:lnTo>
                    <a:pt x="73772" y="23322"/>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29" name="Freeform: Shape 128">
              <a:extLst>
                <a:ext uri="{FF2B5EF4-FFF2-40B4-BE49-F238E27FC236}">
                  <a16:creationId xmlns:a16="http://schemas.microsoft.com/office/drawing/2014/main" id="{81F14969-C8C6-3E15-E4A6-8018CDBE9249}"/>
                </a:ext>
              </a:extLst>
            </p:cNvPr>
            <p:cNvSpPr/>
            <p:nvPr/>
          </p:nvSpPr>
          <p:spPr>
            <a:xfrm rot="10800000" flipV="1">
              <a:off x="10953222" y="5021432"/>
              <a:ext cx="155577" cy="1034586"/>
            </a:xfrm>
            <a:custGeom>
              <a:avLst/>
              <a:gdLst>
                <a:gd name="connsiteX0" fmla="*/ 245825 w 298584"/>
                <a:gd name="connsiteY0" fmla="*/ 212653 h 1985578"/>
                <a:gd name="connsiteX1" fmla="*/ 244729 w 298584"/>
                <a:gd name="connsiteY1" fmla="*/ 231420 h 1985578"/>
                <a:gd name="connsiteX2" fmla="*/ 298467 w 298584"/>
                <a:gd name="connsiteY2" fmla="*/ 1129713 h 1985578"/>
                <a:gd name="connsiteX3" fmla="*/ 143875 w 298584"/>
                <a:gd name="connsiteY3" fmla="*/ 1985401 h 1985578"/>
                <a:gd name="connsiteX4" fmla="*/ 49610 w 298584"/>
                <a:gd name="connsiteY4" fmla="*/ 1984332 h 1985578"/>
                <a:gd name="connsiteX5" fmla="*/ 77164 w 298584"/>
                <a:gd name="connsiteY5" fmla="*/ 1194835 h 1985578"/>
                <a:gd name="connsiteX6" fmla="*/ 104950 w 298584"/>
                <a:gd name="connsiteY6" fmla="*/ 1137411 h 1985578"/>
                <a:gd name="connsiteX7" fmla="*/ -117 w 298584"/>
                <a:gd name="connsiteY7" fmla="*/ 199849 h 1985578"/>
                <a:gd name="connsiteX8" fmla="*/ 118523 w 298584"/>
                <a:gd name="connsiteY8" fmla="*/ -177 h 1985578"/>
                <a:gd name="connsiteX9" fmla="*/ 245825 w 298584"/>
                <a:gd name="connsiteY9" fmla="*/ 212653 h 1985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8584" h="1985578">
                  <a:moveTo>
                    <a:pt x="245825" y="212653"/>
                  </a:moveTo>
                  <a:lnTo>
                    <a:pt x="244729" y="231420"/>
                  </a:lnTo>
                  <a:lnTo>
                    <a:pt x="298467" y="1129713"/>
                  </a:lnTo>
                  <a:lnTo>
                    <a:pt x="143875" y="1985401"/>
                  </a:lnTo>
                  <a:lnTo>
                    <a:pt x="49610" y="1984332"/>
                  </a:lnTo>
                  <a:lnTo>
                    <a:pt x="77164" y="1194835"/>
                  </a:lnTo>
                  <a:lnTo>
                    <a:pt x="104950" y="1137411"/>
                  </a:lnTo>
                  <a:lnTo>
                    <a:pt x="-117" y="199849"/>
                  </a:lnTo>
                  <a:lnTo>
                    <a:pt x="118523" y="-177"/>
                  </a:lnTo>
                  <a:lnTo>
                    <a:pt x="245825" y="212653"/>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30" name="Freeform: Shape 129">
              <a:extLst>
                <a:ext uri="{FF2B5EF4-FFF2-40B4-BE49-F238E27FC236}">
                  <a16:creationId xmlns:a16="http://schemas.microsoft.com/office/drawing/2014/main" id="{84430E7D-5C4F-FE6E-C85B-71939D4011CB}"/>
                </a:ext>
              </a:extLst>
            </p:cNvPr>
            <p:cNvSpPr/>
            <p:nvPr/>
          </p:nvSpPr>
          <p:spPr>
            <a:xfrm rot="10800000" flipV="1">
              <a:off x="11255153" y="6028882"/>
              <a:ext cx="82604" cy="71648"/>
            </a:xfrm>
            <a:custGeom>
              <a:avLst/>
              <a:gdLst>
                <a:gd name="connsiteX0" fmla="*/ 81432 w 158535"/>
                <a:gd name="connsiteY0" fmla="*/ -177 h 137507"/>
                <a:gd name="connsiteX1" fmla="*/ 44447 w 158535"/>
                <a:gd name="connsiteY1" fmla="*/ 72053 h 137507"/>
                <a:gd name="connsiteX2" fmla="*/ -117 w 158535"/>
                <a:gd name="connsiteY2" fmla="*/ 136023 h 137507"/>
                <a:gd name="connsiteX3" fmla="*/ 158418 w 158535"/>
                <a:gd name="connsiteY3" fmla="*/ 137330 h 137507"/>
                <a:gd name="connsiteX4" fmla="*/ 145758 w 158535"/>
                <a:gd name="connsiteY4" fmla="*/ 82097 h 137507"/>
                <a:gd name="connsiteX5" fmla="*/ 138868 w 158535"/>
                <a:gd name="connsiteY5" fmla="*/ 52040 h 137507"/>
                <a:gd name="connsiteX6" fmla="*/ 137135 w 158535"/>
                <a:gd name="connsiteY6" fmla="*/ -177 h 137507"/>
                <a:gd name="connsiteX7" fmla="*/ 81432 w 158535"/>
                <a:gd name="connsiteY7" fmla="*/ -177 h 137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535" h="137507">
                  <a:moveTo>
                    <a:pt x="81432" y="-177"/>
                  </a:moveTo>
                  <a:lnTo>
                    <a:pt x="44447" y="72053"/>
                  </a:lnTo>
                  <a:cubicBezTo>
                    <a:pt x="44447" y="72053"/>
                    <a:pt x="7387" y="95552"/>
                    <a:pt x="-117" y="136023"/>
                  </a:cubicBezTo>
                  <a:lnTo>
                    <a:pt x="158418" y="137330"/>
                  </a:lnTo>
                  <a:cubicBezTo>
                    <a:pt x="158418" y="112962"/>
                    <a:pt x="145758" y="82097"/>
                    <a:pt x="145758" y="82097"/>
                  </a:cubicBezTo>
                  <a:lnTo>
                    <a:pt x="138868" y="52040"/>
                  </a:lnTo>
                  <a:lnTo>
                    <a:pt x="137135" y="-177"/>
                  </a:lnTo>
                  <a:lnTo>
                    <a:pt x="81432" y="-177"/>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31" name="Freeform: Shape 130">
              <a:extLst>
                <a:ext uri="{FF2B5EF4-FFF2-40B4-BE49-F238E27FC236}">
                  <a16:creationId xmlns:a16="http://schemas.microsoft.com/office/drawing/2014/main" id="{F3E63B6C-0530-E922-80AD-801D048C9817}"/>
                </a:ext>
              </a:extLst>
            </p:cNvPr>
            <p:cNvSpPr/>
            <p:nvPr/>
          </p:nvSpPr>
          <p:spPr>
            <a:xfrm rot="10800000" flipV="1">
              <a:off x="11035670" y="4958085"/>
              <a:ext cx="278237" cy="1097375"/>
            </a:xfrm>
            <a:custGeom>
              <a:avLst/>
              <a:gdLst>
                <a:gd name="connsiteX0" fmla="*/ 99154 w 533993"/>
                <a:gd name="connsiteY0" fmla="*/ 2105907 h 2106084"/>
                <a:gd name="connsiteX1" fmla="*/ 353882 w 533993"/>
                <a:gd name="connsiteY1" fmla="*/ 1212414 h 2106084"/>
                <a:gd name="connsiteX2" fmla="*/ 533876 w 533993"/>
                <a:gd name="connsiteY2" fmla="*/ 188697 h 2106084"/>
                <a:gd name="connsiteX3" fmla="*/ 496322 w 533993"/>
                <a:gd name="connsiteY3" fmla="*/ -177 h 2106084"/>
                <a:gd name="connsiteX4" fmla="*/ 235373 w 533993"/>
                <a:gd name="connsiteY4" fmla="*/ 163727 h 2106084"/>
                <a:gd name="connsiteX5" fmla="*/ 204847 w 533993"/>
                <a:gd name="connsiteY5" fmla="*/ 334228 h 2106084"/>
                <a:gd name="connsiteX6" fmla="*/ 132278 w 533993"/>
                <a:gd name="connsiteY6" fmla="*/ 1189090 h 2106084"/>
                <a:gd name="connsiteX7" fmla="*/ -117 w 533993"/>
                <a:gd name="connsiteY7" fmla="*/ 2105907 h 2106084"/>
                <a:gd name="connsiteX8" fmla="*/ 99154 w 533993"/>
                <a:gd name="connsiteY8" fmla="*/ 2105907 h 2106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993" h="2106084">
                  <a:moveTo>
                    <a:pt x="99154" y="2105907"/>
                  </a:moveTo>
                  <a:lnTo>
                    <a:pt x="353882" y="1212414"/>
                  </a:lnTo>
                  <a:lnTo>
                    <a:pt x="533876" y="188697"/>
                  </a:lnTo>
                  <a:lnTo>
                    <a:pt x="496322" y="-177"/>
                  </a:lnTo>
                  <a:lnTo>
                    <a:pt x="235373" y="163727"/>
                  </a:lnTo>
                  <a:lnTo>
                    <a:pt x="204847" y="334228"/>
                  </a:lnTo>
                  <a:lnTo>
                    <a:pt x="132278" y="1189090"/>
                  </a:lnTo>
                  <a:lnTo>
                    <a:pt x="-117" y="2105907"/>
                  </a:lnTo>
                  <a:lnTo>
                    <a:pt x="99154" y="2105907"/>
                  </a:ln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32" name="Freeform: Shape 131">
              <a:extLst>
                <a:ext uri="{FF2B5EF4-FFF2-40B4-BE49-F238E27FC236}">
                  <a16:creationId xmlns:a16="http://schemas.microsoft.com/office/drawing/2014/main" id="{ECC77F93-DEFE-FCDF-BD5F-2E4A031089BD}"/>
                </a:ext>
              </a:extLst>
            </p:cNvPr>
            <p:cNvSpPr/>
            <p:nvPr/>
          </p:nvSpPr>
          <p:spPr>
            <a:xfrm rot="10800000" flipV="1">
              <a:off x="10950799" y="4433764"/>
              <a:ext cx="99543" cy="224679"/>
            </a:xfrm>
            <a:custGeom>
              <a:avLst/>
              <a:gdLst>
                <a:gd name="connsiteX0" fmla="*/ -117 w 191043"/>
                <a:gd name="connsiteY0" fmla="*/ 247338 h 431206"/>
                <a:gd name="connsiteX1" fmla="*/ 97409 w 191043"/>
                <a:gd name="connsiteY1" fmla="*/ 430592 h 431206"/>
                <a:gd name="connsiteX2" fmla="*/ 168944 w 191043"/>
                <a:gd name="connsiteY2" fmla="*/ 276137 h 431206"/>
                <a:gd name="connsiteX3" fmla="*/ 176517 w 191043"/>
                <a:gd name="connsiteY3" fmla="*/ 208525 h 431206"/>
                <a:gd name="connsiteX4" fmla="*/ 186242 w 191043"/>
                <a:gd name="connsiteY4" fmla="*/ 131683 h 431206"/>
                <a:gd name="connsiteX5" fmla="*/ 190560 w 191043"/>
                <a:gd name="connsiteY5" fmla="*/ 107896 h 431206"/>
                <a:gd name="connsiteX6" fmla="*/ 45617 w 191043"/>
                <a:gd name="connsiteY6" fmla="*/ 3718 h 431206"/>
                <a:gd name="connsiteX7" fmla="*/ 37306 w 191043"/>
                <a:gd name="connsiteY7" fmla="*/ 30546 h 431206"/>
                <a:gd name="connsiteX8" fmla="*/ -117 w 191043"/>
                <a:gd name="connsiteY8" fmla="*/ 247338 h 431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043" h="431206">
                  <a:moveTo>
                    <a:pt x="-117" y="247338"/>
                  </a:moveTo>
                  <a:cubicBezTo>
                    <a:pt x="-117" y="247338"/>
                    <a:pt x="48590" y="420611"/>
                    <a:pt x="97409" y="430592"/>
                  </a:cubicBezTo>
                  <a:cubicBezTo>
                    <a:pt x="146234" y="440580"/>
                    <a:pt x="168944" y="276137"/>
                    <a:pt x="168944" y="276137"/>
                  </a:cubicBezTo>
                  <a:cubicBezTo>
                    <a:pt x="168944" y="276137"/>
                    <a:pt x="172261" y="244578"/>
                    <a:pt x="176517" y="208525"/>
                  </a:cubicBezTo>
                  <a:cubicBezTo>
                    <a:pt x="179608" y="181603"/>
                    <a:pt x="183169" y="152147"/>
                    <a:pt x="186242" y="131683"/>
                  </a:cubicBezTo>
                  <a:cubicBezTo>
                    <a:pt x="187906" y="120468"/>
                    <a:pt x="189377" y="111901"/>
                    <a:pt x="190560" y="107896"/>
                  </a:cubicBezTo>
                  <a:cubicBezTo>
                    <a:pt x="196618" y="86700"/>
                    <a:pt x="126778" y="-21934"/>
                    <a:pt x="45617" y="3718"/>
                  </a:cubicBezTo>
                  <a:cubicBezTo>
                    <a:pt x="41900" y="11922"/>
                    <a:pt x="39290" y="20552"/>
                    <a:pt x="37306" y="30546"/>
                  </a:cubicBezTo>
                  <a:cubicBezTo>
                    <a:pt x="23157" y="101744"/>
                    <a:pt x="-117" y="247338"/>
                    <a:pt x="-117" y="247338"/>
                  </a:cubicBezTo>
                  <a:close/>
                </a:path>
              </a:pathLst>
            </a:custGeom>
            <a:solidFill>
              <a:srgbClr val="D0D0D0"/>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33" name="Freeform: Shape 132">
              <a:extLst>
                <a:ext uri="{FF2B5EF4-FFF2-40B4-BE49-F238E27FC236}">
                  <a16:creationId xmlns:a16="http://schemas.microsoft.com/office/drawing/2014/main" id="{89FEC73E-738A-A3BB-0E5E-43A3882F209A}"/>
                </a:ext>
              </a:extLst>
            </p:cNvPr>
            <p:cNvSpPr/>
            <p:nvPr/>
          </p:nvSpPr>
          <p:spPr>
            <a:xfrm rot="10800000" flipV="1">
              <a:off x="10957060" y="4611891"/>
              <a:ext cx="67559" cy="37335"/>
            </a:xfrm>
            <a:custGeom>
              <a:avLst/>
              <a:gdLst>
                <a:gd name="connsiteX0" fmla="*/ 50824 w 129660"/>
                <a:gd name="connsiteY0" fmla="*/ 2601 h 71654"/>
                <a:gd name="connsiteX1" fmla="*/ 72433 w 129660"/>
                <a:gd name="connsiteY1" fmla="*/ 53235 h 71654"/>
                <a:gd name="connsiteX2" fmla="*/ 93422 w 129660"/>
                <a:gd name="connsiteY2" fmla="*/ -177 h 71654"/>
                <a:gd name="connsiteX3" fmla="*/ 129544 w 129660"/>
                <a:gd name="connsiteY3" fmla="*/ 31313 h 71654"/>
                <a:gd name="connsiteX4" fmla="*/ 61006 w 129660"/>
                <a:gd name="connsiteY4" fmla="*/ 71139 h 71654"/>
                <a:gd name="connsiteX5" fmla="*/ -117 w 129660"/>
                <a:gd name="connsiteY5" fmla="*/ 42427 h 71654"/>
                <a:gd name="connsiteX6" fmla="*/ 50824 w 129660"/>
                <a:gd name="connsiteY6" fmla="*/ 2601 h 71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660" h="71654">
                  <a:moveTo>
                    <a:pt x="50824" y="2601"/>
                  </a:moveTo>
                  <a:lnTo>
                    <a:pt x="72433" y="53235"/>
                  </a:lnTo>
                  <a:lnTo>
                    <a:pt x="93422" y="-177"/>
                  </a:lnTo>
                  <a:lnTo>
                    <a:pt x="129544" y="31313"/>
                  </a:lnTo>
                  <a:cubicBezTo>
                    <a:pt x="129544" y="31313"/>
                    <a:pt x="97127" y="75770"/>
                    <a:pt x="61006" y="71139"/>
                  </a:cubicBezTo>
                  <a:cubicBezTo>
                    <a:pt x="24890" y="66508"/>
                    <a:pt x="-117" y="42427"/>
                    <a:pt x="-117" y="42427"/>
                  </a:cubicBezTo>
                  <a:lnTo>
                    <a:pt x="50824" y="2601"/>
                  </a:ln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34" name="Freeform: Shape 133">
              <a:extLst>
                <a:ext uri="{FF2B5EF4-FFF2-40B4-BE49-F238E27FC236}">
                  <a16:creationId xmlns:a16="http://schemas.microsoft.com/office/drawing/2014/main" id="{30C26585-8EDC-2AA4-4223-9BEAB06CDDA7}"/>
                </a:ext>
              </a:extLst>
            </p:cNvPr>
            <p:cNvSpPr/>
            <p:nvPr/>
          </p:nvSpPr>
          <p:spPr>
            <a:xfrm rot="10800000" flipV="1">
              <a:off x="10958354" y="4521720"/>
              <a:ext cx="59998" cy="35122"/>
            </a:xfrm>
            <a:custGeom>
              <a:avLst/>
              <a:gdLst>
                <a:gd name="connsiteX0" fmla="*/ 111589 w 115148"/>
                <a:gd name="connsiteY0" fmla="*/ 67228 h 67405"/>
                <a:gd name="connsiteX1" fmla="*/ -117 w 115148"/>
                <a:gd name="connsiteY1" fmla="*/ -177 h 67405"/>
                <a:gd name="connsiteX2" fmla="*/ 105119 w 115148"/>
                <a:gd name="connsiteY2" fmla="*/ 38641 h 67405"/>
                <a:gd name="connsiteX3" fmla="*/ 115031 w 115148"/>
                <a:gd name="connsiteY3" fmla="*/ 38347 h 67405"/>
                <a:gd name="connsiteX4" fmla="*/ 111589 w 115148"/>
                <a:gd name="connsiteY4" fmla="*/ 67228 h 674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48" h="67405">
                  <a:moveTo>
                    <a:pt x="111589" y="67228"/>
                  </a:moveTo>
                  <a:cubicBezTo>
                    <a:pt x="90988" y="63073"/>
                    <a:pt x="26737" y="55782"/>
                    <a:pt x="-117" y="-177"/>
                  </a:cubicBezTo>
                  <a:cubicBezTo>
                    <a:pt x="21261" y="20387"/>
                    <a:pt x="59854" y="38641"/>
                    <a:pt x="105119" y="38641"/>
                  </a:cubicBezTo>
                  <a:cubicBezTo>
                    <a:pt x="108385" y="38641"/>
                    <a:pt x="111696" y="38547"/>
                    <a:pt x="115031" y="38347"/>
                  </a:cubicBezTo>
                  <a:cubicBezTo>
                    <a:pt x="113679" y="49393"/>
                    <a:pt x="112472" y="59537"/>
                    <a:pt x="111589" y="67228"/>
                  </a:cubicBez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35" name="Freeform: Shape 134">
              <a:extLst>
                <a:ext uri="{FF2B5EF4-FFF2-40B4-BE49-F238E27FC236}">
                  <a16:creationId xmlns:a16="http://schemas.microsoft.com/office/drawing/2014/main" id="{E0E3150F-C51B-CBEA-730F-3ABD117E5420}"/>
                </a:ext>
              </a:extLst>
            </p:cNvPr>
            <p:cNvSpPr/>
            <p:nvPr/>
          </p:nvSpPr>
          <p:spPr>
            <a:xfrm rot="10800000" flipV="1">
              <a:off x="10787360" y="5279919"/>
              <a:ext cx="84710" cy="28741"/>
            </a:xfrm>
            <a:custGeom>
              <a:avLst/>
              <a:gdLst>
                <a:gd name="connsiteX0" fmla="*/ 1934 w 162575"/>
                <a:gd name="connsiteY0" fmla="*/ -177 h 55159"/>
                <a:gd name="connsiteX1" fmla="*/ 14588 w 162575"/>
                <a:gd name="connsiteY1" fmla="*/ 51689 h 55159"/>
                <a:gd name="connsiteX2" fmla="*/ 162459 w 162575"/>
                <a:gd name="connsiteY2" fmla="*/ 51689 h 55159"/>
                <a:gd name="connsiteX3" fmla="*/ 134060 w 162575"/>
                <a:gd name="connsiteY3" fmla="*/ 20818 h 55159"/>
                <a:gd name="connsiteX4" fmla="*/ 76023 w 162575"/>
                <a:gd name="connsiteY4" fmla="*/ 1055 h 55159"/>
                <a:gd name="connsiteX5" fmla="*/ 1934 w 162575"/>
                <a:gd name="connsiteY5" fmla="*/ -177 h 55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2575" h="55159">
                  <a:moveTo>
                    <a:pt x="1934" y="-177"/>
                  </a:moveTo>
                  <a:cubicBezTo>
                    <a:pt x="1934" y="-177"/>
                    <a:pt x="-7641" y="44280"/>
                    <a:pt x="14588" y="51689"/>
                  </a:cubicBezTo>
                  <a:cubicBezTo>
                    <a:pt x="36816" y="59099"/>
                    <a:pt x="162459" y="51689"/>
                    <a:pt x="162459" y="51689"/>
                  </a:cubicBezTo>
                  <a:cubicBezTo>
                    <a:pt x="162459" y="51689"/>
                    <a:pt x="153817" y="25756"/>
                    <a:pt x="134060" y="20818"/>
                  </a:cubicBezTo>
                  <a:cubicBezTo>
                    <a:pt x="114304" y="15881"/>
                    <a:pt x="76023" y="1055"/>
                    <a:pt x="76023" y="1055"/>
                  </a:cubicBezTo>
                  <a:lnTo>
                    <a:pt x="1934" y="-177"/>
                  </a:ln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36" name="Freeform: Shape 135">
              <a:extLst>
                <a:ext uri="{FF2B5EF4-FFF2-40B4-BE49-F238E27FC236}">
                  <a16:creationId xmlns:a16="http://schemas.microsoft.com/office/drawing/2014/main" id="{19155A9D-339C-36B0-0D1D-26FA6B10320E}"/>
                </a:ext>
              </a:extLst>
            </p:cNvPr>
            <p:cNvSpPr/>
            <p:nvPr/>
          </p:nvSpPr>
          <p:spPr>
            <a:xfrm rot="10800000" flipV="1">
              <a:off x="10830135" y="5268972"/>
              <a:ext cx="43727" cy="11605"/>
            </a:xfrm>
            <a:custGeom>
              <a:avLst/>
              <a:gdLst>
                <a:gd name="connsiteX0" fmla="*/ 83804 w 83920"/>
                <a:gd name="connsiteY0" fmla="*/ 22095 h 22272"/>
                <a:gd name="connsiteX1" fmla="*/ 5966 w 83920"/>
                <a:gd name="connsiteY1" fmla="*/ 20831 h 22272"/>
                <a:gd name="connsiteX2" fmla="*/ -117 w 83920"/>
                <a:gd name="connsiteY2" fmla="*/ -177 h 22272"/>
                <a:gd name="connsiteX3" fmla="*/ 81632 w 83920"/>
                <a:gd name="connsiteY3" fmla="*/ 1387 h 22272"/>
                <a:gd name="connsiteX4" fmla="*/ 83804 w 83920"/>
                <a:gd name="connsiteY4" fmla="*/ 22095 h 22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20" h="22272">
                  <a:moveTo>
                    <a:pt x="83804" y="22095"/>
                  </a:moveTo>
                  <a:lnTo>
                    <a:pt x="5966" y="20831"/>
                  </a:lnTo>
                  <a:cubicBezTo>
                    <a:pt x="5966" y="20831"/>
                    <a:pt x="3738" y="13309"/>
                    <a:pt x="-117" y="-177"/>
                  </a:cubicBezTo>
                  <a:lnTo>
                    <a:pt x="81632" y="1387"/>
                  </a:lnTo>
                  <a:lnTo>
                    <a:pt x="83804" y="22095"/>
                  </a:ln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37" name="Freeform: Shape 136">
              <a:extLst>
                <a:ext uri="{FF2B5EF4-FFF2-40B4-BE49-F238E27FC236}">
                  <a16:creationId xmlns:a16="http://schemas.microsoft.com/office/drawing/2014/main" id="{9D291BE6-961C-8CE1-4BF1-BCCDACBCFEDC}"/>
                </a:ext>
              </a:extLst>
            </p:cNvPr>
            <p:cNvSpPr/>
            <p:nvPr/>
          </p:nvSpPr>
          <p:spPr>
            <a:xfrm rot="10800000" flipV="1">
              <a:off x="10830793" y="4635179"/>
              <a:ext cx="106592" cy="634608"/>
            </a:xfrm>
            <a:custGeom>
              <a:avLst/>
              <a:gdLst>
                <a:gd name="connsiteX0" fmla="*/ 201263 w 204571"/>
                <a:gd name="connsiteY0" fmla="*/ 1196449 h 1217941"/>
                <a:gd name="connsiteX1" fmla="*/ 203547 w 204571"/>
                <a:gd name="connsiteY1" fmla="*/ 1217764 h 1217941"/>
                <a:gd name="connsiteX2" fmla="*/ 121798 w 204571"/>
                <a:gd name="connsiteY2" fmla="*/ 1216200 h 1217941"/>
                <a:gd name="connsiteX3" fmla="*/ 117524 w 204571"/>
                <a:gd name="connsiteY3" fmla="*/ 1201086 h 1217941"/>
                <a:gd name="connsiteX4" fmla="*/ 103800 w 204571"/>
                <a:gd name="connsiteY4" fmla="*/ 1173632 h 1217941"/>
                <a:gd name="connsiteX5" fmla="*/ 5674 w 204571"/>
                <a:gd name="connsiteY5" fmla="*/ 721063 h 1217941"/>
                <a:gd name="connsiteX6" fmla="*/ 12239 w 204571"/>
                <a:gd name="connsiteY6" fmla="*/ 195405 h 1217941"/>
                <a:gd name="connsiteX7" fmla="*/ 103856 w 204571"/>
                <a:gd name="connsiteY7" fmla="*/ -177 h 1217941"/>
                <a:gd name="connsiteX8" fmla="*/ 148345 w 204571"/>
                <a:gd name="connsiteY8" fmla="*/ 696925 h 1217941"/>
                <a:gd name="connsiteX9" fmla="*/ 204455 w 204571"/>
                <a:gd name="connsiteY9" fmla="*/ 1168038 h 1217941"/>
                <a:gd name="connsiteX10" fmla="*/ 201263 w 204571"/>
                <a:gd name="connsiteY10" fmla="*/ 1196449 h 1217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571" h="1217941">
                  <a:moveTo>
                    <a:pt x="201263" y="1196449"/>
                  </a:moveTo>
                  <a:lnTo>
                    <a:pt x="203547" y="1217764"/>
                  </a:lnTo>
                  <a:lnTo>
                    <a:pt x="121798" y="1216200"/>
                  </a:lnTo>
                  <a:cubicBezTo>
                    <a:pt x="120534" y="1211800"/>
                    <a:pt x="119088" y="1206744"/>
                    <a:pt x="117524" y="1201086"/>
                  </a:cubicBezTo>
                  <a:cubicBezTo>
                    <a:pt x="115296" y="1193264"/>
                    <a:pt x="106566" y="1183508"/>
                    <a:pt x="103800" y="1173632"/>
                  </a:cubicBezTo>
                  <a:cubicBezTo>
                    <a:pt x="74900" y="1069730"/>
                    <a:pt x="25237" y="860542"/>
                    <a:pt x="5674" y="721063"/>
                  </a:cubicBezTo>
                  <a:cubicBezTo>
                    <a:pt x="-10459" y="606565"/>
                    <a:pt x="12239" y="195405"/>
                    <a:pt x="12239" y="195405"/>
                  </a:cubicBezTo>
                  <a:lnTo>
                    <a:pt x="103856" y="-177"/>
                  </a:lnTo>
                  <a:lnTo>
                    <a:pt x="148345" y="696925"/>
                  </a:lnTo>
                  <a:lnTo>
                    <a:pt x="204455" y="1168038"/>
                  </a:lnTo>
                  <a:lnTo>
                    <a:pt x="201263" y="1196449"/>
                  </a:lnTo>
                  <a:close/>
                </a:path>
              </a:pathLst>
            </a:custGeom>
            <a:solidFill>
              <a:schemeClr val="accent1">
                <a:lumMod val="7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38" name="Freeform: Shape 137">
              <a:extLst>
                <a:ext uri="{FF2B5EF4-FFF2-40B4-BE49-F238E27FC236}">
                  <a16:creationId xmlns:a16="http://schemas.microsoft.com/office/drawing/2014/main" id="{16DF0586-7457-6833-B7FC-AF3B55ABD329}"/>
                </a:ext>
              </a:extLst>
            </p:cNvPr>
            <p:cNvSpPr/>
            <p:nvPr/>
          </p:nvSpPr>
          <p:spPr>
            <a:xfrm rot="10800000" flipV="1">
              <a:off x="11039900" y="5077084"/>
              <a:ext cx="166644" cy="82999"/>
            </a:xfrm>
            <a:custGeom>
              <a:avLst/>
              <a:gdLst>
                <a:gd name="connsiteX0" fmla="*/ 319707 w 319823"/>
                <a:gd name="connsiteY0" fmla="*/ 87804 h 159292"/>
                <a:gd name="connsiteX1" fmla="*/ 257346 w 319823"/>
                <a:gd name="connsiteY1" fmla="*/ 159115 h 159292"/>
                <a:gd name="connsiteX2" fmla="*/ -117 w 319823"/>
                <a:gd name="connsiteY2" fmla="*/ 72059 h 159292"/>
                <a:gd name="connsiteX3" fmla="*/ 19327 w 319823"/>
                <a:gd name="connsiteY3" fmla="*/ -177 h 159292"/>
                <a:gd name="connsiteX4" fmla="*/ 319707 w 319823"/>
                <a:gd name="connsiteY4" fmla="*/ 87804 h 159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3" h="159292">
                  <a:moveTo>
                    <a:pt x="319707" y="87804"/>
                  </a:moveTo>
                  <a:lnTo>
                    <a:pt x="257346" y="159115"/>
                  </a:lnTo>
                  <a:cubicBezTo>
                    <a:pt x="85080" y="142443"/>
                    <a:pt x="-117" y="72059"/>
                    <a:pt x="-117" y="72059"/>
                  </a:cubicBezTo>
                  <a:lnTo>
                    <a:pt x="19327" y="-177"/>
                  </a:lnTo>
                  <a:lnTo>
                    <a:pt x="319707" y="87804"/>
                  </a:ln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39" name="Freeform: Shape 138">
              <a:extLst>
                <a:ext uri="{FF2B5EF4-FFF2-40B4-BE49-F238E27FC236}">
                  <a16:creationId xmlns:a16="http://schemas.microsoft.com/office/drawing/2014/main" id="{CE32EEE4-CB0F-4C42-76C3-8CF50CD64A40}"/>
                </a:ext>
              </a:extLst>
            </p:cNvPr>
            <p:cNvSpPr/>
            <p:nvPr/>
          </p:nvSpPr>
          <p:spPr>
            <a:xfrm rot="10800000" flipV="1">
              <a:off x="10980224" y="5128234"/>
              <a:ext cx="64182" cy="32813"/>
            </a:xfrm>
            <a:custGeom>
              <a:avLst/>
              <a:gdLst>
                <a:gd name="connsiteX0" fmla="*/ -117 w 123177"/>
                <a:gd name="connsiteY0" fmla="*/ 17420 h 62974"/>
                <a:gd name="connsiteX1" fmla="*/ 6366 w 123177"/>
                <a:gd name="connsiteY1" fmla="*/ 62797 h 62974"/>
                <a:gd name="connsiteX2" fmla="*/ 123060 w 123177"/>
                <a:gd name="connsiteY2" fmla="*/ 58166 h 62974"/>
                <a:gd name="connsiteX3" fmla="*/ 120282 w 123177"/>
                <a:gd name="connsiteY3" fmla="*/ -177 h 62974"/>
                <a:gd name="connsiteX4" fmla="*/ -117 w 123177"/>
                <a:gd name="connsiteY4" fmla="*/ 17420 h 629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177" h="62974">
                  <a:moveTo>
                    <a:pt x="-117" y="17420"/>
                  </a:moveTo>
                  <a:lnTo>
                    <a:pt x="6366" y="62797"/>
                  </a:lnTo>
                  <a:lnTo>
                    <a:pt x="123060" y="58166"/>
                  </a:lnTo>
                  <a:lnTo>
                    <a:pt x="120282" y="-177"/>
                  </a:lnTo>
                  <a:lnTo>
                    <a:pt x="-117" y="17420"/>
                  </a:ln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40" name="Freeform: Shape 139">
              <a:extLst>
                <a:ext uri="{FF2B5EF4-FFF2-40B4-BE49-F238E27FC236}">
                  <a16:creationId xmlns:a16="http://schemas.microsoft.com/office/drawing/2014/main" id="{7C6DC1C5-3691-698B-A208-73562896D835}"/>
                </a:ext>
              </a:extLst>
            </p:cNvPr>
            <p:cNvSpPr/>
            <p:nvPr/>
          </p:nvSpPr>
          <p:spPr>
            <a:xfrm rot="10800000" flipV="1">
              <a:off x="10883214" y="4564215"/>
              <a:ext cx="316385" cy="581226"/>
            </a:xfrm>
            <a:custGeom>
              <a:avLst/>
              <a:gdLst>
                <a:gd name="connsiteX0" fmla="*/ 263566 w 607206"/>
                <a:gd name="connsiteY0" fmla="*/ -140 h 1115489"/>
                <a:gd name="connsiteX1" fmla="*/ 35148 w 607206"/>
                <a:gd name="connsiteY1" fmla="*/ 92336 h 1115489"/>
                <a:gd name="connsiteX2" fmla="*/ 16574 w 607206"/>
                <a:gd name="connsiteY2" fmla="*/ 846074 h 1115489"/>
                <a:gd name="connsiteX3" fmla="*/ 1022 w 607206"/>
                <a:gd name="connsiteY3" fmla="*/ 1019866 h 1115489"/>
                <a:gd name="connsiteX4" fmla="*/ 252427 w 607206"/>
                <a:gd name="connsiteY4" fmla="*/ 1106365 h 1115489"/>
                <a:gd name="connsiteX5" fmla="*/ 418991 w 607206"/>
                <a:gd name="connsiteY5" fmla="*/ 1109744 h 1115489"/>
                <a:gd name="connsiteX6" fmla="*/ 607090 w 607206"/>
                <a:gd name="connsiteY6" fmla="*/ 135985 h 1115489"/>
                <a:gd name="connsiteX7" fmla="*/ 483888 w 607206"/>
                <a:gd name="connsiteY7" fmla="*/ 47797 h 1115489"/>
                <a:gd name="connsiteX8" fmla="*/ 403928 w 607206"/>
                <a:gd name="connsiteY8" fmla="*/ 147200 h 1115489"/>
                <a:gd name="connsiteX9" fmla="*/ 299582 w 607206"/>
                <a:gd name="connsiteY9" fmla="*/ 95953 h 1115489"/>
                <a:gd name="connsiteX10" fmla="*/ 263566 w 607206"/>
                <a:gd name="connsiteY10" fmla="*/ -140 h 1115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07206" h="1115489">
                  <a:moveTo>
                    <a:pt x="263566" y="-140"/>
                  </a:moveTo>
                  <a:cubicBezTo>
                    <a:pt x="220036" y="12721"/>
                    <a:pt x="58741" y="74112"/>
                    <a:pt x="35148" y="92336"/>
                  </a:cubicBezTo>
                  <a:cubicBezTo>
                    <a:pt x="6373" y="114552"/>
                    <a:pt x="7375" y="767829"/>
                    <a:pt x="16574" y="846074"/>
                  </a:cubicBezTo>
                  <a:cubicBezTo>
                    <a:pt x="16574" y="846074"/>
                    <a:pt x="-5273" y="1009215"/>
                    <a:pt x="1022" y="1019866"/>
                  </a:cubicBezTo>
                  <a:cubicBezTo>
                    <a:pt x="23332" y="1057665"/>
                    <a:pt x="230555" y="1101552"/>
                    <a:pt x="252427" y="1106365"/>
                  </a:cubicBezTo>
                  <a:cubicBezTo>
                    <a:pt x="333963" y="1124288"/>
                    <a:pt x="418991" y="1109744"/>
                    <a:pt x="418991" y="1109744"/>
                  </a:cubicBezTo>
                  <a:cubicBezTo>
                    <a:pt x="418991" y="1109744"/>
                    <a:pt x="598785" y="287687"/>
                    <a:pt x="607090" y="135985"/>
                  </a:cubicBezTo>
                  <a:lnTo>
                    <a:pt x="483888" y="47797"/>
                  </a:lnTo>
                  <a:cubicBezTo>
                    <a:pt x="483888" y="47797"/>
                    <a:pt x="480796" y="146587"/>
                    <a:pt x="403928" y="147200"/>
                  </a:cubicBezTo>
                  <a:cubicBezTo>
                    <a:pt x="361887" y="147538"/>
                    <a:pt x="327274" y="132418"/>
                    <a:pt x="299582" y="95953"/>
                  </a:cubicBezTo>
                  <a:cubicBezTo>
                    <a:pt x="263122" y="47941"/>
                    <a:pt x="268999" y="-1742"/>
                    <a:pt x="263566" y="-140"/>
                  </a:cubicBezTo>
                  <a:close/>
                </a:path>
              </a:pathLst>
            </a:custGeom>
            <a:solidFill>
              <a:schemeClr val="accent1"/>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41" name="Freeform: Shape 140">
              <a:extLst>
                <a:ext uri="{FF2B5EF4-FFF2-40B4-BE49-F238E27FC236}">
                  <a16:creationId xmlns:a16="http://schemas.microsoft.com/office/drawing/2014/main" id="{FEF081A4-85C7-5C52-67FF-C8C1EC97FCD6}"/>
                </a:ext>
              </a:extLst>
            </p:cNvPr>
            <p:cNvSpPr/>
            <p:nvPr/>
          </p:nvSpPr>
          <p:spPr>
            <a:xfrm rot="10800000" flipV="1">
              <a:off x="10943137" y="4564430"/>
              <a:ext cx="32744" cy="74436"/>
            </a:xfrm>
            <a:custGeom>
              <a:avLst/>
              <a:gdLst>
                <a:gd name="connsiteX0" fmla="*/ -117 w 62843"/>
                <a:gd name="connsiteY0" fmla="*/ 90908 h 142858"/>
                <a:gd name="connsiteX1" fmla="*/ 44541 w 62843"/>
                <a:gd name="connsiteY1" fmla="*/ 142681 h 142858"/>
                <a:gd name="connsiteX2" fmla="*/ 62727 w 62843"/>
                <a:gd name="connsiteY2" fmla="*/ 51864 h 142858"/>
                <a:gd name="connsiteX3" fmla="*/ 28645 w 62843"/>
                <a:gd name="connsiteY3" fmla="*/ -177 h 142858"/>
                <a:gd name="connsiteX4" fmla="*/ -117 w 62843"/>
                <a:gd name="connsiteY4" fmla="*/ 90908 h 142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843" h="142858">
                  <a:moveTo>
                    <a:pt x="-117" y="90908"/>
                  </a:moveTo>
                  <a:lnTo>
                    <a:pt x="44541" y="142681"/>
                  </a:lnTo>
                  <a:lnTo>
                    <a:pt x="62727" y="51864"/>
                  </a:lnTo>
                  <a:lnTo>
                    <a:pt x="28645" y="-177"/>
                  </a:lnTo>
                  <a:cubicBezTo>
                    <a:pt x="28645" y="-177"/>
                    <a:pt x="29521" y="43679"/>
                    <a:pt x="-117" y="90908"/>
                  </a:cubicBez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42" name="Freeform: Shape 141">
              <a:extLst>
                <a:ext uri="{FF2B5EF4-FFF2-40B4-BE49-F238E27FC236}">
                  <a16:creationId xmlns:a16="http://schemas.microsoft.com/office/drawing/2014/main" id="{4C82948C-2ED8-302A-6DA5-AE0FDCA605D5}"/>
                </a:ext>
              </a:extLst>
            </p:cNvPr>
            <p:cNvSpPr/>
            <p:nvPr/>
          </p:nvSpPr>
          <p:spPr>
            <a:xfrm rot="10800000" flipV="1">
              <a:off x="10997975" y="4547899"/>
              <a:ext cx="75233" cy="93183"/>
            </a:xfrm>
            <a:custGeom>
              <a:avLst/>
              <a:gdLst>
                <a:gd name="connsiteX0" fmla="*/ 144075 w 144387"/>
                <a:gd name="connsiteY0" fmla="*/ 125415 h 178836"/>
                <a:gd name="connsiteX1" fmla="*/ 97578 w 144387"/>
                <a:gd name="connsiteY1" fmla="*/ 178659 h 178836"/>
                <a:gd name="connsiteX2" fmla="*/ 29233 w 144387"/>
                <a:gd name="connsiteY2" fmla="*/ 103193 h 178836"/>
                <a:gd name="connsiteX3" fmla="*/ -117 w 144387"/>
                <a:gd name="connsiteY3" fmla="*/ 36539 h 178836"/>
                <a:gd name="connsiteX4" fmla="*/ 46180 w 144387"/>
                <a:gd name="connsiteY4" fmla="*/ -177 h 178836"/>
                <a:gd name="connsiteX5" fmla="*/ 144075 w 144387"/>
                <a:gd name="connsiteY5" fmla="*/ 125415 h 178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4387" h="178836">
                  <a:moveTo>
                    <a:pt x="144075" y="125415"/>
                  </a:moveTo>
                  <a:cubicBezTo>
                    <a:pt x="147780" y="124182"/>
                    <a:pt x="97578" y="178659"/>
                    <a:pt x="97578" y="178659"/>
                  </a:cubicBezTo>
                  <a:cubicBezTo>
                    <a:pt x="97578" y="178659"/>
                    <a:pt x="49610" y="132825"/>
                    <a:pt x="29233" y="103193"/>
                  </a:cubicBezTo>
                  <a:cubicBezTo>
                    <a:pt x="12844" y="79350"/>
                    <a:pt x="-117" y="36539"/>
                    <a:pt x="-117" y="36539"/>
                  </a:cubicBezTo>
                  <a:lnTo>
                    <a:pt x="46180" y="-177"/>
                  </a:lnTo>
                  <a:cubicBezTo>
                    <a:pt x="46180" y="-177"/>
                    <a:pt x="50223" y="67378"/>
                    <a:pt x="144075" y="125415"/>
                  </a:cubicBez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43" name="Freeform: Shape 142">
              <a:extLst>
                <a:ext uri="{FF2B5EF4-FFF2-40B4-BE49-F238E27FC236}">
                  <a16:creationId xmlns:a16="http://schemas.microsoft.com/office/drawing/2014/main" id="{5E793F39-F083-A5C4-38A3-F0D459931820}"/>
                </a:ext>
              </a:extLst>
            </p:cNvPr>
            <p:cNvSpPr/>
            <p:nvPr/>
          </p:nvSpPr>
          <p:spPr>
            <a:xfrm rot="10800000" flipV="1">
              <a:off x="10904647" y="4323792"/>
              <a:ext cx="135727" cy="155030"/>
            </a:xfrm>
            <a:custGeom>
              <a:avLst/>
              <a:gdLst>
                <a:gd name="connsiteX0" fmla="*/ -95 w 260487"/>
                <a:gd name="connsiteY0" fmla="*/ 146446 h 297533"/>
                <a:gd name="connsiteX1" fmla="*/ 130598 w 260487"/>
                <a:gd name="connsiteY1" fmla="*/ 297340 h 297533"/>
                <a:gd name="connsiteX2" fmla="*/ 260346 w 260487"/>
                <a:gd name="connsiteY2" fmla="*/ 151696 h 297533"/>
                <a:gd name="connsiteX3" fmla="*/ 135398 w 260487"/>
                <a:gd name="connsiteY3" fmla="*/ -162 h 297533"/>
                <a:gd name="connsiteX4" fmla="*/ -95 w 260487"/>
                <a:gd name="connsiteY4" fmla="*/ 146446 h 2975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487" h="297533">
                  <a:moveTo>
                    <a:pt x="-95" y="146446"/>
                  </a:moveTo>
                  <a:cubicBezTo>
                    <a:pt x="-1415" y="228595"/>
                    <a:pt x="57097" y="296157"/>
                    <a:pt x="130598" y="297340"/>
                  </a:cubicBezTo>
                  <a:cubicBezTo>
                    <a:pt x="204105" y="298529"/>
                    <a:pt x="259026" y="233852"/>
                    <a:pt x="260346" y="151696"/>
                  </a:cubicBezTo>
                  <a:cubicBezTo>
                    <a:pt x="261673" y="69547"/>
                    <a:pt x="208899" y="1021"/>
                    <a:pt x="135398" y="-162"/>
                  </a:cubicBezTo>
                  <a:cubicBezTo>
                    <a:pt x="61891" y="-1344"/>
                    <a:pt x="1232" y="64290"/>
                    <a:pt x="-95" y="146446"/>
                  </a:cubicBez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44" name="Freeform: Shape 143">
              <a:extLst>
                <a:ext uri="{FF2B5EF4-FFF2-40B4-BE49-F238E27FC236}">
                  <a16:creationId xmlns:a16="http://schemas.microsoft.com/office/drawing/2014/main" id="{A64E623B-2A1C-9E14-BC68-173D37939BDE}"/>
                </a:ext>
              </a:extLst>
            </p:cNvPr>
            <p:cNvSpPr/>
            <p:nvPr/>
          </p:nvSpPr>
          <p:spPr>
            <a:xfrm rot="10800000" flipV="1">
              <a:off x="10904949" y="4404520"/>
              <a:ext cx="136296" cy="137428"/>
            </a:xfrm>
            <a:custGeom>
              <a:avLst/>
              <a:gdLst>
                <a:gd name="connsiteX0" fmla="*/ 261463 w 261580"/>
                <a:gd name="connsiteY0" fmla="*/ -177 h 263751"/>
                <a:gd name="connsiteX1" fmla="*/ 244654 w 261580"/>
                <a:gd name="connsiteY1" fmla="*/ 165461 h 263751"/>
                <a:gd name="connsiteX2" fmla="*/ 163550 w 261580"/>
                <a:gd name="connsiteY2" fmla="*/ 262949 h 263751"/>
                <a:gd name="connsiteX3" fmla="*/ 27588 w 261580"/>
                <a:gd name="connsiteY3" fmla="*/ 201476 h 263751"/>
                <a:gd name="connsiteX4" fmla="*/ -117 w 261580"/>
                <a:gd name="connsiteY4" fmla="*/ 53573 h 263751"/>
                <a:gd name="connsiteX5" fmla="*/ 261463 w 261580"/>
                <a:gd name="connsiteY5" fmla="*/ -177 h 263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580" h="263751">
                  <a:moveTo>
                    <a:pt x="261463" y="-177"/>
                  </a:moveTo>
                  <a:cubicBezTo>
                    <a:pt x="261463" y="-177"/>
                    <a:pt x="257245" y="109094"/>
                    <a:pt x="244654" y="165461"/>
                  </a:cubicBezTo>
                  <a:cubicBezTo>
                    <a:pt x="226293" y="247610"/>
                    <a:pt x="190159" y="260652"/>
                    <a:pt x="163550" y="262949"/>
                  </a:cubicBezTo>
                  <a:cubicBezTo>
                    <a:pt x="94624" y="268900"/>
                    <a:pt x="37901" y="231145"/>
                    <a:pt x="27588" y="201476"/>
                  </a:cubicBezTo>
                  <a:cubicBezTo>
                    <a:pt x="17819" y="173390"/>
                    <a:pt x="-117" y="53573"/>
                    <a:pt x="-117" y="53573"/>
                  </a:cubicBezTo>
                  <a:lnTo>
                    <a:pt x="261463" y="-177"/>
                  </a:ln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45" name="Freeform: Shape 144">
              <a:extLst>
                <a:ext uri="{FF2B5EF4-FFF2-40B4-BE49-F238E27FC236}">
                  <a16:creationId xmlns:a16="http://schemas.microsoft.com/office/drawing/2014/main" id="{216A3ED5-5FB2-45FA-BDF3-651E651C2B3F}"/>
                </a:ext>
              </a:extLst>
            </p:cNvPr>
            <p:cNvSpPr/>
            <p:nvPr/>
          </p:nvSpPr>
          <p:spPr>
            <a:xfrm rot="10800000" flipV="1">
              <a:off x="10943489" y="4491826"/>
              <a:ext cx="37541" cy="15056"/>
            </a:xfrm>
            <a:custGeom>
              <a:avLst/>
              <a:gdLst>
                <a:gd name="connsiteX0" fmla="*/ -117 w 72048"/>
                <a:gd name="connsiteY0" fmla="*/ -177 h 28895"/>
                <a:gd name="connsiteX1" fmla="*/ 71932 w 72048"/>
                <a:gd name="connsiteY1" fmla="*/ 18278 h 28895"/>
                <a:gd name="connsiteX2" fmla="*/ 40704 w 72048"/>
                <a:gd name="connsiteY2" fmla="*/ 14085 h 28895"/>
                <a:gd name="connsiteX3" fmla="*/ -117 w 72048"/>
                <a:gd name="connsiteY3" fmla="*/ -177 h 28895"/>
              </a:gdLst>
              <a:ahLst/>
              <a:cxnLst>
                <a:cxn ang="0">
                  <a:pos x="connsiteX0" y="connsiteY0"/>
                </a:cxn>
                <a:cxn ang="0">
                  <a:pos x="connsiteX1" y="connsiteY1"/>
                </a:cxn>
                <a:cxn ang="0">
                  <a:pos x="connsiteX2" y="connsiteY2"/>
                </a:cxn>
                <a:cxn ang="0">
                  <a:pos x="connsiteX3" y="connsiteY3"/>
                </a:cxn>
              </a:cxnLst>
              <a:rect l="l" t="t" r="r" b="b"/>
              <a:pathLst>
                <a:path w="72048" h="28895">
                  <a:moveTo>
                    <a:pt x="-117" y="-177"/>
                  </a:moveTo>
                  <a:cubicBezTo>
                    <a:pt x="21555" y="51326"/>
                    <a:pt x="71932" y="18278"/>
                    <a:pt x="71932" y="18278"/>
                  </a:cubicBezTo>
                  <a:cubicBezTo>
                    <a:pt x="71932" y="18278"/>
                    <a:pt x="54773" y="16776"/>
                    <a:pt x="40704" y="14085"/>
                  </a:cubicBezTo>
                  <a:cubicBezTo>
                    <a:pt x="21711" y="10443"/>
                    <a:pt x="-117" y="-177"/>
                    <a:pt x="-117" y="-177"/>
                  </a:cubicBezTo>
                  <a:close/>
                </a:path>
              </a:pathLst>
            </a:custGeom>
            <a:solidFill>
              <a:schemeClr val="tx1"/>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46" name="Freeform: Shape 145">
              <a:extLst>
                <a:ext uri="{FF2B5EF4-FFF2-40B4-BE49-F238E27FC236}">
                  <a16:creationId xmlns:a16="http://schemas.microsoft.com/office/drawing/2014/main" id="{F27CC5F4-D999-7E29-26DA-1C325EFF8A2D}"/>
                </a:ext>
              </a:extLst>
            </p:cNvPr>
            <p:cNvSpPr/>
            <p:nvPr/>
          </p:nvSpPr>
          <p:spPr>
            <a:xfrm rot="10800000" flipV="1">
              <a:off x="10913819" y="4428124"/>
              <a:ext cx="119914" cy="118181"/>
            </a:xfrm>
            <a:custGeom>
              <a:avLst/>
              <a:gdLst>
                <a:gd name="connsiteX0" fmla="*/ 92840 w 230139"/>
                <a:gd name="connsiteY0" fmla="*/ 148576 h 226813"/>
                <a:gd name="connsiteX1" fmla="*/ 98998 w 230139"/>
                <a:gd name="connsiteY1" fmla="*/ 125803 h 226813"/>
                <a:gd name="connsiteX2" fmla="*/ 181216 w 230139"/>
                <a:gd name="connsiteY2" fmla="*/ 129176 h 226813"/>
                <a:gd name="connsiteX3" fmla="*/ 167830 w 230139"/>
                <a:gd name="connsiteY3" fmla="*/ 177676 h 226813"/>
                <a:gd name="connsiteX4" fmla="*/ 132660 w 230139"/>
                <a:gd name="connsiteY4" fmla="*/ 182896 h 226813"/>
                <a:gd name="connsiteX5" fmla="*/ 92840 w 230139"/>
                <a:gd name="connsiteY5" fmla="*/ 148576 h 226813"/>
                <a:gd name="connsiteX6" fmla="*/ -117 w 230139"/>
                <a:gd name="connsiteY6" fmla="*/ 29154 h 226813"/>
                <a:gd name="connsiteX7" fmla="*/ 19940 w 230139"/>
                <a:gd name="connsiteY7" fmla="*/ 179716 h 226813"/>
                <a:gd name="connsiteX8" fmla="*/ 138768 w 230139"/>
                <a:gd name="connsiteY8" fmla="*/ 226602 h 226813"/>
                <a:gd name="connsiteX9" fmla="*/ 227795 w 230139"/>
                <a:gd name="connsiteY9" fmla="*/ 135034 h 226813"/>
                <a:gd name="connsiteX10" fmla="*/ 230023 w 230139"/>
                <a:gd name="connsiteY10" fmla="*/ 123826 h 226813"/>
                <a:gd name="connsiteX11" fmla="*/ 218571 w 230139"/>
                <a:gd name="connsiteY11" fmla="*/ 136930 h 226813"/>
                <a:gd name="connsiteX12" fmla="*/ 200366 w 230139"/>
                <a:gd name="connsiteY12" fmla="*/ 145835 h 226813"/>
                <a:gd name="connsiteX13" fmla="*/ 202819 w 230139"/>
                <a:gd name="connsiteY13" fmla="*/ 120321 h 226813"/>
                <a:gd name="connsiteX14" fmla="*/ 96338 w 230139"/>
                <a:gd name="connsiteY14" fmla="*/ 100721 h 226813"/>
                <a:gd name="connsiteX15" fmla="*/ 78328 w 230139"/>
                <a:gd name="connsiteY15" fmla="*/ 134521 h 226813"/>
                <a:gd name="connsiteX16" fmla="*/ 35416 w 230139"/>
                <a:gd name="connsiteY16" fmla="*/ 107405 h 226813"/>
                <a:gd name="connsiteX17" fmla="*/ 18757 w 230139"/>
                <a:gd name="connsiteY17" fmla="*/ -177 h 226813"/>
                <a:gd name="connsiteX18" fmla="*/ -117 w 230139"/>
                <a:gd name="connsiteY18" fmla="*/ 29154 h 226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30139" h="226813">
                  <a:moveTo>
                    <a:pt x="92840" y="148576"/>
                  </a:moveTo>
                  <a:cubicBezTo>
                    <a:pt x="93360" y="140973"/>
                    <a:pt x="95012" y="132706"/>
                    <a:pt x="98998" y="125803"/>
                  </a:cubicBezTo>
                  <a:cubicBezTo>
                    <a:pt x="109512" y="107574"/>
                    <a:pt x="181216" y="129176"/>
                    <a:pt x="181216" y="129176"/>
                  </a:cubicBezTo>
                  <a:cubicBezTo>
                    <a:pt x="185710" y="131836"/>
                    <a:pt x="182105" y="169046"/>
                    <a:pt x="167830" y="177676"/>
                  </a:cubicBezTo>
                  <a:cubicBezTo>
                    <a:pt x="160271" y="182245"/>
                    <a:pt x="144043" y="184679"/>
                    <a:pt x="132660" y="182896"/>
                  </a:cubicBezTo>
                  <a:cubicBezTo>
                    <a:pt x="101051" y="177958"/>
                    <a:pt x="94918" y="158064"/>
                    <a:pt x="92840" y="148576"/>
                  </a:cubicBezTo>
                  <a:close/>
                  <a:moveTo>
                    <a:pt x="-117" y="29154"/>
                  </a:moveTo>
                  <a:cubicBezTo>
                    <a:pt x="-117" y="29154"/>
                    <a:pt x="2968" y="154916"/>
                    <a:pt x="19940" y="179716"/>
                  </a:cubicBezTo>
                  <a:cubicBezTo>
                    <a:pt x="36918" y="204523"/>
                    <a:pt x="79517" y="224731"/>
                    <a:pt x="138768" y="226602"/>
                  </a:cubicBezTo>
                  <a:cubicBezTo>
                    <a:pt x="204822" y="228692"/>
                    <a:pt x="227795" y="135034"/>
                    <a:pt x="227795" y="135034"/>
                  </a:cubicBezTo>
                  <a:lnTo>
                    <a:pt x="230023" y="123826"/>
                  </a:lnTo>
                  <a:cubicBezTo>
                    <a:pt x="230023" y="123826"/>
                    <a:pt x="221650" y="134402"/>
                    <a:pt x="218571" y="136930"/>
                  </a:cubicBezTo>
                  <a:cubicBezTo>
                    <a:pt x="214077" y="140604"/>
                    <a:pt x="200366" y="145835"/>
                    <a:pt x="200366" y="145835"/>
                  </a:cubicBezTo>
                  <a:cubicBezTo>
                    <a:pt x="205135" y="135691"/>
                    <a:pt x="204077" y="124283"/>
                    <a:pt x="202819" y="120321"/>
                  </a:cubicBezTo>
                  <a:cubicBezTo>
                    <a:pt x="196987" y="101829"/>
                    <a:pt x="119950" y="93950"/>
                    <a:pt x="96338" y="100721"/>
                  </a:cubicBezTo>
                  <a:cubicBezTo>
                    <a:pt x="83616" y="104370"/>
                    <a:pt x="79473" y="120447"/>
                    <a:pt x="78328" y="134521"/>
                  </a:cubicBezTo>
                  <a:cubicBezTo>
                    <a:pt x="63815" y="128238"/>
                    <a:pt x="41912" y="117493"/>
                    <a:pt x="35416" y="107405"/>
                  </a:cubicBezTo>
                  <a:cubicBezTo>
                    <a:pt x="25447" y="91910"/>
                    <a:pt x="18757" y="-177"/>
                    <a:pt x="18757" y="-177"/>
                  </a:cubicBezTo>
                  <a:lnTo>
                    <a:pt x="-117" y="29154"/>
                  </a:lnTo>
                  <a:close/>
                </a:path>
              </a:pathLst>
            </a:custGeom>
            <a:solidFill>
              <a:schemeClr val="tx1"/>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47" name="Freeform: Shape 146">
              <a:extLst>
                <a:ext uri="{FF2B5EF4-FFF2-40B4-BE49-F238E27FC236}">
                  <a16:creationId xmlns:a16="http://schemas.microsoft.com/office/drawing/2014/main" id="{2D545998-3C70-2903-30A7-9FCA0ED242E5}"/>
                </a:ext>
              </a:extLst>
            </p:cNvPr>
            <p:cNvSpPr/>
            <p:nvPr/>
          </p:nvSpPr>
          <p:spPr>
            <a:xfrm rot="10800000" flipV="1">
              <a:off x="10968405" y="4394684"/>
              <a:ext cx="35867" cy="11593"/>
            </a:xfrm>
            <a:custGeom>
              <a:avLst/>
              <a:gdLst>
                <a:gd name="connsiteX0" fmla="*/ 64160 w 68835"/>
                <a:gd name="connsiteY0" fmla="*/ 2228 h 22249"/>
                <a:gd name="connsiteX1" fmla="*/ 24809 w 68835"/>
                <a:gd name="connsiteY1" fmla="*/ 2090 h 22249"/>
                <a:gd name="connsiteX2" fmla="*/ -117 w 68835"/>
                <a:gd name="connsiteY2" fmla="*/ 22072 h 22249"/>
                <a:gd name="connsiteX3" fmla="*/ 30235 w 68835"/>
                <a:gd name="connsiteY3" fmla="*/ 9744 h 22249"/>
                <a:gd name="connsiteX4" fmla="*/ 67552 w 68835"/>
                <a:gd name="connsiteY4" fmla="*/ 15007 h 22249"/>
                <a:gd name="connsiteX5" fmla="*/ 64160 w 68835"/>
                <a:gd name="connsiteY5" fmla="*/ 2228 h 22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835" h="22249">
                  <a:moveTo>
                    <a:pt x="64160" y="2228"/>
                  </a:moveTo>
                  <a:cubicBezTo>
                    <a:pt x="64160" y="2228"/>
                    <a:pt x="41837" y="-3091"/>
                    <a:pt x="24809" y="2090"/>
                  </a:cubicBezTo>
                  <a:cubicBezTo>
                    <a:pt x="7781" y="7272"/>
                    <a:pt x="-117" y="22072"/>
                    <a:pt x="-117" y="22072"/>
                  </a:cubicBezTo>
                  <a:cubicBezTo>
                    <a:pt x="-117" y="22072"/>
                    <a:pt x="21561" y="8536"/>
                    <a:pt x="30235" y="9744"/>
                  </a:cubicBezTo>
                  <a:cubicBezTo>
                    <a:pt x="38909" y="10946"/>
                    <a:pt x="63603" y="22410"/>
                    <a:pt x="67552" y="15007"/>
                  </a:cubicBezTo>
                  <a:cubicBezTo>
                    <a:pt x="71500" y="7604"/>
                    <a:pt x="64160" y="2228"/>
                    <a:pt x="64160" y="2228"/>
                  </a:cubicBezTo>
                  <a:close/>
                </a:path>
              </a:pathLst>
            </a:custGeom>
            <a:solidFill>
              <a:srgbClr val="332D2B"/>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48" name="Freeform: Shape 147">
              <a:extLst>
                <a:ext uri="{FF2B5EF4-FFF2-40B4-BE49-F238E27FC236}">
                  <a16:creationId xmlns:a16="http://schemas.microsoft.com/office/drawing/2014/main" id="{B05FB2B5-5098-8A2E-363A-A7BF8BA6B828}"/>
                </a:ext>
              </a:extLst>
            </p:cNvPr>
            <p:cNvSpPr/>
            <p:nvPr/>
          </p:nvSpPr>
          <p:spPr>
            <a:xfrm rot="10800000" flipV="1">
              <a:off x="10910776" y="4396578"/>
              <a:ext cx="28260" cy="9414"/>
            </a:xfrm>
            <a:custGeom>
              <a:avLst/>
              <a:gdLst>
                <a:gd name="connsiteX0" fmla="*/ 4369 w 54238"/>
                <a:gd name="connsiteY0" fmla="*/ 2654 h 18068"/>
                <a:gd name="connsiteX1" fmla="*/ 41110 w 54238"/>
                <a:gd name="connsiteY1" fmla="*/ 2065 h 18068"/>
                <a:gd name="connsiteX2" fmla="*/ 54032 w 54238"/>
                <a:gd name="connsiteY2" fmla="*/ 14901 h 18068"/>
                <a:gd name="connsiteX3" fmla="*/ 40859 w 54238"/>
                <a:gd name="connsiteY3" fmla="*/ 10645 h 18068"/>
                <a:gd name="connsiteX4" fmla="*/ 720 w 54238"/>
                <a:gd name="connsiteY4" fmla="*/ 15339 h 18068"/>
                <a:gd name="connsiteX5" fmla="*/ 4369 w 54238"/>
                <a:gd name="connsiteY5" fmla="*/ 2654 h 18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238" h="18068">
                  <a:moveTo>
                    <a:pt x="4369" y="2654"/>
                  </a:moveTo>
                  <a:cubicBezTo>
                    <a:pt x="4369" y="2654"/>
                    <a:pt x="26178" y="-3304"/>
                    <a:pt x="41110" y="2065"/>
                  </a:cubicBezTo>
                  <a:cubicBezTo>
                    <a:pt x="56029" y="7429"/>
                    <a:pt x="54032" y="14901"/>
                    <a:pt x="54032" y="14901"/>
                  </a:cubicBezTo>
                  <a:cubicBezTo>
                    <a:pt x="54032" y="14901"/>
                    <a:pt x="48650" y="9550"/>
                    <a:pt x="40859" y="10645"/>
                  </a:cubicBezTo>
                  <a:cubicBezTo>
                    <a:pt x="33068" y="11747"/>
                    <a:pt x="3874" y="22761"/>
                    <a:pt x="720" y="15339"/>
                  </a:cubicBezTo>
                  <a:cubicBezTo>
                    <a:pt x="-2440" y="7917"/>
                    <a:pt x="4369" y="2654"/>
                    <a:pt x="4369" y="2654"/>
                  </a:cubicBezTo>
                  <a:close/>
                </a:path>
              </a:pathLst>
            </a:custGeom>
            <a:solidFill>
              <a:srgbClr val="332D2B"/>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49" name="Freeform: Shape 148">
              <a:extLst>
                <a:ext uri="{FF2B5EF4-FFF2-40B4-BE49-F238E27FC236}">
                  <a16:creationId xmlns:a16="http://schemas.microsoft.com/office/drawing/2014/main" id="{7B13BFDC-09D0-FC6B-DA52-1A42B6A261AD}"/>
                </a:ext>
              </a:extLst>
            </p:cNvPr>
            <p:cNvSpPr/>
            <p:nvPr/>
          </p:nvSpPr>
          <p:spPr>
            <a:xfrm rot="10800000" flipV="1">
              <a:off x="10970380" y="4413223"/>
              <a:ext cx="10406" cy="12743"/>
            </a:xfrm>
            <a:custGeom>
              <a:avLst/>
              <a:gdLst>
                <a:gd name="connsiteX0" fmla="*/ -116 w 19971"/>
                <a:gd name="connsiteY0" fmla="*/ 12183 h 24457"/>
                <a:gd name="connsiteX1" fmla="*/ 10010 w 19971"/>
                <a:gd name="connsiteY1" fmla="*/ 24279 h 24457"/>
                <a:gd name="connsiteX2" fmla="*/ 19854 w 19971"/>
                <a:gd name="connsiteY2" fmla="*/ 11926 h 24457"/>
                <a:gd name="connsiteX3" fmla="*/ 9741 w 19971"/>
                <a:gd name="connsiteY3" fmla="*/ -177 h 24457"/>
                <a:gd name="connsiteX4" fmla="*/ -116 w 19971"/>
                <a:gd name="connsiteY4" fmla="*/ 12183 h 244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971" h="24457">
                  <a:moveTo>
                    <a:pt x="-116" y="12183"/>
                  </a:moveTo>
                  <a:cubicBezTo>
                    <a:pt x="-41" y="18935"/>
                    <a:pt x="4484" y="24348"/>
                    <a:pt x="10010" y="24279"/>
                  </a:cubicBezTo>
                  <a:cubicBezTo>
                    <a:pt x="15529" y="24204"/>
                    <a:pt x="19929" y="18679"/>
                    <a:pt x="19854" y="11926"/>
                  </a:cubicBezTo>
                  <a:cubicBezTo>
                    <a:pt x="19779" y="5174"/>
                    <a:pt x="15254" y="-240"/>
                    <a:pt x="9741" y="-177"/>
                  </a:cubicBezTo>
                  <a:cubicBezTo>
                    <a:pt x="4221" y="-108"/>
                    <a:pt x="-191" y="5436"/>
                    <a:pt x="-116" y="12183"/>
                  </a:cubicBezTo>
                  <a:close/>
                </a:path>
              </a:pathLst>
            </a:custGeom>
            <a:solidFill>
              <a:srgbClr val="332D2B"/>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50" name="Freeform: Shape 149">
              <a:extLst>
                <a:ext uri="{FF2B5EF4-FFF2-40B4-BE49-F238E27FC236}">
                  <a16:creationId xmlns:a16="http://schemas.microsoft.com/office/drawing/2014/main" id="{0CFE68AE-5875-7BBE-BDD3-9ED16B763A18}"/>
                </a:ext>
              </a:extLst>
            </p:cNvPr>
            <p:cNvSpPr/>
            <p:nvPr/>
          </p:nvSpPr>
          <p:spPr>
            <a:xfrm rot="10800000" flipV="1">
              <a:off x="10923369" y="4413903"/>
              <a:ext cx="10406" cy="12743"/>
            </a:xfrm>
            <a:custGeom>
              <a:avLst/>
              <a:gdLst>
                <a:gd name="connsiteX0" fmla="*/ -116 w 19971"/>
                <a:gd name="connsiteY0" fmla="*/ 12177 h 24457"/>
                <a:gd name="connsiteX1" fmla="*/ 10010 w 19971"/>
                <a:gd name="connsiteY1" fmla="*/ 24280 h 24457"/>
                <a:gd name="connsiteX2" fmla="*/ 19853 w 19971"/>
                <a:gd name="connsiteY2" fmla="*/ 11920 h 24457"/>
                <a:gd name="connsiteX3" fmla="*/ 9740 w 19971"/>
                <a:gd name="connsiteY3" fmla="*/ -177 h 24457"/>
                <a:gd name="connsiteX4" fmla="*/ -116 w 19971"/>
                <a:gd name="connsiteY4" fmla="*/ 12177 h 244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971" h="24457">
                  <a:moveTo>
                    <a:pt x="-116" y="12177"/>
                  </a:moveTo>
                  <a:cubicBezTo>
                    <a:pt x="-41" y="18929"/>
                    <a:pt x="4484" y="24348"/>
                    <a:pt x="10010" y="24280"/>
                  </a:cubicBezTo>
                  <a:cubicBezTo>
                    <a:pt x="15529" y="24205"/>
                    <a:pt x="19928" y="18672"/>
                    <a:pt x="19853" y="11920"/>
                  </a:cubicBezTo>
                  <a:cubicBezTo>
                    <a:pt x="19778" y="5168"/>
                    <a:pt x="15254" y="-246"/>
                    <a:pt x="9740" y="-177"/>
                  </a:cubicBezTo>
                  <a:cubicBezTo>
                    <a:pt x="4215" y="-108"/>
                    <a:pt x="-191" y="5430"/>
                    <a:pt x="-116" y="12177"/>
                  </a:cubicBezTo>
                  <a:close/>
                </a:path>
              </a:pathLst>
            </a:custGeom>
            <a:solidFill>
              <a:srgbClr val="332D2B"/>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51" name="Freeform: Shape 150">
              <a:extLst>
                <a:ext uri="{FF2B5EF4-FFF2-40B4-BE49-F238E27FC236}">
                  <a16:creationId xmlns:a16="http://schemas.microsoft.com/office/drawing/2014/main" id="{60EBE2DD-9BEB-CB7A-C5BA-A0C9F69FF91D}"/>
                </a:ext>
              </a:extLst>
            </p:cNvPr>
            <p:cNvSpPr/>
            <p:nvPr/>
          </p:nvSpPr>
          <p:spPr>
            <a:xfrm rot="10800000" flipV="1">
              <a:off x="10894554" y="4295117"/>
              <a:ext cx="186208" cy="203617"/>
            </a:xfrm>
            <a:custGeom>
              <a:avLst/>
              <a:gdLst>
                <a:gd name="connsiteX0" fmla="*/ 111368 w 357371"/>
                <a:gd name="connsiteY0" fmla="*/ 235708 h 390782"/>
                <a:gd name="connsiteX1" fmla="*/ 109879 w 357371"/>
                <a:gd name="connsiteY1" fmla="*/ 328346 h 390782"/>
                <a:gd name="connsiteX2" fmla="*/ 84985 w 357371"/>
                <a:gd name="connsiteY2" fmla="*/ 287225 h 390782"/>
                <a:gd name="connsiteX3" fmla="*/ 85591 w 357371"/>
                <a:gd name="connsiteY3" fmla="*/ 313039 h 390782"/>
                <a:gd name="connsiteX4" fmla="*/ 78996 w 357371"/>
                <a:gd name="connsiteY4" fmla="*/ 390601 h 390782"/>
                <a:gd name="connsiteX5" fmla="*/ 2503 w 357371"/>
                <a:gd name="connsiteY5" fmla="*/ 129791 h 390782"/>
                <a:gd name="connsiteX6" fmla="*/ 209025 w 357371"/>
                <a:gd name="connsiteY6" fmla="*/ 18448 h 390782"/>
                <a:gd name="connsiteX7" fmla="*/ 236292 w 357371"/>
                <a:gd name="connsiteY7" fmla="*/ 9161 h 390782"/>
                <a:gd name="connsiteX8" fmla="*/ 264622 w 357371"/>
                <a:gd name="connsiteY8" fmla="*/ 4799 h 390782"/>
                <a:gd name="connsiteX9" fmla="*/ 284372 w 357371"/>
                <a:gd name="connsiteY9" fmla="*/ 28617 h 390782"/>
                <a:gd name="connsiteX10" fmla="*/ 316683 w 357371"/>
                <a:gd name="connsiteY10" fmla="*/ 2283 h 390782"/>
                <a:gd name="connsiteX11" fmla="*/ 348555 w 357371"/>
                <a:gd name="connsiteY11" fmla="*/ 37478 h 390782"/>
                <a:gd name="connsiteX12" fmla="*/ 340225 w 357371"/>
                <a:gd name="connsiteY12" fmla="*/ 138026 h 390782"/>
                <a:gd name="connsiteX13" fmla="*/ 211747 w 357371"/>
                <a:gd name="connsiteY13" fmla="*/ 127006 h 390782"/>
                <a:gd name="connsiteX14" fmla="*/ 160938 w 357371"/>
                <a:gd name="connsiteY14" fmla="*/ 128927 h 390782"/>
                <a:gd name="connsiteX15" fmla="*/ 114322 w 357371"/>
                <a:gd name="connsiteY15" fmla="*/ 179542 h 390782"/>
                <a:gd name="connsiteX16" fmla="*/ 111368 w 357371"/>
                <a:gd name="connsiteY16" fmla="*/ 235708 h 390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57371" h="390782">
                  <a:moveTo>
                    <a:pt x="111368" y="235708"/>
                  </a:moveTo>
                  <a:cubicBezTo>
                    <a:pt x="111838" y="258788"/>
                    <a:pt x="109879" y="328346"/>
                    <a:pt x="109879" y="328346"/>
                  </a:cubicBezTo>
                  <a:lnTo>
                    <a:pt x="84985" y="287225"/>
                  </a:lnTo>
                  <a:lnTo>
                    <a:pt x="85591" y="313039"/>
                  </a:lnTo>
                  <a:cubicBezTo>
                    <a:pt x="85591" y="313039"/>
                    <a:pt x="85642" y="390195"/>
                    <a:pt x="78996" y="390601"/>
                  </a:cubicBezTo>
                  <a:cubicBezTo>
                    <a:pt x="62211" y="391615"/>
                    <a:pt x="-15226" y="188235"/>
                    <a:pt x="2503" y="129791"/>
                  </a:cubicBezTo>
                  <a:cubicBezTo>
                    <a:pt x="30214" y="38392"/>
                    <a:pt x="209025" y="18448"/>
                    <a:pt x="209025" y="18448"/>
                  </a:cubicBezTo>
                  <a:cubicBezTo>
                    <a:pt x="219933" y="19080"/>
                    <a:pt x="228719" y="14123"/>
                    <a:pt x="236292" y="9161"/>
                  </a:cubicBezTo>
                  <a:cubicBezTo>
                    <a:pt x="247337" y="1933"/>
                    <a:pt x="255823" y="-5295"/>
                    <a:pt x="264622" y="4799"/>
                  </a:cubicBezTo>
                  <a:cubicBezTo>
                    <a:pt x="279447" y="21821"/>
                    <a:pt x="284372" y="28617"/>
                    <a:pt x="284372" y="28617"/>
                  </a:cubicBezTo>
                  <a:cubicBezTo>
                    <a:pt x="284372" y="28617"/>
                    <a:pt x="293334" y="-6484"/>
                    <a:pt x="316683" y="2283"/>
                  </a:cubicBezTo>
                  <a:cubicBezTo>
                    <a:pt x="340031" y="11051"/>
                    <a:pt x="340782" y="14749"/>
                    <a:pt x="348555" y="37478"/>
                  </a:cubicBezTo>
                  <a:cubicBezTo>
                    <a:pt x="358662" y="67029"/>
                    <a:pt x="364375" y="130886"/>
                    <a:pt x="340225" y="138026"/>
                  </a:cubicBezTo>
                  <a:cubicBezTo>
                    <a:pt x="296000" y="151112"/>
                    <a:pt x="243513" y="134234"/>
                    <a:pt x="211747" y="127006"/>
                  </a:cubicBezTo>
                  <a:cubicBezTo>
                    <a:pt x="199832" y="124303"/>
                    <a:pt x="174299" y="124221"/>
                    <a:pt x="160938" y="128927"/>
                  </a:cubicBezTo>
                  <a:cubicBezTo>
                    <a:pt x="145181" y="134478"/>
                    <a:pt x="119948" y="147439"/>
                    <a:pt x="114322" y="179542"/>
                  </a:cubicBezTo>
                  <a:cubicBezTo>
                    <a:pt x="112069" y="192365"/>
                    <a:pt x="111074" y="221052"/>
                    <a:pt x="111368" y="235708"/>
                  </a:cubicBezTo>
                  <a:close/>
                </a:path>
              </a:pathLst>
            </a:custGeom>
            <a:solidFill>
              <a:schemeClr val="tx1"/>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52" name="Freeform: Shape 151">
              <a:extLst>
                <a:ext uri="{FF2B5EF4-FFF2-40B4-BE49-F238E27FC236}">
                  <a16:creationId xmlns:a16="http://schemas.microsoft.com/office/drawing/2014/main" id="{1AB74843-1CE4-1581-B5FF-E31C009E3B9C}"/>
                </a:ext>
              </a:extLst>
            </p:cNvPr>
            <p:cNvSpPr/>
            <p:nvPr/>
          </p:nvSpPr>
          <p:spPr>
            <a:xfrm rot="10800000" flipV="1">
              <a:off x="11033854" y="4407692"/>
              <a:ext cx="28139" cy="55872"/>
            </a:xfrm>
            <a:custGeom>
              <a:avLst/>
              <a:gdLst>
                <a:gd name="connsiteX0" fmla="*/ 49082 w 54004"/>
                <a:gd name="connsiteY0" fmla="*/ 17701 h 107231"/>
                <a:gd name="connsiteX1" fmla="*/ 10057 w 54004"/>
                <a:gd name="connsiteY1" fmla="*/ 8789 h 107231"/>
                <a:gd name="connsiteX2" fmla="*/ 35728 w 54004"/>
                <a:gd name="connsiteY2" fmla="*/ 106496 h 107231"/>
                <a:gd name="connsiteX3" fmla="*/ 49082 w 54004"/>
                <a:gd name="connsiteY3" fmla="*/ 17701 h 107231"/>
              </a:gdLst>
              <a:ahLst/>
              <a:cxnLst>
                <a:cxn ang="0">
                  <a:pos x="connsiteX0" y="connsiteY0"/>
                </a:cxn>
                <a:cxn ang="0">
                  <a:pos x="connsiteX1" y="connsiteY1"/>
                </a:cxn>
                <a:cxn ang="0">
                  <a:pos x="connsiteX2" y="connsiteY2"/>
                </a:cxn>
                <a:cxn ang="0">
                  <a:pos x="connsiteX3" y="connsiteY3"/>
                </a:cxn>
              </a:cxnLst>
              <a:rect l="l" t="t" r="r" b="b"/>
              <a:pathLst>
                <a:path w="54004" h="107231">
                  <a:moveTo>
                    <a:pt x="49082" y="17701"/>
                  </a:moveTo>
                  <a:cubicBezTo>
                    <a:pt x="49082" y="17701"/>
                    <a:pt x="32593" y="-15686"/>
                    <a:pt x="10057" y="8789"/>
                  </a:cubicBezTo>
                  <a:cubicBezTo>
                    <a:pt x="-12472" y="33271"/>
                    <a:pt x="5220" y="97723"/>
                    <a:pt x="35728" y="106496"/>
                  </a:cubicBezTo>
                  <a:cubicBezTo>
                    <a:pt x="66236" y="115270"/>
                    <a:pt x="49082" y="17701"/>
                    <a:pt x="49082" y="17701"/>
                  </a:cubicBez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53" name="Freeform: Shape 152">
              <a:extLst>
                <a:ext uri="{FF2B5EF4-FFF2-40B4-BE49-F238E27FC236}">
                  <a16:creationId xmlns:a16="http://schemas.microsoft.com/office/drawing/2014/main" id="{B2A78FBB-6A85-4CEB-DCB4-980BE60326CA}"/>
                </a:ext>
              </a:extLst>
            </p:cNvPr>
            <p:cNvSpPr/>
            <p:nvPr/>
          </p:nvSpPr>
          <p:spPr>
            <a:xfrm rot="10800000" flipV="1">
              <a:off x="11040101" y="4418642"/>
              <a:ext cx="14133" cy="31195"/>
            </a:xfrm>
            <a:custGeom>
              <a:avLst/>
              <a:gdLst>
                <a:gd name="connsiteX0" fmla="*/ 21018 w 27124"/>
                <a:gd name="connsiteY0" fmla="*/ 59693 h 59870"/>
                <a:gd name="connsiteX1" fmla="*/ 9252 w 27124"/>
                <a:gd name="connsiteY1" fmla="*/ 49643 h 59870"/>
                <a:gd name="connsiteX2" fmla="*/ 5178 w 27124"/>
                <a:gd name="connsiteY2" fmla="*/ 1356 h 59870"/>
                <a:gd name="connsiteX3" fmla="*/ 10404 w 27124"/>
                <a:gd name="connsiteY3" fmla="*/ -177 h 59870"/>
                <a:gd name="connsiteX4" fmla="*/ 24885 w 27124"/>
                <a:gd name="connsiteY4" fmla="*/ 18622 h 59870"/>
                <a:gd name="connsiteX5" fmla="*/ 26168 w 27124"/>
                <a:gd name="connsiteY5" fmla="*/ 56358 h 59870"/>
                <a:gd name="connsiteX6" fmla="*/ 21018 w 27124"/>
                <a:gd name="connsiteY6" fmla="*/ 59693 h 59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124" h="59870">
                  <a:moveTo>
                    <a:pt x="21018" y="59693"/>
                  </a:moveTo>
                  <a:cubicBezTo>
                    <a:pt x="18145" y="59693"/>
                    <a:pt x="14215" y="57384"/>
                    <a:pt x="9252" y="49643"/>
                  </a:cubicBezTo>
                  <a:cubicBezTo>
                    <a:pt x="-172" y="34949"/>
                    <a:pt x="-4115" y="6800"/>
                    <a:pt x="5178" y="1356"/>
                  </a:cubicBezTo>
                  <a:cubicBezTo>
                    <a:pt x="6974" y="305"/>
                    <a:pt x="8727" y="-177"/>
                    <a:pt x="10404" y="-177"/>
                  </a:cubicBezTo>
                  <a:cubicBezTo>
                    <a:pt x="17388" y="-177"/>
                    <a:pt x="23020" y="8208"/>
                    <a:pt x="24885" y="18622"/>
                  </a:cubicBezTo>
                  <a:cubicBezTo>
                    <a:pt x="26593" y="28165"/>
                    <a:pt x="27951" y="53254"/>
                    <a:pt x="26168" y="56358"/>
                  </a:cubicBezTo>
                  <a:cubicBezTo>
                    <a:pt x="25323" y="57822"/>
                    <a:pt x="23602" y="59693"/>
                    <a:pt x="21018" y="59693"/>
                  </a:cubicBez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54" name="Freeform: Shape 153">
              <a:extLst>
                <a:ext uri="{FF2B5EF4-FFF2-40B4-BE49-F238E27FC236}">
                  <a16:creationId xmlns:a16="http://schemas.microsoft.com/office/drawing/2014/main" id="{63479D0C-3BF5-6B18-7F99-103FFB0111F5}"/>
                </a:ext>
              </a:extLst>
            </p:cNvPr>
            <p:cNvSpPr/>
            <p:nvPr/>
          </p:nvSpPr>
          <p:spPr>
            <a:xfrm rot="10800000" flipV="1">
              <a:off x="10947307" y="4405657"/>
              <a:ext cx="4018" cy="8012"/>
            </a:xfrm>
            <a:custGeom>
              <a:avLst/>
              <a:gdLst>
                <a:gd name="connsiteX0" fmla="*/ 3434 w 7712"/>
                <a:gd name="connsiteY0" fmla="*/ 15199 h 15376"/>
                <a:gd name="connsiteX1" fmla="*/ -58 w 7712"/>
                <a:gd name="connsiteY1" fmla="*/ 1587 h 15376"/>
                <a:gd name="connsiteX2" fmla="*/ 1313 w 7712"/>
                <a:gd name="connsiteY2" fmla="*/ -177 h 15376"/>
                <a:gd name="connsiteX3" fmla="*/ 2790 w 7712"/>
                <a:gd name="connsiteY3" fmla="*/ 855 h 15376"/>
                <a:gd name="connsiteX4" fmla="*/ 7596 w 7712"/>
                <a:gd name="connsiteY4" fmla="*/ 14341 h 15376"/>
                <a:gd name="connsiteX5" fmla="*/ 3434 w 7712"/>
                <a:gd name="connsiteY5" fmla="*/ 15199 h 15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12" h="15376">
                  <a:moveTo>
                    <a:pt x="3434" y="15199"/>
                  </a:moveTo>
                  <a:cubicBezTo>
                    <a:pt x="2283" y="10668"/>
                    <a:pt x="1113" y="6137"/>
                    <a:pt x="-58" y="1587"/>
                  </a:cubicBezTo>
                  <a:cubicBezTo>
                    <a:pt x="-346" y="480"/>
                    <a:pt x="468" y="-177"/>
                    <a:pt x="1313" y="-177"/>
                  </a:cubicBezTo>
                  <a:cubicBezTo>
                    <a:pt x="1907" y="-177"/>
                    <a:pt x="2521" y="142"/>
                    <a:pt x="2790" y="855"/>
                  </a:cubicBezTo>
                  <a:cubicBezTo>
                    <a:pt x="4442" y="5173"/>
                    <a:pt x="6050" y="9685"/>
                    <a:pt x="7596" y="14341"/>
                  </a:cubicBezTo>
                  <a:lnTo>
                    <a:pt x="3434" y="15199"/>
                  </a:ln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55" name="Freeform: Shape 154">
              <a:extLst>
                <a:ext uri="{FF2B5EF4-FFF2-40B4-BE49-F238E27FC236}">
                  <a16:creationId xmlns:a16="http://schemas.microsoft.com/office/drawing/2014/main" id="{9B324D5D-AA17-75B4-3A69-FF93D0997F4D}"/>
                </a:ext>
              </a:extLst>
            </p:cNvPr>
            <p:cNvSpPr/>
            <p:nvPr/>
          </p:nvSpPr>
          <p:spPr>
            <a:xfrm rot="10800000" flipV="1">
              <a:off x="10939005" y="4413223"/>
              <a:ext cx="25675" cy="64817"/>
            </a:xfrm>
            <a:custGeom>
              <a:avLst/>
              <a:gdLst>
                <a:gd name="connsiteX0" fmla="*/ 33983 w 49274"/>
                <a:gd name="connsiteY0" fmla="*/ 124220 h 124397"/>
                <a:gd name="connsiteX1" fmla="*/ 346 w 49274"/>
                <a:gd name="connsiteY1" fmla="*/ 111948 h 124397"/>
                <a:gd name="connsiteX2" fmla="*/ 859 w 49274"/>
                <a:gd name="connsiteY2" fmla="*/ 110240 h 124397"/>
                <a:gd name="connsiteX3" fmla="*/ 1085 w 49274"/>
                <a:gd name="connsiteY3" fmla="*/ 110271 h 124397"/>
                <a:gd name="connsiteX4" fmla="*/ 29040 w 49274"/>
                <a:gd name="connsiteY4" fmla="*/ 117843 h 124397"/>
                <a:gd name="connsiteX5" fmla="*/ 30610 w 49274"/>
                <a:gd name="connsiteY5" fmla="*/ 117868 h 124397"/>
                <a:gd name="connsiteX6" fmla="*/ 42144 w 49274"/>
                <a:gd name="connsiteY6" fmla="*/ 107999 h 124397"/>
                <a:gd name="connsiteX7" fmla="*/ 42106 w 49274"/>
                <a:gd name="connsiteY7" fmla="*/ 68561 h 124397"/>
                <a:gd name="connsiteX8" fmla="*/ 29065 w 49274"/>
                <a:gd name="connsiteY8" fmla="*/ 680 h 124397"/>
                <a:gd name="connsiteX9" fmla="*/ 33226 w 49274"/>
                <a:gd name="connsiteY9" fmla="*/ -177 h 124397"/>
                <a:gd name="connsiteX10" fmla="*/ 48095 w 49274"/>
                <a:gd name="connsiteY10" fmla="*/ 108932 h 124397"/>
                <a:gd name="connsiteX11" fmla="*/ 33983 w 49274"/>
                <a:gd name="connsiteY11" fmla="*/ 124220 h 12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274" h="124397">
                  <a:moveTo>
                    <a:pt x="33983" y="124220"/>
                  </a:moveTo>
                  <a:cubicBezTo>
                    <a:pt x="23651" y="124220"/>
                    <a:pt x="9921" y="116372"/>
                    <a:pt x="346" y="111948"/>
                  </a:cubicBezTo>
                  <a:cubicBezTo>
                    <a:pt x="-561" y="111529"/>
                    <a:pt x="2" y="110240"/>
                    <a:pt x="859" y="110240"/>
                  </a:cubicBezTo>
                  <a:cubicBezTo>
                    <a:pt x="934" y="110240"/>
                    <a:pt x="1010" y="110246"/>
                    <a:pt x="1085" y="110271"/>
                  </a:cubicBezTo>
                  <a:cubicBezTo>
                    <a:pt x="6911" y="111767"/>
                    <a:pt x="24721" y="117699"/>
                    <a:pt x="29040" y="117843"/>
                  </a:cubicBezTo>
                  <a:cubicBezTo>
                    <a:pt x="29590" y="117862"/>
                    <a:pt x="30110" y="117868"/>
                    <a:pt x="30610" y="117868"/>
                  </a:cubicBezTo>
                  <a:cubicBezTo>
                    <a:pt x="39228" y="117868"/>
                    <a:pt x="40485" y="115102"/>
                    <a:pt x="42144" y="107999"/>
                  </a:cubicBezTo>
                  <a:cubicBezTo>
                    <a:pt x="43827" y="98662"/>
                    <a:pt x="42907" y="76966"/>
                    <a:pt x="42106" y="68561"/>
                  </a:cubicBezTo>
                  <a:cubicBezTo>
                    <a:pt x="39891" y="45306"/>
                    <a:pt x="34747" y="23084"/>
                    <a:pt x="29065" y="680"/>
                  </a:cubicBezTo>
                  <a:lnTo>
                    <a:pt x="33226" y="-177"/>
                  </a:lnTo>
                  <a:cubicBezTo>
                    <a:pt x="44403" y="33585"/>
                    <a:pt x="52069" y="75107"/>
                    <a:pt x="48095" y="108932"/>
                  </a:cubicBezTo>
                  <a:cubicBezTo>
                    <a:pt x="46750" y="120396"/>
                    <a:pt x="41193" y="124220"/>
                    <a:pt x="33983" y="124220"/>
                  </a:cubicBez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56" name="Freeform: Shape 155">
              <a:extLst>
                <a:ext uri="{FF2B5EF4-FFF2-40B4-BE49-F238E27FC236}">
                  <a16:creationId xmlns:a16="http://schemas.microsoft.com/office/drawing/2014/main" id="{8B553872-0BDE-DCDC-7832-B09CE42A00FB}"/>
                </a:ext>
              </a:extLst>
            </p:cNvPr>
            <p:cNvSpPr/>
            <p:nvPr/>
          </p:nvSpPr>
          <p:spPr>
            <a:xfrm rot="10800000" flipV="1">
              <a:off x="10627469" y="4524532"/>
              <a:ext cx="585899" cy="250488"/>
            </a:xfrm>
            <a:custGeom>
              <a:avLst/>
              <a:gdLst>
                <a:gd name="connsiteX0" fmla="*/ 61575 w 1124459"/>
                <a:gd name="connsiteY0" fmla="*/ 168496 h 480737"/>
                <a:gd name="connsiteX1" fmla="*/ 565148 w 1124459"/>
                <a:gd name="connsiteY1" fmla="*/ 257635 h 480737"/>
                <a:gd name="connsiteX2" fmla="*/ 1041605 w 1124459"/>
                <a:gd name="connsiteY2" fmla="*/ 39367 h 480737"/>
                <a:gd name="connsiteX3" fmla="*/ 1071456 w 1124459"/>
                <a:gd name="connsiteY3" fmla="*/ 31044 h 480737"/>
                <a:gd name="connsiteX4" fmla="*/ 1116958 w 1124459"/>
                <a:gd name="connsiteY4" fmla="*/ -177 h 480737"/>
                <a:gd name="connsiteX5" fmla="*/ 1124342 w 1124459"/>
                <a:gd name="connsiteY5" fmla="*/ 110991 h 480737"/>
                <a:gd name="connsiteX6" fmla="*/ 1084329 w 1124459"/>
                <a:gd name="connsiteY6" fmla="*/ 148727 h 480737"/>
                <a:gd name="connsiteX7" fmla="*/ 1052719 w 1124459"/>
                <a:gd name="connsiteY7" fmla="*/ 196194 h 480737"/>
                <a:gd name="connsiteX8" fmla="*/ 491078 w 1124459"/>
                <a:gd name="connsiteY8" fmla="*/ 474283 h 480737"/>
                <a:gd name="connsiteX9" fmla="*/ 24096 w 1124459"/>
                <a:gd name="connsiteY9" fmla="*/ 411058 h 480737"/>
                <a:gd name="connsiteX10" fmla="*/ 61575 w 1124459"/>
                <a:gd name="connsiteY10" fmla="*/ 168496 h 480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24459" h="480737">
                  <a:moveTo>
                    <a:pt x="61575" y="168496"/>
                  </a:moveTo>
                  <a:cubicBezTo>
                    <a:pt x="61575" y="168496"/>
                    <a:pt x="355209" y="269300"/>
                    <a:pt x="565148" y="257635"/>
                  </a:cubicBezTo>
                  <a:cubicBezTo>
                    <a:pt x="715604" y="249275"/>
                    <a:pt x="930030" y="111679"/>
                    <a:pt x="1041605" y="39367"/>
                  </a:cubicBezTo>
                  <a:cubicBezTo>
                    <a:pt x="1051092" y="33216"/>
                    <a:pt x="1063614" y="36269"/>
                    <a:pt x="1071456" y="31044"/>
                  </a:cubicBezTo>
                  <a:cubicBezTo>
                    <a:pt x="1100055" y="11988"/>
                    <a:pt x="1116958" y="-177"/>
                    <a:pt x="1116958" y="-177"/>
                  </a:cubicBezTo>
                  <a:lnTo>
                    <a:pt x="1124342" y="110991"/>
                  </a:lnTo>
                  <a:cubicBezTo>
                    <a:pt x="1124342" y="110991"/>
                    <a:pt x="1109755" y="125503"/>
                    <a:pt x="1084329" y="148727"/>
                  </a:cubicBezTo>
                  <a:cubicBezTo>
                    <a:pt x="1074754" y="157481"/>
                    <a:pt x="1065179" y="185280"/>
                    <a:pt x="1052719" y="196194"/>
                  </a:cubicBezTo>
                  <a:cubicBezTo>
                    <a:pt x="931488" y="302399"/>
                    <a:pt x="681861" y="478526"/>
                    <a:pt x="491078" y="474283"/>
                  </a:cubicBezTo>
                  <a:cubicBezTo>
                    <a:pt x="228659" y="468450"/>
                    <a:pt x="73747" y="517395"/>
                    <a:pt x="24096" y="411058"/>
                  </a:cubicBezTo>
                  <a:cubicBezTo>
                    <a:pt x="-47171" y="258455"/>
                    <a:pt x="61575" y="168496"/>
                    <a:pt x="61575" y="168496"/>
                  </a:cubicBezTo>
                  <a:close/>
                </a:path>
              </a:pathLst>
            </a:custGeom>
            <a:solidFill>
              <a:schemeClr val="accent1">
                <a:lumMod val="7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57" name="Freeform: Shape 156">
              <a:extLst>
                <a:ext uri="{FF2B5EF4-FFF2-40B4-BE49-F238E27FC236}">
                  <a16:creationId xmlns:a16="http://schemas.microsoft.com/office/drawing/2014/main" id="{E1FCDDD2-B3F6-A420-C2AB-D2D68B0E0A85}"/>
                </a:ext>
              </a:extLst>
            </p:cNvPr>
            <p:cNvSpPr/>
            <p:nvPr/>
          </p:nvSpPr>
          <p:spPr>
            <a:xfrm rot="10800000" flipV="1">
              <a:off x="10624254" y="4524532"/>
              <a:ext cx="20588" cy="66611"/>
            </a:xfrm>
            <a:custGeom>
              <a:avLst/>
              <a:gdLst>
                <a:gd name="connsiteX0" fmla="*/ 25842 w 39513"/>
                <a:gd name="connsiteY0" fmla="*/ -177 h 127839"/>
                <a:gd name="connsiteX1" fmla="*/ -117 w 39513"/>
                <a:gd name="connsiteY1" fmla="*/ 17451 h 127839"/>
                <a:gd name="connsiteX2" fmla="*/ 18407 w 39513"/>
                <a:gd name="connsiteY2" fmla="*/ 127662 h 127839"/>
                <a:gd name="connsiteX3" fmla="*/ 39396 w 39513"/>
                <a:gd name="connsiteY3" fmla="*/ 104814 h 127839"/>
                <a:gd name="connsiteX4" fmla="*/ 25842 w 39513"/>
                <a:gd name="connsiteY4" fmla="*/ -177 h 1278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513" h="127839">
                  <a:moveTo>
                    <a:pt x="25842" y="-177"/>
                  </a:moveTo>
                  <a:lnTo>
                    <a:pt x="-117" y="17451"/>
                  </a:lnTo>
                  <a:lnTo>
                    <a:pt x="18407" y="127662"/>
                  </a:lnTo>
                  <a:lnTo>
                    <a:pt x="39396" y="104814"/>
                  </a:lnTo>
                  <a:lnTo>
                    <a:pt x="25842" y="-177"/>
                  </a:ln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58" name="Freeform: Shape 157">
              <a:extLst>
                <a:ext uri="{FF2B5EF4-FFF2-40B4-BE49-F238E27FC236}">
                  <a16:creationId xmlns:a16="http://schemas.microsoft.com/office/drawing/2014/main" id="{A865CFA8-71F4-B7D1-B7D3-0992C285B652}"/>
                </a:ext>
              </a:extLst>
            </p:cNvPr>
            <p:cNvSpPr/>
            <p:nvPr/>
          </p:nvSpPr>
          <p:spPr>
            <a:xfrm rot="10800000" flipV="1">
              <a:off x="10411258" y="5075378"/>
              <a:ext cx="334788" cy="230930"/>
            </a:xfrm>
            <a:custGeom>
              <a:avLst/>
              <a:gdLst>
                <a:gd name="connsiteX0" fmla="*/ 569165 w 642527"/>
                <a:gd name="connsiteY0" fmla="*/ 443024 h 443201"/>
                <a:gd name="connsiteX1" fmla="*/ -117 w 642527"/>
                <a:gd name="connsiteY1" fmla="*/ 443024 h 443201"/>
                <a:gd name="connsiteX2" fmla="*/ 55880 w 642527"/>
                <a:gd name="connsiteY2" fmla="*/ 17433 h 443201"/>
                <a:gd name="connsiteX3" fmla="*/ 75962 w 642527"/>
                <a:gd name="connsiteY3" fmla="*/ -177 h 443201"/>
                <a:gd name="connsiteX4" fmla="*/ 622152 w 642527"/>
                <a:gd name="connsiteY4" fmla="*/ -177 h 443201"/>
                <a:gd name="connsiteX5" fmla="*/ 642235 w 642527"/>
                <a:gd name="connsiteY5" fmla="*/ 22714 h 443201"/>
                <a:gd name="connsiteX6" fmla="*/ 589247 w 642527"/>
                <a:gd name="connsiteY6" fmla="*/ 425414 h 443201"/>
                <a:gd name="connsiteX7" fmla="*/ 569165 w 642527"/>
                <a:gd name="connsiteY7" fmla="*/ 443024 h 443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2527" h="443201">
                  <a:moveTo>
                    <a:pt x="569165" y="443024"/>
                  </a:moveTo>
                  <a:lnTo>
                    <a:pt x="-117" y="443024"/>
                  </a:lnTo>
                  <a:lnTo>
                    <a:pt x="55880" y="17433"/>
                  </a:lnTo>
                  <a:cubicBezTo>
                    <a:pt x="57207" y="7351"/>
                    <a:pt x="65799" y="-177"/>
                    <a:pt x="75962" y="-177"/>
                  </a:cubicBezTo>
                  <a:lnTo>
                    <a:pt x="622152" y="-177"/>
                  </a:lnTo>
                  <a:cubicBezTo>
                    <a:pt x="634387" y="-177"/>
                    <a:pt x="643830" y="10586"/>
                    <a:pt x="642235" y="22714"/>
                  </a:cubicBezTo>
                  <a:lnTo>
                    <a:pt x="589247" y="425414"/>
                  </a:lnTo>
                  <a:cubicBezTo>
                    <a:pt x="587921" y="435489"/>
                    <a:pt x="579335" y="443024"/>
                    <a:pt x="569165" y="443024"/>
                  </a:cubicBez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59" name="Freeform: Shape 158">
              <a:extLst>
                <a:ext uri="{FF2B5EF4-FFF2-40B4-BE49-F238E27FC236}">
                  <a16:creationId xmlns:a16="http://schemas.microsoft.com/office/drawing/2014/main" id="{7B708938-F601-0824-FF82-39312206A09C}"/>
                </a:ext>
              </a:extLst>
            </p:cNvPr>
            <p:cNvSpPr/>
            <p:nvPr/>
          </p:nvSpPr>
          <p:spPr>
            <a:xfrm rot="10800000" flipV="1">
              <a:off x="10707560" y="5284700"/>
              <a:ext cx="144500" cy="21609"/>
            </a:xfrm>
            <a:custGeom>
              <a:avLst/>
              <a:gdLst>
                <a:gd name="connsiteX0" fmla="*/ 277209 w 277325"/>
                <a:gd name="connsiteY0" fmla="*/ 41295 h 41472"/>
                <a:gd name="connsiteX1" fmla="*/ -117 w 277325"/>
                <a:gd name="connsiteY1" fmla="*/ 41295 h 41472"/>
                <a:gd name="connsiteX2" fmla="*/ 41355 w 277325"/>
                <a:gd name="connsiteY2" fmla="*/ -177 h 41472"/>
                <a:gd name="connsiteX3" fmla="*/ 277209 w 277325"/>
                <a:gd name="connsiteY3" fmla="*/ -177 h 41472"/>
                <a:gd name="connsiteX4" fmla="*/ 277209 w 277325"/>
                <a:gd name="connsiteY4" fmla="*/ 41295 h 41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325" h="41472">
                  <a:moveTo>
                    <a:pt x="277209" y="41295"/>
                  </a:moveTo>
                  <a:lnTo>
                    <a:pt x="-117" y="41295"/>
                  </a:lnTo>
                  <a:cubicBezTo>
                    <a:pt x="-117" y="18390"/>
                    <a:pt x="18451" y="-177"/>
                    <a:pt x="41355" y="-177"/>
                  </a:cubicBezTo>
                  <a:lnTo>
                    <a:pt x="277209" y="-177"/>
                  </a:lnTo>
                  <a:lnTo>
                    <a:pt x="277209" y="41295"/>
                  </a:ln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60" name="Freeform: Shape 159">
              <a:extLst>
                <a:ext uri="{FF2B5EF4-FFF2-40B4-BE49-F238E27FC236}">
                  <a16:creationId xmlns:a16="http://schemas.microsoft.com/office/drawing/2014/main" id="{73880D46-0C94-605E-3FA9-669B1D97C43D}"/>
                </a:ext>
              </a:extLst>
            </p:cNvPr>
            <p:cNvSpPr/>
            <p:nvPr/>
          </p:nvSpPr>
          <p:spPr>
            <a:xfrm rot="10800000" flipV="1">
              <a:off x="10553606" y="5165521"/>
              <a:ext cx="26334" cy="26334"/>
            </a:xfrm>
            <a:custGeom>
              <a:avLst/>
              <a:gdLst>
                <a:gd name="connsiteX0" fmla="*/ 50423 w 50539"/>
                <a:gd name="connsiteY0" fmla="*/ 25093 h 50540"/>
                <a:gd name="connsiteX1" fmla="*/ 25153 w 50539"/>
                <a:gd name="connsiteY1" fmla="*/ 50363 h 50540"/>
                <a:gd name="connsiteX2" fmla="*/ -117 w 50539"/>
                <a:gd name="connsiteY2" fmla="*/ 25093 h 50540"/>
                <a:gd name="connsiteX3" fmla="*/ 25153 w 50539"/>
                <a:gd name="connsiteY3" fmla="*/ -177 h 50540"/>
                <a:gd name="connsiteX4" fmla="*/ 50423 w 50539"/>
                <a:gd name="connsiteY4" fmla="*/ 25093 h 50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539" h="50540">
                  <a:moveTo>
                    <a:pt x="50423" y="25093"/>
                  </a:moveTo>
                  <a:cubicBezTo>
                    <a:pt x="50423" y="39048"/>
                    <a:pt x="39109" y="50363"/>
                    <a:pt x="25153" y="50363"/>
                  </a:cubicBezTo>
                  <a:cubicBezTo>
                    <a:pt x="11198" y="50363"/>
                    <a:pt x="-117" y="39048"/>
                    <a:pt x="-117" y="25093"/>
                  </a:cubicBezTo>
                  <a:cubicBezTo>
                    <a:pt x="-117" y="11137"/>
                    <a:pt x="11198" y="-177"/>
                    <a:pt x="25153" y="-177"/>
                  </a:cubicBezTo>
                  <a:cubicBezTo>
                    <a:pt x="39109" y="-177"/>
                    <a:pt x="50423" y="11137"/>
                    <a:pt x="50423" y="25093"/>
                  </a:cubicBezTo>
                  <a:close/>
                </a:path>
              </a:pathLst>
            </a:custGeom>
            <a:solidFill>
              <a:srgbClr val="FFFFFF"/>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61" name="Freeform: Shape 160">
              <a:extLst>
                <a:ext uri="{FF2B5EF4-FFF2-40B4-BE49-F238E27FC236}">
                  <a16:creationId xmlns:a16="http://schemas.microsoft.com/office/drawing/2014/main" id="{F91F70C2-D2A3-7DD8-645B-B2E07ED92BE8}"/>
                </a:ext>
              </a:extLst>
            </p:cNvPr>
            <p:cNvSpPr/>
            <p:nvPr/>
          </p:nvSpPr>
          <p:spPr>
            <a:xfrm rot="10800000" flipV="1">
              <a:off x="11803123" y="6064848"/>
              <a:ext cx="21168" cy="35656"/>
            </a:xfrm>
            <a:custGeom>
              <a:avLst/>
              <a:gdLst>
                <a:gd name="connsiteX0" fmla="*/ -117 w 40627"/>
                <a:gd name="connsiteY0" fmla="*/ -177 h 68431"/>
                <a:gd name="connsiteX1" fmla="*/ 40510 w 40627"/>
                <a:gd name="connsiteY1" fmla="*/ -177 h 68431"/>
                <a:gd name="connsiteX2" fmla="*/ 40510 w 40627"/>
                <a:gd name="connsiteY2" fmla="*/ 68254 h 68431"/>
                <a:gd name="connsiteX3" fmla="*/ -117 w 40627"/>
                <a:gd name="connsiteY3" fmla="*/ 68254 h 68431"/>
              </a:gdLst>
              <a:ahLst/>
              <a:cxnLst>
                <a:cxn ang="0">
                  <a:pos x="connsiteX0" y="connsiteY0"/>
                </a:cxn>
                <a:cxn ang="0">
                  <a:pos x="connsiteX1" y="connsiteY1"/>
                </a:cxn>
                <a:cxn ang="0">
                  <a:pos x="connsiteX2" y="connsiteY2"/>
                </a:cxn>
                <a:cxn ang="0">
                  <a:pos x="connsiteX3" y="connsiteY3"/>
                </a:cxn>
              </a:cxnLst>
              <a:rect l="l" t="t" r="r" b="b"/>
              <a:pathLst>
                <a:path w="40627" h="68431">
                  <a:moveTo>
                    <a:pt x="-117" y="-177"/>
                  </a:moveTo>
                  <a:lnTo>
                    <a:pt x="40510" y="-177"/>
                  </a:lnTo>
                  <a:lnTo>
                    <a:pt x="40510" y="68254"/>
                  </a:lnTo>
                  <a:lnTo>
                    <a:pt x="-117" y="68254"/>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62" name="Freeform: Shape 161">
              <a:extLst>
                <a:ext uri="{FF2B5EF4-FFF2-40B4-BE49-F238E27FC236}">
                  <a16:creationId xmlns:a16="http://schemas.microsoft.com/office/drawing/2014/main" id="{155BA47D-8EEB-2824-C9E5-D91855BB2951}"/>
                </a:ext>
              </a:extLst>
            </p:cNvPr>
            <p:cNvSpPr/>
            <p:nvPr/>
          </p:nvSpPr>
          <p:spPr>
            <a:xfrm rot="10800000" flipV="1">
              <a:off x="11750856" y="5330388"/>
              <a:ext cx="76937" cy="748810"/>
            </a:xfrm>
            <a:custGeom>
              <a:avLst/>
              <a:gdLst>
                <a:gd name="connsiteX0" fmla="*/ 54541 w 147658"/>
                <a:gd name="connsiteY0" fmla="*/ 1436940 h 1437117"/>
                <a:gd name="connsiteX1" fmla="*/ -117 w 147658"/>
                <a:gd name="connsiteY1" fmla="*/ 1436940 h 1437117"/>
                <a:gd name="connsiteX2" fmla="*/ 53690 w 147658"/>
                <a:gd name="connsiteY2" fmla="*/ -177 h 1437117"/>
                <a:gd name="connsiteX3" fmla="*/ 147542 w 147658"/>
                <a:gd name="connsiteY3" fmla="*/ -177 h 1437117"/>
                <a:gd name="connsiteX4" fmla="*/ 54541 w 147658"/>
                <a:gd name="connsiteY4" fmla="*/ 1436940 h 14371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658" h="1437117">
                  <a:moveTo>
                    <a:pt x="54541" y="1436940"/>
                  </a:moveTo>
                  <a:lnTo>
                    <a:pt x="-117" y="1436940"/>
                  </a:lnTo>
                  <a:lnTo>
                    <a:pt x="53690" y="-177"/>
                  </a:lnTo>
                  <a:lnTo>
                    <a:pt x="147542" y="-177"/>
                  </a:lnTo>
                  <a:lnTo>
                    <a:pt x="54541" y="1436940"/>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63" name="Freeform: Shape 162">
              <a:extLst>
                <a:ext uri="{FF2B5EF4-FFF2-40B4-BE49-F238E27FC236}">
                  <a16:creationId xmlns:a16="http://schemas.microsoft.com/office/drawing/2014/main" id="{20CC0811-8F4D-66E8-3657-2BD8E4D6ED1A}"/>
                </a:ext>
              </a:extLst>
            </p:cNvPr>
            <p:cNvSpPr/>
            <p:nvPr/>
          </p:nvSpPr>
          <p:spPr>
            <a:xfrm rot="10800000" flipV="1">
              <a:off x="9641369" y="6064848"/>
              <a:ext cx="21166" cy="35656"/>
            </a:xfrm>
            <a:custGeom>
              <a:avLst/>
              <a:gdLst>
                <a:gd name="connsiteX0" fmla="*/ -117 w 40621"/>
                <a:gd name="connsiteY0" fmla="*/ -177 h 68431"/>
                <a:gd name="connsiteX1" fmla="*/ 40504 w 40621"/>
                <a:gd name="connsiteY1" fmla="*/ -177 h 68431"/>
                <a:gd name="connsiteX2" fmla="*/ 40504 w 40621"/>
                <a:gd name="connsiteY2" fmla="*/ 68254 h 68431"/>
                <a:gd name="connsiteX3" fmla="*/ -117 w 40621"/>
                <a:gd name="connsiteY3" fmla="*/ 68254 h 68431"/>
              </a:gdLst>
              <a:ahLst/>
              <a:cxnLst>
                <a:cxn ang="0">
                  <a:pos x="connsiteX0" y="connsiteY0"/>
                </a:cxn>
                <a:cxn ang="0">
                  <a:pos x="connsiteX1" y="connsiteY1"/>
                </a:cxn>
                <a:cxn ang="0">
                  <a:pos x="connsiteX2" y="connsiteY2"/>
                </a:cxn>
                <a:cxn ang="0">
                  <a:pos x="connsiteX3" y="connsiteY3"/>
                </a:cxn>
              </a:cxnLst>
              <a:rect l="l" t="t" r="r" b="b"/>
              <a:pathLst>
                <a:path w="40621" h="68431">
                  <a:moveTo>
                    <a:pt x="-117" y="-177"/>
                  </a:moveTo>
                  <a:lnTo>
                    <a:pt x="40504" y="-177"/>
                  </a:lnTo>
                  <a:lnTo>
                    <a:pt x="40504" y="68254"/>
                  </a:lnTo>
                  <a:lnTo>
                    <a:pt x="-117" y="68254"/>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64" name="Freeform: Shape 163">
              <a:extLst>
                <a:ext uri="{FF2B5EF4-FFF2-40B4-BE49-F238E27FC236}">
                  <a16:creationId xmlns:a16="http://schemas.microsoft.com/office/drawing/2014/main" id="{990BCBC6-E5FE-B3AA-C25F-3B7B5C0CA71B}"/>
                </a:ext>
              </a:extLst>
            </p:cNvPr>
            <p:cNvSpPr/>
            <p:nvPr/>
          </p:nvSpPr>
          <p:spPr>
            <a:xfrm rot="10800000" flipV="1">
              <a:off x="9637865" y="5330388"/>
              <a:ext cx="76937" cy="748810"/>
            </a:xfrm>
            <a:custGeom>
              <a:avLst/>
              <a:gdLst>
                <a:gd name="connsiteX0" fmla="*/ 92878 w 147658"/>
                <a:gd name="connsiteY0" fmla="*/ 1436940 h 1437117"/>
                <a:gd name="connsiteX1" fmla="*/ 147542 w 147658"/>
                <a:gd name="connsiteY1" fmla="*/ 1436940 h 1437117"/>
                <a:gd name="connsiteX2" fmla="*/ 93729 w 147658"/>
                <a:gd name="connsiteY2" fmla="*/ -177 h 1437117"/>
                <a:gd name="connsiteX3" fmla="*/ -117 w 147658"/>
                <a:gd name="connsiteY3" fmla="*/ -177 h 1437117"/>
                <a:gd name="connsiteX4" fmla="*/ 92878 w 147658"/>
                <a:gd name="connsiteY4" fmla="*/ 1436940 h 14371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658" h="1437117">
                  <a:moveTo>
                    <a:pt x="92878" y="1436940"/>
                  </a:moveTo>
                  <a:lnTo>
                    <a:pt x="147542" y="1436940"/>
                  </a:lnTo>
                  <a:lnTo>
                    <a:pt x="93729" y="-177"/>
                  </a:lnTo>
                  <a:lnTo>
                    <a:pt x="-117" y="-177"/>
                  </a:lnTo>
                  <a:lnTo>
                    <a:pt x="92878" y="1436940"/>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65" name="Freeform: Shape 164">
              <a:extLst>
                <a:ext uri="{FF2B5EF4-FFF2-40B4-BE49-F238E27FC236}">
                  <a16:creationId xmlns:a16="http://schemas.microsoft.com/office/drawing/2014/main" id="{912BEB72-F9F7-0D79-9EA4-3D2A6EE19D48}"/>
                </a:ext>
              </a:extLst>
            </p:cNvPr>
            <p:cNvSpPr/>
            <p:nvPr/>
          </p:nvSpPr>
          <p:spPr>
            <a:xfrm rot="10800000" flipV="1">
              <a:off x="9415598" y="6064848"/>
              <a:ext cx="21166" cy="35656"/>
            </a:xfrm>
            <a:custGeom>
              <a:avLst/>
              <a:gdLst>
                <a:gd name="connsiteX0" fmla="*/ -117 w 40621"/>
                <a:gd name="connsiteY0" fmla="*/ -177 h 68431"/>
                <a:gd name="connsiteX1" fmla="*/ 40504 w 40621"/>
                <a:gd name="connsiteY1" fmla="*/ -177 h 68431"/>
                <a:gd name="connsiteX2" fmla="*/ 40504 w 40621"/>
                <a:gd name="connsiteY2" fmla="*/ 68254 h 68431"/>
                <a:gd name="connsiteX3" fmla="*/ -117 w 40621"/>
                <a:gd name="connsiteY3" fmla="*/ 68254 h 68431"/>
              </a:gdLst>
              <a:ahLst/>
              <a:cxnLst>
                <a:cxn ang="0">
                  <a:pos x="connsiteX0" y="connsiteY0"/>
                </a:cxn>
                <a:cxn ang="0">
                  <a:pos x="connsiteX1" y="connsiteY1"/>
                </a:cxn>
                <a:cxn ang="0">
                  <a:pos x="connsiteX2" y="connsiteY2"/>
                </a:cxn>
                <a:cxn ang="0">
                  <a:pos x="connsiteX3" y="connsiteY3"/>
                </a:cxn>
              </a:cxnLst>
              <a:rect l="l" t="t" r="r" b="b"/>
              <a:pathLst>
                <a:path w="40621" h="68431">
                  <a:moveTo>
                    <a:pt x="-117" y="-177"/>
                  </a:moveTo>
                  <a:lnTo>
                    <a:pt x="40504" y="-177"/>
                  </a:lnTo>
                  <a:lnTo>
                    <a:pt x="40504" y="68254"/>
                  </a:lnTo>
                  <a:lnTo>
                    <a:pt x="-117" y="68254"/>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66" name="Freeform: Shape 165">
              <a:extLst>
                <a:ext uri="{FF2B5EF4-FFF2-40B4-BE49-F238E27FC236}">
                  <a16:creationId xmlns:a16="http://schemas.microsoft.com/office/drawing/2014/main" id="{1A18A619-9ADF-2530-08B3-3CA045A41043}"/>
                </a:ext>
              </a:extLst>
            </p:cNvPr>
            <p:cNvSpPr/>
            <p:nvPr/>
          </p:nvSpPr>
          <p:spPr>
            <a:xfrm rot="10800000" flipV="1">
              <a:off x="9412093" y="5330388"/>
              <a:ext cx="76940" cy="748810"/>
            </a:xfrm>
            <a:custGeom>
              <a:avLst/>
              <a:gdLst>
                <a:gd name="connsiteX0" fmla="*/ 92884 w 147664"/>
                <a:gd name="connsiteY0" fmla="*/ 1436940 h 1437117"/>
                <a:gd name="connsiteX1" fmla="*/ 147548 w 147664"/>
                <a:gd name="connsiteY1" fmla="*/ 1436940 h 1437117"/>
                <a:gd name="connsiteX2" fmla="*/ 93735 w 147664"/>
                <a:gd name="connsiteY2" fmla="*/ -177 h 1437117"/>
                <a:gd name="connsiteX3" fmla="*/ -117 w 147664"/>
                <a:gd name="connsiteY3" fmla="*/ -177 h 1437117"/>
                <a:gd name="connsiteX4" fmla="*/ 92884 w 147664"/>
                <a:gd name="connsiteY4" fmla="*/ 1436940 h 14371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664" h="1437117">
                  <a:moveTo>
                    <a:pt x="92884" y="1436940"/>
                  </a:moveTo>
                  <a:lnTo>
                    <a:pt x="147548" y="1436940"/>
                  </a:lnTo>
                  <a:lnTo>
                    <a:pt x="93735" y="-177"/>
                  </a:lnTo>
                  <a:lnTo>
                    <a:pt x="-117" y="-177"/>
                  </a:lnTo>
                  <a:lnTo>
                    <a:pt x="92884" y="1436940"/>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67" name="Freeform: Shape 166">
              <a:extLst>
                <a:ext uri="{FF2B5EF4-FFF2-40B4-BE49-F238E27FC236}">
                  <a16:creationId xmlns:a16="http://schemas.microsoft.com/office/drawing/2014/main" id="{B1444465-3F49-AF9A-78F9-0BB73D6FF3D9}"/>
                </a:ext>
              </a:extLst>
            </p:cNvPr>
            <p:cNvSpPr/>
            <p:nvPr/>
          </p:nvSpPr>
          <p:spPr>
            <a:xfrm rot="10800000" flipV="1">
              <a:off x="11633288" y="6064848"/>
              <a:ext cx="21166" cy="35656"/>
            </a:xfrm>
            <a:custGeom>
              <a:avLst/>
              <a:gdLst>
                <a:gd name="connsiteX0" fmla="*/ -117 w 40621"/>
                <a:gd name="connsiteY0" fmla="*/ -177 h 68431"/>
                <a:gd name="connsiteX1" fmla="*/ 40504 w 40621"/>
                <a:gd name="connsiteY1" fmla="*/ -177 h 68431"/>
                <a:gd name="connsiteX2" fmla="*/ 40504 w 40621"/>
                <a:gd name="connsiteY2" fmla="*/ 68254 h 68431"/>
                <a:gd name="connsiteX3" fmla="*/ -117 w 40621"/>
                <a:gd name="connsiteY3" fmla="*/ 68254 h 68431"/>
              </a:gdLst>
              <a:ahLst/>
              <a:cxnLst>
                <a:cxn ang="0">
                  <a:pos x="connsiteX0" y="connsiteY0"/>
                </a:cxn>
                <a:cxn ang="0">
                  <a:pos x="connsiteX1" y="connsiteY1"/>
                </a:cxn>
                <a:cxn ang="0">
                  <a:pos x="connsiteX2" y="connsiteY2"/>
                </a:cxn>
                <a:cxn ang="0">
                  <a:pos x="connsiteX3" y="connsiteY3"/>
                </a:cxn>
              </a:cxnLst>
              <a:rect l="l" t="t" r="r" b="b"/>
              <a:pathLst>
                <a:path w="40621" h="68431">
                  <a:moveTo>
                    <a:pt x="-117" y="-177"/>
                  </a:moveTo>
                  <a:lnTo>
                    <a:pt x="40504" y="-177"/>
                  </a:lnTo>
                  <a:lnTo>
                    <a:pt x="40504" y="68254"/>
                  </a:lnTo>
                  <a:lnTo>
                    <a:pt x="-117" y="68254"/>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68" name="Freeform: Shape 167">
              <a:extLst>
                <a:ext uri="{FF2B5EF4-FFF2-40B4-BE49-F238E27FC236}">
                  <a16:creationId xmlns:a16="http://schemas.microsoft.com/office/drawing/2014/main" id="{33A71175-DC8C-193C-9369-31E84ACB8968}"/>
                </a:ext>
              </a:extLst>
            </p:cNvPr>
            <p:cNvSpPr/>
            <p:nvPr/>
          </p:nvSpPr>
          <p:spPr>
            <a:xfrm rot="10800000" flipV="1">
              <a:off x="11581023" y="5330388"/>
              <a:ext cx="76937" cy="748810"/>
            </a:xfrm>
            <a:custGeom>
              <a:avLst/>
              <a:gdLst>
                <a:gd name="connsiteX0" fmla="*/ 54541 w 147658"/>
                <a:gd name="connsiteY0" fmla="*/ 1436940 h 1437117"/>
                <a:gd name="connsiteX1" fmla="*/ -117 w 147658"/>
                <a:gd name="connsiteY1" fmla="*/ 1436940 h 1437117"/>
                <a:gd name="connsiteX2" fmla="*/ 53696 w 147658"/>
                <a:gd name="connsiteY2" fmla="*/ -177 h 1437117"/>
                <a:gd name="connsiteX3" fmla="*/ 147542 w 147658"/>
                <a:gd name="connsiteY3" fmla="*/ -177 h 1437117"/>
                <a:gd name="connsiteX4" fmla="*/ 54541 w 147658"/>
                <a:gd name="connsiteY4" fmla="*/ 1436940 h 14371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658" h="1437117">
                  <a:moveTo>
                    <a:pt x="54541" y="1436940"/>
                  </a:moveTo>
                  <a:lnTo>
                    <a:pt x="-117" y="1436940"/>
                  </a:lnTo>
                  <a:lnTo>
                    <a:pt x="53696" y="-177"/>
                  </a:lnTo>
                  <a:lnTo>
                    <a:pt x="147542" y="-177"/>
                  </a:lnTo>
                  <a:lnTo>
                    <a:pt x="54541" y="1436940"/>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69" name="Freeform: Shape 168">
              <a:extLst>
                <a:ext uri="{FF2B5EF4-FFF2-40B4-BE49-F238E27FC236}">
                  <a16:creationId xmlns:a16="http://schemas.microsoft.com/office/drawing/2014/main" id="{5BC78D1D-6CE8-D773-D163-B15CE0BD9E03}"/>
                </a:ext>
              </a:extLst>
            </p:cNvPr>
            <p:cNvSpPr/>
            <p:nvPr/>
          </p:nvSpPr>
          <p:spPr>
            <a:xfrm rot="10800000" flipV="1">
              <a:off x="9373170" y="5307110"/>
              <a:ext cx="2515058" cy="43812"/>
            </a:xfrm>
            <a:custGeom>
              <a:avLst/>
              <a:gdLst>
                <a:gd name="connsiteX0" fmla="*/ -117 w 4826902"/>
                <a:gd name="connsiteY0" fmla="*/ -178 h 84083"/>
                <a:gd name="connsiteX1" fmla="*/ 4826786 w 4826902"/>
                <a:gd name="connsiteY1" fmla="*/ -178 h 84083"/>
                <a:gd name="connsiteX2" fmla="*/ 4826786 w 4826902"/>
                <a:gd name="connsiteY2" fmla="*/ 83906 h 84083"/>
                <a:gd name="connsiteX3" fmla="*/ -117 w 4826902"/>
                <a:gd name="connsiteY3" fmla="*/ 83906 h 84083"/>
              </a:gdLst>
              <a:ahLst/>
              <a:cxnLst>
                <a:cxn ang="0">
                  <a:pos x="connsiteX0" y="connsiteY0"/>
                </a:cxn>
                <a:cxn ang="0">
                  <a:pos x="connsiteX1" y="connsiteY1"/>
                </a:cxn>
                <a:cxn ang="0">
                  <a:pos x="connsiteX2" y="connsiteY2"/>
                </a:cxn>
                <a:cxn ang="0">
                  <a:pos x="connsiteX3" y="connsiteY3"/>
                </a:cxn>
              </a:cxnLst>
              <a:rect l="l" t="t" r="r" b="b"/>
              <a:pathLst>
                <a:path w="4826902" h="84083">
                  <a:moveTo>
                    <a:pt x="-117" y="-178"/>
                  </a:moveTo>
                  <a:lnTo>
                    <a:pt x="4826786" y="-178"/>
                  </a:lnTo>
                  <a:lnTo>
                    <a:pt x="4826786" y="83906"/>
                  </a:lnTo>
                  <a:lnTo>
                    <a:pt x="-117" y="83906"/>
                  </a:lnTo>
                  <a:close/>
                </a:path>
              </a:pathLst>
            </a:custGeom>
            <a:solidFill>
              <a:srgbClr val="D0D0D0"/>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70" name="Freeform: Shape 169">
              <a:extLst>
                <a:ext uri="{FF2B5EF4-FFF2-40B4-BE49-F238E27FC236}">
                  <a16:creationId xmlns:a16="http://schemas.microsoft.com/office/drawing/2014/main" id="{58E2199D-F93B-D82B-F61D-4CFC39B048EA}"/>
                </a:ext>
              </a:extLst>
            </p:cNvPr>
            <p:cNvSpPr/>
            <p:nvPr/>
          </p:nvSpPr>
          <p:spPr>
            <a:xfrm rot="10800000" flipV="1">
              <a:off x="9373169" y="5307097"/>
              <a:ext cx="387858" cy="43838"/>
            </a:xfrm>
            <a:custGeom>
              <a:avLst/>
              <a:gdLst>
                <a:gd name="connsiteX0" fmla="*/ -117 w 744376"/>
                <a:gd name="connsiteY0" fmla="*/ -178 h 84133"/>
                <a:gd name="connsiteX1" fmla="*/ 744259 w 744376"/>
                <a:gd name="connsiteY1" fmla="*/ -178 h 84133"/>
                <a:gd name="connsiteX2" fmla="*/ 744259 w 744376"/>
                <a:gd name="connsiteY2" fmla="*/ 83956 h 84133"/>
                <a:gd name="connsiteX3" fmla="*/ -117 w 744376"/>
                <a:gd name="connsiteY3" fmla="*/ 83956 h 84133"/>
              </a:gdLst>
              <a:ahLst/>
              <a:cxnLst>
                <a:cxn ang="0">
                  <a:pos x="connsiteX0" y="connsiteY0"/>
                </a:cxn>
                <a:cxn ang="0">
                  <a:pos x="connsiteX1" y="connsiteY1"/>
                </a:cxn>
                <a:cxn ang="0">
                  <a:pos x="connsiteX2" y="connsiteY2"/>
                </a:cxn>
                <a:cxn ang="0">
                  <a:pos x="connsiteX3" y="connsiteY3"/>
                </a:cxn>
              </a:cxnLst>
              <a:rect l="l" t="t" r="r" b="b"/>
              <a:pathLst>
                <a:path w="744376" h="84133">
                  <a:moveTo>
                    <a:pt x="-117" y="-178"/>
                  </a:moveTo>
                  <a:lnTo>
                    <a:pt x="744259" y="-178"/>
                  </a:lnTo>
                  <a:lnTo>
                    <a:pt x="744259" y="83956"/>
                  </a:lnTo>
                  <a:lnTo>
                    <a:pt x="-117" y="83956"/>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71" name="Freeform: Shape 170">
              <a:extLst>
                <a:ext uri="{FF2B5EF4-FFF2-40B4-BE49-F238E27FC236}">
                  <a16:creationId xmlns:a16="http://schemas.microsoft.com/office/drawing/2014/main" id="{B30D0880-0C00-E27F-686A-FC06A04998D6}"/>
                </a:ext>
              </a:extLst>
            </p:cNvPr>
            <p:cNvSpPr/>
            <p:nvPr/>
          </p:nvSpPr>
          <p:spPr>
            <a:xfrm rot="10800000" flipV="1">
              <a:off x="10095150" y="5908433"/>
              <a:ext cx="76759" cy="174301"/>
            </a:xfrm>
            <a:custGeom>
              <a:avLst/>
              <a:gdLst>
                <a:gd name="connsiteX0" fmla="*/ -117 w 147314"/>
                <a:gd name="connsiteY0" fmla="*/ 314458 h 334520"/>
                <a:gd name="connsiteX1" fmla="*/ 32976 w 147314"/>
                <a:gd name="connsiteY1" fmla="*/ 237722 h 334520"/>
                <a:gd name="connsiteX2" fmla="*/ 48033 w 147314"/>
                <a:gd name="connsiteY2" fmla="*/ 118062 h 334520"/>
                <a:gd name="connsiteX3" fmla="*/ 49209 w 147314"/>
                <a:gd name="connsiteY3" fmla="*/ 20443 h 334520"/>
                <a:gd name="connsiteX4" fmla="*/ 123261 w 147314"/>
                <a:gd name="connsiteY4" fmla="*/ -177 h 334520"/>
                <a:gd name="connsiteX5" fmla="*/ 130983 w 147314"/>
                <a:gd name="connsiteY5" fmla="*/ 93737 h 334520"/>
                <a:gd name="connsiteX6" fmla="*/ 147198 w 147314"/>
                <a:gd name="connsiteY6" fmla="*/ 148289 h 334520"/>
                <a:gd name="connsiteX7" fmla="*/ 90794 w 147314"/>
                <a:gd name="connsiteY7" fmla="*/ 263518 h 334520"/>
                <a:gd name="connsiteX8" fmla="*/ 34672 w 147314"/>
                <a:gd name="connsiteY8" fmla="*/ 331624 h 334520"/>
                <a:gd name="connsiteX9" fmla="*/ -117 w 147314"/>
                <a:gd name="connsiteY9" fmla="*/ 314458 h 334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7314" h="334520">
                  <a:moveTo>
                    <a:pt x="-117" y="314458"/>
                  </a:moveTo>
                  <a:cubicBezTo>
                    <a:pt x="-117" y="314458"/>
                    <a:pt x="22137" y="277711"/>
                    <a:pt x="32976" y="237722"/>
                  </a:cubicBezTo>
                  <a:cubicBezTo>
                    <a:pt x="43114" y="200305"/>
                    <a:pt x="46531" y="144959"/>
                    <a:pt x="48033" y="118062"/>
                  </a:cubicBezTo>
                  <a:cubicBezTo>
                    <a:pt x="49528" y="91159"/>
                    <a:pt x="49209" y="20443"/>
                    <a:pt x="49209" y="20443"/>
                  </a:cubicBezTo>
                  <a:lnTo>
                    <a:pt x="123261" y="-177"/>
                  </a:lnTo>
                  <a:cubicBezTo>
                    <a:pt x="123261" y="-177"/>
                    <a:pt x="119838" y="75726"/>
                    <a:pt x="130983" y="93737"/>
                  </a:cubicBezTo>
                  <a:cubicBezTo>
                    <a:pt x="142122" y="111748"/>
                    <a:pt x="147198" y="148289"/>
                    <a:pt x="147198" y="148289"/>
                  </a:cubicBezTo>
                  <a:cubicBezTo>
                    <a:pt x="147198" y="148289"/>
                    <a:pt x="116308" y="209298"/>
                    <a:pt x="90794" y="263518"/>
                  </a:cubicBezTo>
                  <a:cubicBezTo>
                    <a:pt x="65286" y="317731"/>
                    <a:pt x="44272" y="343120"/>
                    <a:pt x="34672" y="331624"/>
                  </a:cubicBezTo>
                  <a:cubicBezTo>
                    <a:pt x="25065" y="320135"/>
                    <a:pt x="-117" y="314458"/>
                    <a:pt x="-117" y="314458"/>
                  </a:cubicBez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72" name="Freeform: Shape 171">
              <a:extLst>
                <a:ext uri="{FF2B5EF4-FFF2-40B4-BE49-F238E27FC236}">
                  <a16:creationId xmlns:a16="http://schemas.microsoft.com/office/drawing/2014/main" id="{063F1AA9-4534-734D-7ECF-C0199674BF39}"/>
                </a:ext>
              </a:extLst>
            </p:cNvPr>
            <p:cNvSpPr/>
            <p:nvPr/>
          </p:nvSpPr>
          <p:spPr>
            <a:xfrm rot="10800000" flipV="1">
              <a:off x="10085726" y="5968464"/>
              <a:ext cx="104863" cy="134828"/>
            </a:xfrm>
            <a:custGeom>
              <a:avLst/>
              <a:gdLst>
                <a:gd name="connsiteX0" fmla="*/ 190235 w 201254"/>
                <a:gd name="connsiteY0" fmla="*/ 14453 h 258763"/>
                <a:gd name="connsiteX1" fmla="*/ 163063 w 201254"/>
                <a:gd name="connsiteY1" fmla="*/ 9072 h 258763"/>
                <a:gd name="connsiteX2" fmla="*/ 124313 w 201254"/>
                <a:gd name="connsiteY2" fmla="*/ 102535 h 258763"/>
                <a:gd name="connsiteX3" fmla="*/ 69111 w 201254"/>
                <a:gd name="connsiteY3" fmla="*/ 198953 h 258763"/>
                <a:gd name="connsiteX4" fmla="*/ 46006 w 201254"/>
                <a:gd name="connsiteY4" fmla="*/ 181556 h 258763"/>
                <a:gd name="connsiteX5" fmla="*/ 1937 w 201254"/>
                <a:gd name="connsiteY5" fmla="*/ 256634 h 258763"/>
                <a:gd name="connsiteX6" fmla="*/ 115214 w 201254"/>
                <a:gd name="connsiteY6" fmla="*/ 232477 h 258763"/>
                <a:gd name="connsiteX7" fmla="*/ 146029 w 201254"/>
                <a:gd name="connsiteY7" fmla="*/ 122605 h 258763"/>
                <a:gd name="connsiteX8" fmla="*/ 162331 w 201254"/>
                <a:gd name="connsiteY8" fmla="*/ 147243 h 258763"/>
                <a:gd name="connsiteX9" fmla="*/ 163495 w 201254"/>
                <a:gd name="connsiteY9" fmla="*/ 223929 h 258763"/>
                <a:gd name="connsiteX10" fmla="*/ 181618 w 201254"/>
                <a:gd name="connsiteY10" fmla="*/ 222521 h 258763"/>
                <a:gd name="connsiteX11" fmla="*/ 183239 w 201254"/>
                <a:gd name="connsiteY11" fmla="*/ 132186 h 258763"/>
                <a:gd name="connsiteX12" fmla="*/ 201099 w 201254"/>
                <a:gd name="connsiteY12" fmla="*/ 78016 h 258763"/>
                <a:gd name="connsiteX13" fmla="*/ 190235 w 201254"/>
                <a:gd name="connsiteY13" fmla="*/ 14453 h 258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1254" h="258763">
                  <a:moveTo>
                    <a:pt x="190235" y="14453"/>
                  </a:moveTo>
                  <a:cubicBezTo>
                    <a:pt x="190235" y="14453"/>
                    <a:pt x="179109" y="-14515"/>
                    <a:pt x="163063" y="9072"/>
                  </a:cubicBezTo>
                  <a:cubicBezTo>
                    <a:pt x="159220" y="14723"/>
                    <a:pt x="124313" y="102535"/>
                    <a:pt x="124313" y="102535"/>
                  </a:cubicBezTo>
                  <a:cubicBezTo>
                    <a:pt x="124313" y="102535"/>
                    <a:pt x="88867" y="189741"/>
                    <a:pt x="69111" y="198953"/>
                  </a:cubicBezTo>
                  <a:cubicBezTo>
                    <a:pt x="49348" y="208165"/>
                    <a:pt x="46006" y="181556"/>
                    <a:pt x="46006" y="181556"/>
                  </a:cubicBezTo>
                  <a:cubicBezTo>
                    <a:pt x="46006" y="181556"/>
                    <a:pt x="-11574" y="247447"/>
                    <a:pt x="1937" y="256634"/>
                  </a:cubicBezTo>
                  <a:cubicBezTo>
                    <a:pt x="15442" y="265820"/>
                    <a:pt x="100445" y="240025"/>
                    <a:pt x="115214" y="232477"/>
                  </a:cubicBezTo>
                  <a:cubicBezTo>
                    <a:pt x="129983" y="224930"/>
                    <a:pt x="146029" y="122605"/>
                    <a:pt x="146029" y="122605"/>
                  </a:cubicBezTo>
                  <a:cubicBezTo>
                    <a:pt x="146029" y="122605"/>
                    <a:pt x="160265" y="133012"/>
                    <a:pt x="162331" y="147243"/>
                  </a:cubicBezTo>
                  <a:cubicBezTo>
                    <a:pt x="164402" y="161480"/>
                    <a:pt x="163495" y="223929"/>
                    <a:pt x="163495" y="223929"/>
                  </a:cubicBezTo>
                  <a:lnTo>
                    <a:pt x="181618" y="222521"/>
                  </a:lnTo>
                  <a:cubicBezTo>
                    <a:pt x="181618" y="222521"/>
                    <a:pt x="179059" y="140190"/>
                    <a:pt x="183239" y="132186"/>
                  </a:cubicBezTo>
                  <a:cubicBezTo>
                    <a:pt x="187413" y="124188"/>
                    <a:pt x="200304" y="92473"/>
                    <a:pt x="201099" y="78016"/>
                  </a:cubicBezTo>
                  <a:cubicBezTo>
                    <a:pt x="201894" y="63560"/>
                    <a:pt x="190235" y="14453"/>
                    <a:pt x="190235" y="14453"/>
                  </a:cubicBezTo>
                  <a:close/>
                </a:path>
              </a:pathLst>
            </a:custGeom>
            <a:solidFill>
              <a:srgbClr val="6D3D4C"/>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73" name="Freeform: Shape 172">
              <a:extLst>
                <a:ext uri="{FF2B5EF4-FFF2-40B4-BE49-F238E27FC236}">
                  <a16:creationId xmlns:a16="http://schemas.microsoft.com/office/drawing/2014/main" id="{518F92BE-F778-CF9C-EF41-BB2455356692}"/>
                </a:ext>
              </a:extLst>
            </p:cNvPr>
            <p:cNvSpPr/>
            <p:nvPr/>
          </p:nvSpPr>
          <p:spPr>
            <a:xfrm rot="10800000" flipV="1">
              <a:off x="10099901" y="5577971"/>
              <a:ext cx="114452" cy="367115"/>
            </a:xfrm>
            <a:custGeom>
              <a:avLst/>
              <a:gdLst>
                <a:gd name="connsiteX0" fmla="*/ 126083 w 219657"/>
                <a:gd name="connsiteY0" fmla="*/ 704391 h 704568"/>
                <a:gd name="connsiteX1" fmla="*/ -117 w 219657"/>
                <a:gd name="connsiteY1" fmla="*/ 6193 h 704568"/>
                <a:gd name="connsiteX2" fmla="*/ 142911 w 219657"/>
                <a:gd name="connsiteY2" fmla="*/ -177 h 704568"/>
                <a:gd name="connsiteX3" fmla="*/ 202700 w 219657"/>
                <a:gd name="connsiteY3" fmla="*/ 153039 h 704568"/>
                <a:gd name="connsiteX4" fmla="*/ 219541 w 219657"/>
                <a:gd name="connsiteY4" fmla="*/ 696306 h 704568"/>
                <a:gd name="connsiteX5" fmla="*/ 126083 w 219657"/>
                <a:gd name="connsiteY5" fmla="*/ 704391 h 7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57" h="704568">
                  <a:moveTo>
                    <a:pt x="126083" y="704391"/>
                  </a:moveTo>
                  <a:cubicBezTo>
                    <a:pt x="82520" y="467656"/>
                    <a:pt x="1473" y="26576"/>
                    <a:pt x="-117" y="6193"/>
                  </a:cubicBezTo>
                  <a:lnTo>
                    <a:pt x="142911" y="-177"/>
                  </a:lnTo>
                  <a:cubicBezTo>
                    <a:pt x="142911" y="-177"/>
                    <a:pt x="195716" y="124877"/>
                    <a:pt x="202700" y="153039"/>
                  </a:cubicBezTo>
                  <a:cubicBezTo>
                    <a:pt x="207444" y="172194"/>
                    <a:pt x="215392" y="502106"/>
                    <a:pt x="219541" y="696306"/>
                  </a:cubicBezTo>
                  <a:lnTo>
                    <a:pt x="126083" y="704391"/>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74" name="Freeform: Shape 173">
              <a:extLst>
                <a:ext uri="{FF2B5EF4-FFF2-40B4-BE49-F238E27FC236}">
                  <a16:creationId xmlns:a16="http://schemas.microsoft.com/office/drawing/2014/main" id="{75795EB1-2706-1739-7057-DF18AD514DD7}"/>
                </a:ext>
              </a:extLst>
            </p:cNvPr>
            <p:cNvSpPr/>
            <p:nvPr/>
          </p:nvSpPr>
          <p:spPr>
            <a:xfrm rot="10800000" flipV="1">
              <a:off x="10161701" y="4395548"/>
              <a:ext cx="143677" cy="225463"/>
            </a:xfrm>
            <a:custGeom>
              <a:avLst/>
              <a:gdLst>
                <a:gd name="connsiteX0" fmla="*/ 143959 w 275746"/>
                <a:gd name="connsiteY0" fmla="*/ -32 h 432709"/>
                <a:gd name="connsiteX1" fmla="*/ 1106 w 275746"/>
                <a:gd name="connsiteY1" fmla="*/ 148728 h 432709"/>
                <a:gd name="connsiteX2" fmla="*/ 1062 w 275746"/>
                <a:gd name="connsiteY2" fmla="*/ 156626 h 432709"/>
                <a:gd name="connsiteX3" fmla="*/ 4035 w 275746"/>
                <a:gd name="connsiteY3" fmla="*/ 227210 h 432709"/>
                <a:gd name="connsiteX4" fmla="*/ 112862 w 275746"/>
                <a:gd name="connsiteY4" fmla="*/ 432474 h 432709"/>
                <a:gd name="connsiteX5" fmla="*/ 251685 w 275746"/>
                <a:gd name="connsiteY5" fmla="*/ 292119 h 432709"/>
                <a:gd name="connsiteX6" fmla="*/ 261741 w 275746"/>
                <a:gd name="connsiteY6" fmla="*/ 226146 h 432709"/>
                <a:gd name="connsiteX7" fmla="*/ 259751 w 275746"/>
                <a:gd name="connsiteY7" fmla="*/ 225596 h 432709"/>
                <a:gd name="connsiteX8" fmla="*/ 275428 w 275746"/>
                <a:gd name="connsiteY8" fmla="*/ 161870 h 432709"/>
                <a:gd name="connsiteX9" fmla="*/ 143959 w 275746"/>
                <a:gd name="connsiteY9" fmla="*/ -32 h 432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5746" h="432709">
                  <a:moveTo>
                    <a:pt x="143959" y="-32"/>
                  </a:moveTo>
                  <a:cubicBezTo>
                    <a:pt x="67247" y="-3712"/>
                    <a:pt x="5211" y="62986"/>
                    <a:pt x="1106" y="148728"/>
                  </a:cubicBezTo>
                  <a:cubicBezTo>
                    <a:pt x="981" y="151388"/>
                    <a:pt x="1081" y="153991"/>
                    <a:pt x="1062" y="156626"/>
                  </a:cubicBezTo>
                  <a:cubicBezTo>
                    <a:pt x="-102" y="162552"/>
                    <a:pt x="-1854" y="180512"/>
                    <a:pt x="4035" y="227210"/>
                  </a:cubicBezTo>
                  <a:cubicBezTo>
                    <a:pt x="17377" y="333090"/>
                    <a:pt x="66922" y="430277"/>
                    <a:pt x="112862" y="432474"/>
                  </a:cubicBezTo>
                  <a:cubicBezTo>
                    <a:pt x="155517" y="434520"/>
                    <a:pt x="222578" y="382541"/>
                    <a:pt x="251685" y="292119"/>
                  </a:cubicBezTo>
                  <a:cubicBezTo>
                    <a:pt x="259739" y="267099"/>
                    <a:pt x="261741" y="226146"/>
                    <a:pt x="261741" y="226146"/>
                  </a:cubicBezTo>
                  <a:lnTo>
                    <a:pt x="259751" y="225596"/>
                  </a:lnTo>
                  <a:cubicBezTo>
                    <a:pt x="268700" y="206358"/>
                    <a:pt x="274326" y="184843"/>
                    <a:pt x="275428" y="161870"/>
                  </a:cubicBezTo>
                  <a:cubicBezTo>
                    <a:pt x="279533" y="76128"/>
                    <a:pt x="220676" y="3641"/>
                    <a:pt x="143959" y="-32"/>
                  </a:cubicBez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75" name="Freeform: Shape 174">
              <a:extLst>
                <a:ext uri="{FF2B5EF4-FFF2-40B4-BE49-F238E27FC236}">
                  <a16:creationId xmlns:a16="http://schemas.microsoft.com/office/drawing/2014/main" id="{C715DB88-C676-FD9E-5F1F-2C9B49B533F3}"/>
                </a:ext>
              </a:extLst>
            </p:cNvPr>
            <p:cNvSpPr/>
            <p:nvPr/>
          </p:nvSpPr>
          <p:spPr>
            <a:xfrm rot="10800000" flipV="1">
              <a:off x="10497178" y="4360712"/>
              <a:ext cx="85499" cy="179279"/>
            </a:xfrm>
            <a:custGeom>
              <a:avLst/>
              <a:gdLst>
                <a:gd name="connsiteX0" fmla="*/ 50308 w 164090"/>
                <a:gd name="connsiteY0" fmla="*/ 255583 h 344073"/>
                <a:gd name="connsiteX1" fmla="*/ 14607 w 164090"/>
                <a:gd name="connsiteY1" fmla="*/ 194291 h 344073"/>
                <a:gd name="connsiteX2" fmla="*/ 4681 w 164090"/>
                <a:gd name="connsiteY2" fmla="*/ 112380 h 344073"/>
                <a:gd name="connsiteX3" fmla="*/ 39051 w 164090"/>
                <a:gd name="connsiteY3" fmla="*/ 157657 h 344073"/>
                <a:gd name="connsiteX4" fmla="*/ 31140 w 164090"/>
                <a:gd name="connsiteY4" fmla="*/ 30474 h 344073"/>
                <a:gd name="connsiteX5" fmla="*/ 60416 w 164090"/>
                <a:gd name="connsiteY5" fmla="*/ 113537 h 344073"/>
                <a:gd name="connsiteX6" fmla="*/ 59765 w 164090"/>
                <a:gd name="connsiteY6" fmla="*/ -153 h 344073"/>
                <a:gd name="connsiteX7" fmla="*/ 92576 w 164090"/>
                <a:gd name="connsiteY7" fmla="*/ 125403 h 344073"/>
                <a:gd name="connsiteX8" fmla="*/ 94941 w 164090"/>
                <a:gd name="connsiteY8" fmla="*/ 37070 h 344073"/>
                <a:gd name="connsiteX9" fmla="*/ 119967 w 164090"/>
                <a:gd name="connsiteY9" fmla="*/ 159121 h 344073"/>
                <a:gd name="connsiteX10" fmla="*/ 123484 w 164090"/>
                <a:gd name="connsiteY10" fmla="*/ 83198 h 344073"/>
                <a:gd name="connsiteX11" fmla="*/ 137590 w 164090"/>
                <a:gd name="connsiteY11" fmla="*/ 207502 h 344073"/>
                <a:gd name="connsiteX12" fmla="*/ 163974 w 164090"/>
                <a:gd name="connsiteY12" fmla="*/ 309364 h 344073"/>
                <a:gd name="connsiteX13" fmla="*/ 148541 w 164090"/>
                <a:gd name="connsiteY13" fmla="*/ 343896 h 344073"/>
                <a:gd name="connsiteX14" fmla="*/ 50308 w 164090"/>
                <a:gd name="connsiteY14" fmla="*/ 255583 h 34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4090" h="344073">
                  <a:moveTo>
                    <a:pt x="50308" y="255583"/>
                  </a:moveTo>
                  <a:cubicBezTo>
                    <a:pt x="35872" y="234818"/>
                    <a:pt x="14607" y="194291"/>
                    <a:pt x="14607" y="194291"/>
                  </a:cubicBezTo>
                  <a:cubicBezTo>
                    <a:pt x="14607" y="194291"/>
                    <a:pt x="-10307" y="118531"/>
                    <a:pt x="4681" y="112380"/>
                  </a:cubicBezTo>
                  <a:cubicBezTo>
                    <a:pt x="19663" y="106234"/>
                    <a:pt x="30546" y="162863"/>
                    <a:pt x="39051" y="157657"/>
                  </a:cubicBezTo>
                  <a:cubicBezTo>
                    <a:pt x="47555" y="152456"/>
                    <a:pt x="13743" y="33660"/>
                    <a:pt x="31140" y="30474"/>
                  </a:cubicBezTo>
                  <a:cubicBezTo>
                    <a:pt x="46591" y="27639"/>
                    <a:pt x="49157" y="127086"/>
                    <a:pt x="60416" y="113537"/>
                  </a:cubicBezTo>
                  <a:cubicBezTo>
                    <a:pt x="71680" y="99995"/>
                    <a:pt x="44770" y="1368"/>
                    <a:pt x="59765" y="-153"/>
                  </a:cubicBezTo>
                  <a:cubicBezTo>
                    <a:pt x="80604" y="-2262"/>
                    <a:pt x="82769" y="130791"/>
                    <a:pt x="92576" y="125403"/>
                  </a:cubicBezTo>
                  <a:cubicBezTo>
                    <a:pt x="102376" y="120002"/>
                    <a:pt x="79183" y="28778"/>
                    <a:pt x="94941" y="37070"/>
                  </a:cubicBezTo>
                  <a:cubicBezTo>
                    <a:pt x="110705" y="45362"/>
                    <a:pt x="113140" y="166731"/>
                    <a:pt x="119967" y="159121"/>
                  </a:cubicBezTo>
                  <a:cubicBezTo>
                    <a:pt x="126801" y="151518"/>
                    <a:pt x="111606" y="74337"/>
                    <a:pt x="123484" y="83198"/>
                  </a:cubicBezTo>
                  <a:cubicBezTo>
                    <a:pt x="135356" y="92060"/>
                    <a:pt x="137740" y="190029"/>
                    <a:pt x="137590" y="207502"/>
                  </a:cubicBezTo>
                  <a:cubicBezTo>
                    <a:pt x="137120" y="261152"/>
                    <a:pt x="163974" y="309364"/>
                    <a:pt x="163974" y="309364"/>
                  </a:cubicBezTo>
                  <a:lnTo>
                    <a:pt x="148541" y="343896"/>
                  </a:lnTo>
                  <a:cubicBezTo>
                    <a:pt x="148541" y="343896"/>
                    <a:pt x="64758" y="276353"/>
                    <a:pt x="50308" y="255583"/>
                  </a:cubicBez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76" name="Freeform: Shape 175">
              <a:extLst>
                <a:ext uri="{FF2B5EF4-FFF2-40B4-BE49-F238E27FC236}">
                  <a16:creationId xmlns:a16="http://schemas.microsoft.com/office/drawing/2014/main" id="{1F0F5A96-9FD7-2D83-AF12-E929AB57DB8B}"/>
                </a:ext>
              </a:extLst>
            </p:cNvPr>
            <p:cNvSpPr/>
            <p:nvPr/>
          </p:nvSpPr>
          <p:spPr>
            <a:xfrm rot="10800000" flipV="1">
              <a:off x="10053380" y="4494308"/>
              <a:ext cx="462780" cy="383090"/>
            </a:xfrm>
            <a:custGeom>
              <a:avLst/>
              <a:gdLst>
                <a:gd name="connsiteX0" fmla="*/ 823242 w 888167"/>
                <a:gd name="connsiteY0" fmla="*/ 671167 h 735227"/>
                <a:gd name="connsiteX1" fmla="*/ 888051 w 888167"/>
                <a:gd name="connsiteY1" fmla="*/ 345267 h 735227"/>
                <a:gd name="connsiteX2" fmla="*/ 454750 w 888167"/>
                <a:gd name="connsiteY2" fmla="*/ 315641 h 735227"/>
                <a:gd name="connsiteX3" fmla="*/ 18407 w 888167"/>
                <a:gd name="connsiteY3" fmla="*/ -177 h 735227"/>
                <a:gd name="connsiteX4" fmla="*/ -117 w 888167"/>
                <a:gd name="connsiteY4" fmla="*/ 77616 h 735227"/>
                <a:gd name="connsiteX5" fmla="*/ 326979 w 888167"/>
                <a:gd name="connsiteY5" fmla="*/ 398967 h 735227"/>
                <a:gd name="connsiteX6" fmla="*/ 730655 w 888167"/>
                <a:gd name="connsiteY6" fmla="*/ 637837 h 735227"/>
                <a:gd name="connsiteX7" fmla="*/ 841760 w 888167"/>
                <a:gd name="connsiteY7" fmla="*/ 715606 h 735227"/>
                <a:gd name="connsiteX8" fmla="*/ 823242 w 888167"/>
                <a:gd name="connsiteY8" fmla="*/ 671167 h 735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8167" h="735227">
                  <a:moveTo>
                    <a:pt x="823242" y="671167"/>
                  </a:moveTo>
                  <a:cubicBezTo>
                    <a:pt x="839908" y="654502"/>
                    <a:pt x="832498" y="523033"/>
                    <a:pt x="888051" y="345267"/>
                  </a:cubicBezTo>
                  <a:cubicBezTo>
                    <a:pt x="843969" y="317425"/>
                    <a:pt x="604004" y="386026"/>
                    <a:pt x="454750" y="315641"/>
                  </a:cubicBezTo>
                  <a:cubicBezTo>
                    <a:pt x="246644" y="217503"/>
                    <a:pt x="18407" y="-177"/>
                    <a:pt x="18407" y="-177"/>
                  </a:cubicBezTo>
                  <a:lnTo>
                    <a:pt x="-117" y="77616"/>
                  </a:lnTo>
                  <a:cubicBezTo>
                    <a:pt x="-117" y="77616"/>
                    <a:pt x="160327" y="272586"/>
                    <a:pt x="326979" y="398967"/>
                  </a:cubicBezTo>
                  <a:cubicBezTo>
                    <a:pt x="493637" y="525349"/>
                    <a:pt x="730655" y="560062"/>
                    <a:pt x="730655" y="637837"/>
                  </a:cubicBezTo>
                  <a:cubicBezTo>
                    <a:pt x="730655" y="793381"/>
                    <a:pt x="841760" y="715606"/>
                    <a:pt x="841760" y="715606"/>
                  </a:cubicBezTo>
                  <a:lnTo>
                    <a:pt x="823242" y="671167"/>
                  </a:lnTo>
                  <a:close/>
                </a:path>
              </a:pathLst>
            </a:custGeom>
            <a:solidFill>
              <a:srgbClr val="6D3D4C"/>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77" name="Freeform: Shape 176">
              <a:extLst>
                <a:ext uri="{FF2B5EF4-FFF2-40B4-BE49-F238E27FC236}">
                  <a16:creationId xmlns:a16="http://schemas.microsoft.com/office/drawing/2014/main" id="{A212E934-E120-70F1-FA6B-759B9BBF4852}"/>
                </a:ext>
              </a:extLst>
            </p:cNvPr>
            <p:cNvSpPr/>
            <p:nvPr/>
          </p:nvSpPr>
          <p:spPr>
            <a:xfrm rot="10800000" flipV="1">
              <a:off x="9977939" y="4664374"/>
              <a:ext cx="322762" cy="600083"/>
            </a:xfrm>
            <a:custGeom>
              <a:avLst/>
              <a:gdLst>
                <a:gd name="connsiteX0" fmla="*/ 281658 w 619446"/>
                <a:gd name="connsiteY0" fmla="*/ 5684 h 1151679"/>
                <a:gd name="connsiteX1" fmla="*/ 481947 w 619446"/>
                <a:gd name="connsiteY1" fmla="*/ 18876 h 1151679"/>
                <a:gd name="connsiteX2" fmla="*/ 468048 w 619446"/>
                <a:gd name="connsiteY2" fmla="*/ 564353 h 1151679"/>
                <a:gd name="connsiteX3" fmla="*/ 619330 w 619446"/>
                <a:gd name="connsiteY3" fmla="*/ 1068070 h 1151679"/>
                <a:gd name="connsiteX4" fmla="*/ 221988 w 619446"/>
                <a:gd name="connsiteY4" fmla="*/ 1103584 h 1151679"/>
                <a:gd name="connsiteX5" fmla="*/ 99831 w 619446"/>
                <a:gd name="connsiteY5" fmla="*/ 517230 h 1151679"/>
                <a:gd name="connsiteX6" fmla="*/ 2105 w 619446"/>
                <a:gd name="connsiteY6" fmla="*/ 402057 h 1151679"/>
                <a:gd name="connsiteX7" fmla="*/ -117 w 619446"/>
                <a:gd name="connsiteY7" fmla="*/ 138005 h 1151679"/>
                <a:gd name="connsiteX8" fmla="*/ 152961 w 619446"/>
                <a:gd name="connsiteY8" fmla="*/ 34528 h 1151679"/>
                <a:gd name="connsiteX9" fmla="*/ 281658 w 619446"/>
                <a:gd name="connsiteY9" fmla="*/ 5684 h 1151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9446" h="1151679">
                  <a:moveTo>
                    <a:pt x="281658" y="5684"/>
                  </a:moveTo>
                  <a:cubicBezTo>
                    <a:pt x="281658" y="5684"/>
                    <a:pt x="439186" y="-14041"/>
                    <a:pt x="481947" y="18876"/>
                  </a:cubicBezTo>
                  <a:cubicBezTo>
                    <a:pt x="524708" y="51788"/>
                    <a:pt x="470263" y="410562"/>
                    <a:pt x="468048" y="564353"/>
                  </a:cubicBezTo>
                  <a:cubicBezTo>
                    <a:pt x="465826" y="718138"/>
                    <a:pt x="619330" y="1068070"/>
                    <a:pt x="619330" y="1068070"/>
                  </a:cubicBezTo>
                  <a:cubicBezTo>
                    <a:pt x="619330" y="1068070"/>
                    <a:pt x="483749" y="1229227"/>
                    <a:pt x="221988" y="1103584"/>
                  </a:cubicBezTo>
                  <a:cubicBezTo>
                    <a:pt x="215004" y="901155"/>
                    <a:pt x="99831" y="517230"/>
                    <a:pt x="99831" y="517230"/>
                  </a:cubicBezTo>
                  <a:cubicBezTo>
                    <a:pt x="99831" y="517230"/>
                    <a:pt x="3150" y="429016"/>
                    <a:pt x="2105" y="402057"/>
                  </a:cubicBezTo>
                  <a:cubicBezTo>
                    <a:pt x="747" y="366962"/>
                    <a:pt x="-117" y="138005"/>
                    <a:pt x="-117" y="138005"/>
                  </a:cubicBezTo>
                  <a:lnTo>
                    <a:pt x="152961" y="34528"/>
                  </a:lnTo>
                  <a:lnTo>
                    <a:pt x="281658" y="5684"/>
                  </a:lnTo>
                  <a:close/>
                </a:path>
              </a:pathLst>
            </a:custGeom>
            <a:solidFill>
              <a:schemeClr val="accent1">
                <a:lumMod val="7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78" name="Freeform: Shape 177">
              <a:extLst>
                <a:ext uri="{FF2B5EF4-FFF2-40B4-BE49-F238E27FC236}">
                  <a16:creationId xmlns:a16="http://schemas.microsoft.com/office/drawing/2014/main" id="{638C518B-A924-91CD-24A0-2B387E7F24B6}"/>
                </a:ext>
              </a:extLst>
            </p:cNvPr>
            <p:cNvSpPr/>
            <p:nvPr/>
          </p:nvSpPr>
          <p:spPr>
            <a:xfrm rot="10800000" flipV="1">
              <a:off x="10428994" y="5266390"/>
              <a:ext cx="120942" cy="41370"/>
            </a:xfrm>
            <a:custGeom>
              <a:avLst/>
              <a:gdLst>
                <a:gd name="connsiteX0" fmla="*/ 137501 w 232112"/>
                <a:gd name="connsiteY0" fmla="*/ 4760 h 79397"/>
                <a:gd name="connsiteX1" fmla="*/ 77054 w 232112"/>
                <a:gd name="connsiteY1" fmla="*/ 56658 h 79397"/>
                <a:gd name="connsiteX2" fmla="*/ 500 w 232112"/>
                <a:gd name="connsiteY2" fmla="*/ 75495 h 79397"/>
                <a:gd name="connsiteX3" fmla="*/ 143740 w 232112"/>
                <a:gd name="connsiteY3" fmla="*/ 75182 h 79397"/>
                <a:gd name="connsiteX4" fmla="*/ 179862 w 232112"/>
                <a:gd name="connsiteY4" fmla="*/ 53266 h 79397"/>
                <a:gd name="connsiteX5" fmla="*/ 210420 w 232112"/>
                <a:gd name="connsiteY5" fmla="*/ 76415 h 79397"/>
                <a:gd name="connsiteX6" fmla="*/ 231722 w 232112"/>
                <a:gd name="connsiteY6" fmla="*/ 74569 h 79397"/>
                <a:gd name="connsiteX7" fmla="*/ 216596 w 232112"/>
                <a:gd name="connsiteY7" fmla="*/ 20850 h 79397"/>
                <a:gd name="connsiteX8" fmla="*/ 214043 w 232112"/>
                <a:gd name="connsiteY8" fmla="*/ -177 h 79397"/>
                <a:gd name="connsiteX9" fmla="*/ 137501 w 232112"/>
                <a:gd name="connsiteY9" fmla="*/ 4760 h 79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2112" h="79397">
                  <a:moveTo>
                    <a:pt x="137501" y="4760"/>
                  </a:moveTo>
                  <a:lnTo>
                    <a:pt x="77054" y="56658"/>
                  </a:lnTo>
                  <a:cubicBezTo>
                    <a:pt x="77054" y="56658"/>
                    <a:pt x="-8149" y="66846"/>
                    <a:pt x="500" y="75495"/>
                  </a:cubicBezTo>
                  <a:cubicBezTo>
                    <a:pt x="6026" y="81021"/>
                    <a:pt x="67373" y="79963"/>
                    <a:pt x="143740" y="75182"/>
                  </a:cubicBezTo>
                  <a:cubicBezTo>
                    <a:pt x="150098" y="74781"/>
                    <a:pt x="173935" y="53467"/>
                    <a:pt x="179862" y="53266"/>
                  </a:cubicBezTo>
                  <a:cubicBezTo>
                    <a:pt x="188060" y="52985"/>
                    <a:pt x="203079" y="74788"/>
                    <a:pt x="210420" y="76415"/>
                  </a:cubicBezTo>
                  <a:cubicBezTo>
                    <a:pt x="233637" y="81559"/>
                    <a:pt x="231147" y="76872"/>
                    <a:pt x="231722" y="74569"/>
                  </a:cubicBezTo>
                  <a:cubicBezTo>
                    <a:pt x="234194" y="64687"/>
                    <a:pt x="219150" y="41877"/>
                    <a:pt x="216596" y="20850"/>
                  </a:cubicBezTo>
                  <a:lnTo>
                    <a:pt x="214043" y="-177"/>
                  </a:lnTo>
                  <a:lnTo>
                    <a:pt x="137501" y="4760"/>
                  </a:ln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79" name="Freeform: Shape 178">
              <a:extLst>
                <a:ext uri="{FF2B5EF4-FFF2-40B4-BE49-F238E27FC236}">
                  <a16:creationId xmlns:a16="http://schemas.microsoft.com/office/drawing/2014/main" id="{D38FFE57-982A-BD83-A2E9-14ACCF388D1F}"/>
                </a:ext>
              </a:extLst>
            </p:cNvPr>
            <p:cNvSpPr/>
            <p:nvPr/>
          </p:nvSpPr>
          <p:spPr>
            <a:xfrm rot="10800000" flipV="1">
              <a:off x="10260201" y="4736373"/>
              <a:ext cx="218029" cy="532589"/>
            </a:xfrm>
            <a:custGeom>
              <a:avLst/>
              <a:gdLst>
                <a:gd name="connsiteX0" fmla="*/ 219748 w 418442"/>
                <a:gd name="connsiteY0" fmla="*/ 503370 h 1022145"/>
                <a:gd name="connsiteX1" fmla="*/ -117 w 418442"/>
                <a:gd name="connsiteY1" fmla="*/ 1021969 h 1022145"/>
                <a:gd name="connsiteX2" fmla="*/ 76425 w 418442"/>
                <a:gd name="connsiteY2" fmla="*/ 1017031 h 1022145"/>
                <a:gd name="connsiteX3" fmla="*/ 298780 w 418442"/>
                <a:gd name="connsiteY3" fmla="*/ 651548 h 1022145"/>
                <a:gd name="connsiteX4" fmla="*/ 407877 w 418442"/>
                <a:gd name="connsiteY4" fmla="*/ 351031 h 1022145"/>
                <a:gd name="connsiteX5" fmla="*/ 340597 w 418442"/>
                <a:gd name="connsiteY5" fmla="*/ -177 h 1022145"/>
                <a:gd name="connsiteX6" fmla="*/ 219748 w 418442"/>
                <a:gd name="connsiteY6" fmla="*/ 503370 h 102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442" h="1022145">
                  <a:moveTo>
                    <a:pt x="219748" y="503370"/>
                  </a:moveTo>
                  <a:cubicBezTo>
                    <a:pt x="162949" y="663902"/>
                    <a:pt x="-117" y="1021969"/>
                    <a:pt x="-117" y="1021969"/>
                  </a:cubicBezTo>
                  <a:lnTo>
                    <a:pt x="76425" y="1017031"/>
                  </a:lnTo>
                  <a:cubicBezTo>
                    <a:pt x="76425" y="1017031"/>
                    <a:pt x="237495" y="772028"/>
                    <a:pt x="298780" y="651548"/>
                  </a:cubicBezTo>
                  <a:cubicBezTo>
                    <a:pt x="360066" y="531068"/>
                    <a:pt x="386418" y="439557"/>
                    <a:pt x="407877" y="351031"/>
                  </a:cubicBezTo>
                  <a:cubicBezTo>
                    <a:pt x="452322" y="167707"/>
                    <a:pt x="340597" y="-177"/>
                    <a:pt x="340597" y="-177"/>
                  </a:cubicBezTo>
                  <a:cubicBezTo>
                    <a:pt x="340597" y="-177"/>
                    <a:pt x="276552" y="342839"/>
                    <a:pt x="219748" y="503370"/>
                  </a:cubicBezTo>
                  <a:close/>
                </a:path>
              </a:pathLst>
            </a:custGeom>
            <a:solidFill>
              <a:srgbClr val="6D3D4C"/>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80" name="Freeform: Shape 179">
              <a:extLst>
                <a:ext uri="{FF2B5EF4-FFF2-40B4-BE49-F238E27FC236}">
                  <a16:creationId xmlns:a16="http://schemas.microsoft.com/office/drawing/2014/main" id="{8B8BD7BE-3121-62EF-917E-CD045FE2DFFE}"/>
                </a:ext>
              </a:extLst>
            </p:cNvPr>
            <p:cNvSpPr/>
            <p:nvPr/>
          </p:nvSpPr>
          <p:spPr>
            <a:xfrm rot="10800000" flipV="1">
              <a:off x="10061759" y="4380025"/>
              <a:ext cx="250556" cy="422379"/>
            </a:xfrm>
            <a:custGeom>
              <a:avLst/>
              <a:gdLst>
                <a:gd name="connsiteX0" fmla="*/ 101642 w 480866"/>
                <a:gd name="connsiteY0" fmla="*/ 2224 h 810631"/>
                <a:gd name="connsiteX1" fmla="*/ 365970 w 480866"/>
                <a:gd name="connsiteY1" fmla="*/ 112998 h 810631"/>
                <a:gd name="connsiteX2" fmla="*/ 393480 w 480866"/>
                <a:gd name="connsiteY2" fmla="*/ 316923 h 810631"/>
                <a:gd name="connsiteX3" fmla="*/ 469390 w 480866"/>
                <a:gd name="connsiteY3" fmla="*/ 424248 h 810631"/>
                <a:gd name="connsiteX4" fmla="*/ 445835 w 480866"/>
                <a:gd name="connsiteY4" fmla="*/ 536806 h 810631"/>
                <a:gd name="connsiteX5" fmla="*/ 477244 w 480866"/>
                <a:gd name="connsiteY5" fmla="*/ 638899 h 810631"/>
                <a:gd name="connsiteX6" fmla="*/ 437981 w 480866"/>
                <a:gd name="connsiteY6" fmla="*/ 727895 h 810631"/>
                <a:gd name="connsiteX7" fmla="*/ 372541 w 480866"/>
                <a:gd name="connsiteY7" fmla="*/ 806427 h 810631"/>
                <a:gd name="connsiteX8" fmla="*/ 212860 w 480866"/>
                <a:gd name="connsiteY8" fmla="*/ 764542 h 810631"/>
                <a:gd name="connsiteX9" fmla="*/ 170981 w 480866"/>
                <a:gd name="connsiteY9" fmla="*/ 675546 h 810631"/>
                <a:gd name="connsiteX10" fmla="*/ 68894 w 480866"/>
                <a:gd name="connsiteY10" fmla="*/ 641515 h 810631"/>
                <a:gd name="connsiteX11" fmla="*/ 63656 w 480866"/>
                <a:gd name="connsiteY11" fmla="*/ 552513 h 810631"/>
                <a:gd name="connsiteX12" fmla="*/ 115566 w 480866"/>
                <a:gd name="connsiteY12" fmla="*/ 417264 h 810631"/>
                <a:gd name="connsiteX13" fmla="*/ 72348 w 480866"/>
                <a:gd name="connsiteY13" fmla="*/ 294625 h 810631"/>
                <a:gd name="connsiteX14" fmla="*/ 3028 w 480866"/>
                <a:gd name="connsiteY14" fmla="*/ 156147 h 810631"/>
                <a:gd name="connsiteX15" fmla="*/ 101642 w 480866"/>
                <a:gd name="connsiteY15" fmla="*/ 2224 h 810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0866" h="810631">
                  <a:moveTo>
                    <a:pt x="101642" y="2224"/>
                  </a:moveTo>
                  <a:cubicBezTo>
                    <a:pt x="245552" y="-12557"/>
                    <a:pt x="323315" y="42920"/>
                    <a:pt x="365970" y="112998"/>
                  </a:cubicBezTo>
                  <a:cubicBezTo>
                    <a:pt x="386584" y="146866"/>
                    <a:pt x="376208" y="232270"/>
                    <a:pt x="393480" y="316923"/>
                  </a:cubicBezTo>
                  <a:cubicBezTo>
                    <a:pt x="399763" y="347725"/>
                    <a:pt x="461824" y="393621"/>
                    <a:pt x="469390" y="424248"/>
                  </a:cubicBezTo>
                  <a:cubicBezTo>
                    <a:pt x="478877" y="462654"/>
                    <a:pt x="444834" y="506191"/>
                    <a:pt x="445835" y="536806"/>
                  </a:cubicBezTo>
                  <a:cubicBezTo>
                    <a:pt x="447831" y="598015"/>
                    <a:pt x="476287" y="631771"/>
                    <a:pt x="477244" y="638899"/>
                  </a:cubicBezTo>
                  <a:cubicBezTo>
                    <a:pt x="480404" y="662348"/>
                    <a:pt x="493077" y="693995"/>
                    <a:pt x="437981" y="727895"/>
                  </a:cubicBezTo>
                  <a:cubicBezTo>
                    <a:pt x="419613" y="739197"/>
                    <a:pt x="409619" y="799806"/>
                    <a:pt x="372541" y="806427"/>
                  </a:cubicBezTo>
                  <a:cubicBezTo>
                    <a:pt x="299246" y="819513"/>
                    <a:pt x="237292" y="799443"/>
                    <a:pt x="212860" y="764542"/>
                  </a:cubicBezTo>
                  <a:cubicBezTo>
                    <a:pt x="192766" y="735837"/>
                    <a:pt x="195413" y="696004"/>
                    <a:pt x="170981" y="675546"/>
                  </a:cubicBezTo>
                  <a:cubicBezTo>
                    <a:pt x="135692" y="645990"/>
                    <a:pt x="67636" y="650696"/>
                    <a:pt x="68894" y="641515"/>
                  </a:cubicBezTo>
                  <a:cubicBezTo>
                    <a:pt x="70252" y="631559"/>
                    <a:pt x="48718" y="609612"/>
                    <a:pt x="63656" y="552513"/>
                  </a:cubicBezTo>
                  <a:cubicBezTo>
                    <a:pt x="72273" y="519583"/>
                    <a:pt x="131049" y="469613"/>
                    <a:pt x="115566" y="417264"/>
                  </a:cubicBezTo>
                  <a:cubicBezTo>
                    <a:pt x="102180" y="372012"/>
                    <a:pt x="89138" y="319532"/>
                    <a:pt x="72348" y="294625"/>
                  </a:cubicBezTo>
                  <a:cubicBezTo>
                    <a:pt x="28642" y="229773"/>
                    <a:pt x="16845" y="237721"/>
                    <a:pt x="3028" y="156147"/>
                  </a:cubicBezTo>
                  <a:cubicBezTo>
                    <a:pt x="-1904" y="127053"/>
                    <a:pt x="-15440" y="14258"/>
                    <a:pt x="101642" y="2224"/>
                  </a:cubicBez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81" name="Freeform: Shape 180">
              <a:extLst>
                <a:ext uri="{FF2B5EF4-FFF2-40B4-BE49-F238E27FC236}">
                  <a16:creationId xmlns:a16="http://schemas.microsoft.com/office/drawing/2014/main" id="{99B153CB-FC15-3F98-28C7-53F281EDD322}"/>
                </a:ext>
              </a:extLst>
            </p:cNvPr>
            <p:cNvSpPr/>
            <p:nvPr/>
          </p:nvSpPr>
          <p:spPr>
            <a:xfrm rot="10800000" flipV="1">
              <a:off x="10399760" y="5908491"/>
              <a:ext cx="96101" cy="179388"/>
            </a:xfrm>
            <a:custGeom>
              <a:avLst/>
              <a:gdLst>
                <a:gd name="connsiteX0" fmla="*/ 5747 w 184437"/>
                <a:gd name="connsiteY0" fmla="*/ 305109 h 344281"/>
                <a:gd name="connsiteX1" fmla="*/ 34622 w 184437"/>
                <a:gd name="connsiteY1" fmla="*/ 244869 h 344281"/>
                <a:gd name="connsiteX2" fmla="*/ 72051 w 184437"/>
                <a:gd name="connsiteY2" fmla="*/ 109057 h 344281"/>
                <a:gd name="connsiteX3" fmla="*/ 98466 w 184437"/>
                <a:gd name="connsiteY3" fmla="*/ 3189 h 344281"/>
                <a:gd name="connsiteX4" fmla="*/ 184320 w 184437"/>
                <a:gd name="connsiteY4" fmla="*/ -177 h 344281"/>
                <a:gd name="connsiteX5" fmla="*/ 165434 w 184437"/>
                <a:gd name="connsiteY5" fmla="*/ 77723 h 344281"/>
                <a:gd name="connsiteX6" fmla="*/ 172593 w 184437"/>
                <a:gd name="connsiteY6" fmla="*/ 156424 h 344281"/>
                <a:gd name="connsiteX7" fmla="*/ 87020 w 184437"/>
                <a:gd name="connsiteY7" fmla="*/ 289783 h 344281"/>
                <a:gd name="connsiteX8" fmla="*/ 2543 w 184437"/>
                <a:gd name="connsiteY8" fmla="*/ 337907 h 344281"/>
                <a:gd name="connsiteX9" fmla="*/ 5747 w 184437"/>
                <a:gd name="connsiteY9" fmla="*/ 305109 h 344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4437" h="344281">
                  <a:moveTo>
                    <a:pt x="5747" y="305109"/>
                  </a:moveTo>
                  <a:cubicBezTo>
                    <a:pt x="5747" y="305109"/>
                    <a:pt x="22863" y="286573"/>
                    <a:pt x="34622" y="244869"/>
                  </a:cubicBezTo>
                  <a:cubicBezTo>
                    <a:pt x="46387" y="203159"/>
                    <a:pt x="63497" y="137931"/>
                    <a:pt x="72051" y="109057"/>
                  </a:cubicBezTo>
                  <a:cubicBezTo>
                    <a:pt x="80606" y="80188"/>
                    <a:pt x="98466" y="3189"/>
                    <a:pt x="98466" y="3189"/>
                  </a:cubicBezTo>
                  <a:lnTo>
                    <a:pt x="184320" y="-177"/>
                  </a:lnTo>
                  <a:cubicBezTo>
                    <a:pt x="184320" y="-177"/>
                    <a:pt x="157956" y="55269"/>
                    <a:pt x="165434" y="77723"/>
                  </a:cubicBezTo>
                  <a:cubicBezTo>
                    <a:pt x="172925" y="100183"/>
                    <a:pt x="172593" y="156424"/>
                    <a:pt x="172593" y="156424"/>
                  </a:cubicBezTo>
                  <a:cubicBezTo>
                    <a:pt x="172593" y="156424"/>
                    <a:pt x="128730" y="237384"/>
                    <a:pt x="87020" y="289783"/>
                  </a:cubicBezTo>
                  <a:cubicBezTo>
                    <a:pt x="45317" y="342181"/>
                    <a:pt x="10028" y="352877"/>
                    <a:pt x="2543" y="337907"/>
                  </a:cubicBezTo>
                  <a:cubicBezTo>
                    <a:pt x="-4942" y="322932"/>
                    <a:pt x="5747" y="305109"/>
                    <a:pt x="5747" y="305109"/>
                  </a:cubicBez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82" name="Freeform: Shape 181">
              <a:extLst>
                <a:ext uri="{FF2B5EF4-FFF2-40B4-BE49-F238E27FC236}">
                  <a16:creationId xmlns:a16="http://schemas.microsoft.com/office/drawing/2014/main" id="{E8BF5123-663B-D4BB-0EB3-A8575CBE2BD0}"/>
                </a:ext>
              </a:extLst>
            </p:cNvPr>
            <p:cNvSpPr/>
            <p:nvPr/>
          </p:nvSpPr>
          <p:spPr>
            <a:xfrm rot="10800000" flipV="1">
              <a:off x="10397905" y="5967873"/>
              <a:ext cx="124873" cy="143004"/>
            </a:xfrm>
            <a:custGeom>
              <a:avLst/>
              <a:gdLst>
                <a:gd name="connsiteX0" fmla="*/ 232600 w 239656"/>
                <a:gd name="connsiteY0" fmla="*/ 17420 h 274453"/>
                <a:gd name="connsiteX1" fmla="*/ 202787 w 239656"/>
                <a:gd name="connsiteY1" fmla="*/ 9072 h 274453"/>
                <a:gd name="connsiteX2" fmla="*/ 151515 w 239656"/>
                <a:gd name="connsiteY2" fmla="*/ 109870 h 274453"/>
                <a:gd name="connsiteX3" fmla="*/ 81650 w 239656"/>
                <a:gd name="connsiteY3" fmla="*/ 212533 h 274453"/>
                <a:gd name="connsiteX4" fmla="*/ 57406 w 239656"/>
                <a:gd name="connsiteY4" fmla="*/ 191144 h 274453"/>
                <a:gd name="connsiteX5" fmla="*/ 1803 w 239656"/>
                <a:gd name="connsiteY5" fmla="*/ 270990 h 274453"/>
                <a:gd name="connsiteX6" fmla="*/ 130125 w 239656"/>
                <a:gd name="connsiteY6" fmla="*/ 253880 h 274453"/>
                <a:gd name="connsiteX7" fmla="*/ 173968 w 239656"/>
                <a:gd name="connsiteY7" fmla="*/ 134114 h 274453"/>
                <a:gd name="connsiteX8" fmla="*/ 190014 w 239656"/>
                <a:gd name="connsiteY8" fmla="*/ 162982 h 274453"/>
                <a:gd name="connsiteX9" fmla="*/ 184664 w 239656"/>
                <a:gd name="connsiteY9" fmla="*/ 248536 h 274453"/>
                <a:gd name="connsiteX10" fmla="*/ 204984 w 239656"/>
                <a:gd name="connsiteY10" fmla="*/ 248536 h 274453"/>
                <a:gd name="connsiteX11" fmla="*/ 214608 w 239656"/>
                <a:gd name="connsiteY11" fmla="*/ 148013 h 274453"/>
                <a:gd name="connsiteX12" fmla="*/ 239202 w 239656"/>
                <a:gd name="connsiteY12" fmla="*/ 89194 h 274453"/>
                <a:gd name="connsiteX13" fmla="*/ 232600 w 239656"/>
                <a:gd name="connsiteY13" fmla="*/ 17420 h 27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9656" h="274453">
                  <a:moveTo>
                    <a:pt x="232600" y="17420"/>
                  </a:moveTo>
                  <a:cubicBezTo>
                    <a:pt x="232600" y="17420"/>
                    <a:pt x="222706" y="-15823"/>
                    <a:pt x="202787" y="9072"/>
                  </a:cubicBezTo>
                  <a:cubicBezTo>
                    <a:pt x="198018" y="15029"/>
                    <a:pt x="151515" y="109870"/>
                    <a:pt x="151515" y="109870"/>
                  </a:cubicBezTo>
                  <a:cubicBezTo>
                    <a:pt x="151515" y="109870"/>
                    <a:pt x="104460" y="203979"/>
                    <a:pt x="81650" y="212533"/>
                  </a:cubicBezTo>
                  <a:cubicBezTo>
                    <a:pt x="58833" y="221088"/>
                    <a:pt x="57406" y="191144"/>
                    <a:pt x="57406" y="191144"/>
                  </a:cubicBezTo>
                  <a:cubicBezTo>
                    <a:pt x="57406" y="191144"/>
                    <a:pt x="-12459" y="259581"/>
                    <a:pt x="1803" y="270990"/>
                  </a:cubicBezTo>
                  <a:cubicBezTo>
                    <a:pt x="16059" y="282398"/>
                    <a:pt x="113015" y="261008"/>
                    <a:pt x="130125" y="253880"/>
                  </a:cubicBezTo>
                  <a:cubicBezTo>
                    <a:pt x="147234" y="246753"/>
                    <a:pt x="173968" y="134114"/>
                    <a:pt x="173968" y="134114"/>
                  </a:cubicBezTo>
                  <a:cubicBezTo>
                    <a:pt x="173968" y="134114"/>
                    <a:pt x="188944" y="146943"/>
                    <a:pt x="190014" y="162982"/>
                  </a:cubicBezTo>
                  <a:cubicBezTo>
                    <a:pt x="191085" y="179022"/>
                    <a:pt x="184664" y="248536"/>
                    <a:pt x="184664" y="248536"/>
                  </a:cubicBezTo>
                  <a:lnTo>
                    <a:pt x="204984" y="248536"/>
                  </a:lnTo>
                  <a:cubicBezTo>
                    <a:pt x="204984" y="248536"/>
                    <a:pt x="209264" y="156568"/>
                    <a:pt x="214608" y="148013"/>
                  </a:cubicBezTo>
                  <a:cubicBezTo>
                    <a:pt x="219953" y="139458"/>
                    <a:pt x="237062" y="105239"/>
                    <a:pt x="239202" y="89194"/>
                  </a:cubicBezTo>
                  <a:cubicBezTo>
                    <a:pt x="241343" y="73154"/>
                    <a:pt x="232600" y="17420"/>
                    <a:pt x="232600" y="17420"/>
                  </a:cubicBezTo>
                  <a:close/>
                </a:path>
              </a:pathLst>
            </a:custGeom>
            <a:solidFill>
              <a:srgbClr val="6D3D4C"/>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83" name="Freeform: Shape 182">
              <a:extLst>
                <a:ext uri="{FF2B5EF4-FFF2-40B4-BE49-F238E27FC236}">
                  <a16:creationId xmlns:a16="http://schemas.microsoft.com/office/drawing/2014/main" id="{4C3A1C46-D3CE-AD66-8028-F76D584BEE43}"/>
                </a:ext>
              </a:extLst>
            </p:cNvPr>
            <p:cNvSpPr/>
            <p:nvPr/>
          </p:nvSpPr>
          <p:spPr>
            <a:xfrm rot="10800000" flipV="1">
              <a:off x="10015829" y="5351330"/>
              <a:ext cx="199326" cy="242124"/>
            </a:xfrm>
            <a:custGeom>
              <a:avLst/>
              <a:gdLst>
                <a:gd name="connsiteX0" fmla="*/ 144449 w 382546"/>
                <a:gd name="connsiteY0" fmla="*/ 434794 h 464685"/>
                <a:gd name="connsiteX1" fmla="*/ 382392 w 382546"/>
                <a:gd name="connsiteY1" fmla="*/ 123726 h 464685"/>
                <a:gd name="connsiteX2" fmla="*/ 42099 w 382546"/>
                <a:gd name="connsiteY2" fmla="*/ -177 h 464685"/>
                <a:gd name="connsiteX3" fmla="*/ 1421 w 382546"/>
                <a:gd name="connsiteY3" fmla="*/ 441165 h 464685"/>
                <a:gd name="connsiteX4" fmla="*/ 144449 w 382546"/>
                <a:gd name="connsiteY4" fmla="*/ 434794 h 464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546" h="464685">
                  <a:moveTo>
                    <a:pt x="144449" y="434794"/>
                  </a:moveTo>
                  <a:cubicBezTo>
                    <a:pt x="144449" y="434794"/>
                    <a:pt x="385878" y="203998"/>
                    <a:pt x="382392" y="123726"/>
                  </a:cubicBezTo>
                  <a:cubicBezTo>
                    <a:pt x="378900" y="43447"/>
                    <a:pt x="42099" y="-177"/>
                    <a:pt x="42099" y="-177"/>
                  </a:cubicBezTo>
                  <a:cubicBezTo>
                    <a:pt x="42099" y="-177"/>
                    <a:pt x="-9587" y="385156"/>
                    <a:pt x="1421" y="441165"/>
                  </a:cubicBezTo>
                  <a:cubicBezTo>
                    <a:pt x="12436" y="497175"/>
                    <a:pt x="144449" y="434794"/>
                    <a:pt x="144449" y="434794"/>
                  </a:cubicBez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84" name="Freeform: Shape 183">
              <a:extLst>
                <a:ext uri="{FF2B5EF4-FFF2-40B4-BE49-F238E27FC236}">
                  <a16:creationId xmlns:a16="http://schemas.microsoft.com/office/drawing/2014/main" id="{C10E3181-BC7C-FEE2-E3A9-8740FB70A767}"/>
                </a:ext>
              </a:extLst>
            </p:cNvPr>
            <p:cNvSpPr/>
            <p:nvPr/>
          </p:nvSpPr>
          <p:spPr>
            <a:xfrm rot="10800000" flipV="1">
              <a:off x="9948634" y="5218709"/>
              <a:ext cx="509239" cy="723747"/>
            </a:xfrm>
            <a:custGeom>
              <a:avLst/>
              <a:gdLst>
                <a:gd name="connsiteX0" fmla="*/ -117 w 977331"/>
                <a:gd name="connsiteY0" fmla="*/ 1388839 h 1389016"/>
                <a:gd name="connsiteX1" fmla="*/ 166854 w 977331"/>
                <a:gd name="connsiteY1" fmla="*/ 523951 h 1389016"/>
                <a:gd name="connsiteX2" fmla="*/ 523632 w 977331"/>
                <a:gd name="connsiteY2" fmla="*/ 47557 h 1389016"/>
                <a:gd name="connsiteX3" fmla="*/ 920974 w 977331"/>
                <a:gd name="connsiteY3" fmla="*/ 4189 h 1389016"/>
                <a:gd name="connsiteX4" fmla="*/ 965169 w 977331"/>
                <a:gd name="connsiteY4" fmla="*/ 284969 h 1389016"/>
                <a:gd name="connsiteX5" fmla="*/ 656259 w 977331"/>
                <a:gd name="connsiteY5" fmla="*/ 472485 h 1389016"/>
                <a:gd name="connsiteX6" fmla="*/ 294049 w 977331"/>
                <a:gd name="connsiteY6" fmla="*/ 733815 h 1389016"/>
                <a:gd name="connsiteX7" fmla="*/ 210579 w 977331"/>
                <a:gd name="connsiteY7" fmla="*/ 1039070 h 1389016"/>
                <a:gd name="connsiteX8" fmla="*/ 104743 w 977331"/>
                <a:gd name="connsiteY8" fmla="*/ 1388839 h 1389016"/>
                <a:gd name="connsiteX9" fmla="*/ -117 w 977331"/>
                <a:gd name="connsiteY9" fmla="*/ 1388839 h 1389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7331" h="1389016">
                  <a:moveTo>
                    <a:pt x="-117" y="1388839"/>
                  </a:moveTo>
                  <a:cubicBezTo>
                    <a:pt x="40072" y="1107120"/>
                    <a:pt x="121402" y="572902"/>
                    <a:pt x="166854" y="523951"/>
                  </a:cubicBezTo>
                  <a:cubicBezTo>
                    <a:pt x="201061" y="487116"/>
                    <a:pt x="420086" y="137292"/>
                    <a:pt x="523632" y="47557"/>
                  </a:cubicBezTo>
                  <a:cubicBezTo>
                    <a:pt x="602158" y="-20505"/>
                    <a:pt x="920974" y="4189"/>
                    <a:pt x="920974" y="4189"/>
                  </a:cubicBezTo>
                  <a:cubicBezTo>
                    <a:pt x="920974" y="4189"/>
                    <a:pt x="1008506" y="136509"/>
                    <a:pt x="965169" y="284969"/>
                  </a:cubicBezTo>
                  <a:cubicBezTo>
                    <a:pt x="952671" y="327780"/>
                    <a:pt x="899290" y="446671"/>
                    <a:pt x="656259" y="472485"/>
                  </a:cubicBezTo>
                  <a:cubicBezTo>
                    <a:pt x="437139" y="495759"/>
                    <a:pt x="294049" y="733815"/>
                    <a:pt x="294049" y="733815"/>
                  </a:cubicBezTo>
                  <a:cubicBezTo>
                    <a:pt x="294049" y="733815"/>
                    <a:pt x="267021" y="930161"/>
                    <a:pt x="210579" y="1039070"/>
                  </a:cubicBezTo>
                  <a:cubicBezTo>
                    <a:pt x="190053" y="1078671"/>
                    <a:pt x="141960" y="1250098"/>
                    <a:pt x="104743" y="1388839"/>
                  </a:cubicBezTo>
                  <a:lnTo>
                    <a:pt x="-117" y="1388839"/>
                  </a:ln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85" name="Freeform: Shape 184">
              <a:extLst>
                <a:ext uri="{FF2B5EF4-FFF2-40B4-BE49-F238E27FC236}">
                  <a16:creationId xmlns:a16="http://schemas.microsoft.com/office/drawing/2014/main" id="{4B278D5F-1A52-C14F-89A4-ED43B46C362F}"/>
                </a:ext>
              </a:extLst>
            </p:cNvPr>
            <p:cNvSpPr/>
            <p:nvPr/>
          </p:nvSpPr>
          <p:spPr>
            <a:xfrm rot="10800000" flipV="1">
              <a:off x="10043373" y="5709536"/>
              <a:ext cx="29865" cy="153624"/>
            </a:xfrm>
            <a:custGeom>
              <a:avLst/>
              <a:gdLst>
                <a:gd name="connsiteX0" fmla="*/ -117 w 57317"/>
                <a:gd name="connsiteY0" fmla="*/ -177 h 294835"/>
                <a:gd name="connsiteX1" fmla="*/ 57201 w 57317"/>
                <a:gd name="connsiteY1" fmla="*/ -177 h 294835"/>
                <a:gd name="connsiteX2" fmla="*/ 57201 w 57317"/>
                <a:gd name="connsiteY2" fmla="*/ 294658 h 294835"/>
                <a:gd name="connsiteX3" fmla="*/ -117 w 57317"/>
                <a:gd name="connsiteY3" fmla="*/ 294658 h 294835"/>
              </a:gdLst>
              <a:ahLst/>
              <a:cxnLst>
                <a:cxn ang="0">
                  <a:pos x="connsiteX0" y="connsiteY0"/>
                </a:cxn>
                <a:cxn ang="0">
                  <a:pos x="connsiteX1" y="connsiteY1"/>
                </a:cxn>
                <a:cxn ang="0">
                  <a:pos x="connsiteX2" y="connsiteY2"/>
                </a:cxn>
                <a:cxn ang="0">
                  <a:pos x="connsiteX3" y="connsiteY3"/>
                </a:cxn>
              </a:cxnLst>
              <a:rect l="l" t="t" r="r" b="b"/>
              <a:pathLst>
                <a:path w="57317" h="294835">
                  <a:moveTo>
                    <a:pt x="-117" y="-177"/>
                  </a:moveTo>
                  <a:lnTo>
                    <a:pt x="57201" y="-177"/>
                  </a:lnTo>
                  <a:lnTo>
                    <a:pt x="57201" y="294658"/>
                  </a:lnTo>
                  <a:lnTo>
                    <a:pt x="-117" y="294658"/>
                  </a:ln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86" name="Freeform: Shape 185">
              <a:extLst>
                <a:ext uri="{FF2B5EF4-FFF2-40B4-BE49-F238E27FC236}">
                  <a16:creationId xmlns:a16="http://schemas.microsoft.com/office/drawing/2014/main" id="{8B29BCBF-ACA1-2994-AAC9-A169E94059FA}"/>
                </a:ext>
              </a:extLst>
            </p:cNvPr>
            <p:cNvSpPr/>
            <p:nvPr/>
          </p:nvSpPr>
          <p:spPr>
            <a:xfrm rot="10800000" flipV="1">
              <a:off x="10025823" y="5682652"/>
              <a:ext cx="65586" cy="34847"/>
            </a:xfrm>
            <a:custGeom>
              <a:avLst/>
              <a:gdLst>
                <a:gd name="connsiteX0" fmla="*/ 100025 w 125874"/>
                <a:gd name="connsiteY0" fmla="*/ 66702 h 66879"/>
                <a:gd name="connsiteX1" fmla="*/ 25616 w 125874"/>
                <a:gd name="connsiteY1" fmla="*/ 66702 h 66879"/>
                <a:gd name="connsiteX2" fmla="*/ -117 w 125874"/>
                <a:gd name="connsiteY2" fmla="*/ 40969 h 66879"/>
                <a:gd name="connsiteX3" fmla="*/ -117 w 125874"/>
                <a:gd name="connsiteY3" fmla="*/ 25556 h 66879"/>
                <a:gd name="connsiteX4" fmla="*/ 25616 w 125874"/>
                <a:gd name="connsiteY4" fmla="*/ -177 h 66879"/>
                <a:gd name="connsiteX5" fmla="*/ 100025 w 125874"/>
                <a:gd name="connsiteY5" fmla="*/ -177 h 66879"/>
                <a:gd name="connsiteX6" fmla="*/ 125758 w 125874"/>
                <a:gd name="connsiteY6" fmla="*/ 25556 h 66879"/>
                <a:gd name="connsiteX7" fmla="*/ 125758 w 125874"/>
                <a:gd name="connsiteY7" fmla="*/ 40969 h 66879"/>
                <a:gd name="connsiteX8" fmla="*/ 100025 w 125874"/>
                <a:gd name="connsiteY8" fmla="*/ 66702 h 66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874" h="66879">
                  <a:moveTo>
                    <a:pt x="100025" y="66702"/>
                  </a:moveTo>
                  <a:lnTo>
                    <a:pt x="25616" y="66702"/>
                  </a:lnTo>
                  <a:cubicBezTo>
                    <a:pt x="11404" y="66702"/>
                    <a:pt x="-117" y="55181"/>
                    <a:pt x="-117" y="40969"/>
                  </a:cubicBezTo>
                  <a:lnTo>
                    <a:pt x="-117" y="25556"/>
                  </a:lnTo>
                  <a:cubicBezTo>
                    <a:pt x="-117" y="11344"/>
                    <a:pt x="11404" y="-177"/>
                    <a:pt x="25616" y="-177"/>
                  </a:cubicBezTo>
                  <a:lnTo>
                    <a:pt x="100025" y="-177"/>
                  </a:lnTo>
                  <a:cubicBezTo>
                    <a:pt x="114237" y="-177"/>
                    <a:pt x="125758" y="11344"/>
                    <a:pt x="125758" y="25556"/>
                  </a:cubicBezTo>
                  <a:lnTo>
                    <a:pt x="125758" y="40969"/>
                  </a:lnTo>
                  <a:cubicBezTo>
                    <a:pt x="125758" y="55181"/>
                    <a:pt x="114237" y="66702"/>
                    <a:pt x="100025" y="66702"/>
                  </a:cubicBez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87" name="Freeform: Shape 186">
              <a:extLst>
                <a:ext uri="{FF2B5EF4-FFF2-40B4-BE49-F238E27FC236}">
                  <a16:creationId xmlns:a16="http://schemas.microsoft.com/office/drawing/2014/main" id="{1321B9AF-FA6A-6B52-7789-DA80C6331BAE}"/>
                </a:ext>
              </a:extLst>
            </p:cNvPr>
            <p:cNvSpPr/>
            <p:nvPr/>
          </p:nvSpPr>
          <p:spPr>
            <a:xfrm rot="10800000" flipV="1">
              <a:off x="10035048" y="5847767"/>
              <a:ext cx="46511" cy="100790"/>
            </a:xfrm>
            <a:custGeom>
              <a:avLst/>
              <a:gdLst>
                <a:gd name="connsiteX0" fmla="*/ -117 w 89264"/>
                <a:gd name="connsiteY0" fmla="*/ -177 h 193436"/>
                <a:gd name="connsiteX1" fmla="*/ 89148 w 89264"/>
                <a:gd name="connsiteY1" fmla="*/ -177 h 193436"/>
                <a:gd name="connsiteX2" fmla="*/ 89148 w 89264"/>
                <a:gd name="connsiteY2" fmla="*/ 193259 h 193436"/>
                <a:gd name="connsiteX3" fmla="*/ -117 w 89264"/>
                <a:gd name="connsiteY3" fmla="*/ 193259 h 193436"/>
              </a:gdLst>
              <a:ahLst/>
              <a:cxnLst>
                <a:cxn ang="0">
                  <a:pos x="connsiteX0" y="connsiteY0"/>
                </a:cxn>
                <a:cxn ang="0">
                  <a:pos x="connsiteX1" y="connsiteY1"/>
                </a:cxn>
                <a:cxn ang="0">
                  <a:pos x="connsiteX2" y="connsiteY2"/>
                </a:cxn>
                <a:cxn ang="0">
                  <a:pos x="connsiteX3" y="connsiteY3"/>
                </a:cxn>
              </a:cxnLst>
              <a:rect l="l" t="t" r="r" b="b"/>
              <a:pathLst>
                <a:path w="89264" h="193436">
                  <a:moveTo>
                    <a:pt x="-117" y="-177"/>
                  </a:moveTo>
                  <a:lnTo>
                    <a:pt x="89148" y="-177"/>
                  </a:lnTo>
                  <a:lnTo>
                    <a:pt x="89148" y="193259"/>
                  </a:lnTo>
                  <a:lnTo>
                    <a:pt x="-117" y="193259"/>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88" name="Freeform: Shape 187">
              <a:extLst>
                <a:ext uri="{FF2B5EF4-FFF2-40B4-BE49-F238E27FC236}">
                  <a16:creationId xmlns:a16="http://schemas.microsoft.com/office/drawing/2014/main" id="{A4CDEA72-F8F3-920D-1328-9B688996C04B}"/>
                </a:ext>
              </a:extLst>
            </p:cNvPr>
            <p:cNvSpPr/>
            <p:nvPr/>
          </p:nvSpPr>
          <p:spPr>
            <a:xfrm rot="10800000" flipV="1">
              <a:off x="10023612" y="5891396"/>
              <a:ext cx="69382" cy="113872"/>
            </a:xfrm>
            <a:custGeom>
              <a:avLst/>
              <a:gdLst>
                <a:gd name="connsiteX0" fmla="*/ 133042 w 133158"/>
                <a:gd name="connsiteY0" fmla="*/ 218366 h 218543"/>
                <a:gd name="connsiteX1" fmla="*/ -117 w 133158"/>
                <a:gd name="connsiteY1" fmla="*/ 218366 h 218543"/>
                <a:gd name="connsiteX2" fmla="*/ 20491 w 133158"/>
                <a:gd name="connsiteY2" fmla="*/ -177 h 218543"/>
                <a:gd name="connsiteX3" fmla="*/ 112434 w 133158"/>
                <a:gd name="connsiteY3" fmla="*/ -177 h 218543"/>
                <a:gd name="connsiteX4" fmla="*/ 133042 w 133158"/>
                <a:gd name="connsiteY4" fmla="*/ 218366 h 218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158" h="218543">
                  <a:moveTo>
                    <a:pt x="133042" y="218366"/>
                  </a:moveTo>
                  <a:lnTo>
                    <a:pt x="-117" y="218366"/>
                  </a:lnTo>
                  <a:lnTo>
                    <a:pt x="20491" y="-177"/>
                  </a:lnTo>
                  <a:lnTo>
                    <a:pt x="112434" y="-177"/>
                  </a:lnTo>
                  <a:lnTo>
                    <a:pt x="133042" y="218366"/>
                  </a:ln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89" name="Freeform: Shape 188">
              <a:extLst>
                <a:ext uri="{FF2B5EF4-FFF2-40B4-BE49-F238E27FC236}">
                  <a16:creationId xmlns:a16="http://schemas.microsoft.com/office/drawing/2014/main" id="{6B7C4255-71B0-F286-D277-01FBE46D419A}"/>
                </a:ext>
              </a:extLst>
            </p:cNvPr>
            <p:cNvSpPr/>
            <p:nvPr/>
          </p:nvSpPr>
          <p:spPr>
            <a:xfrm rot="10800000" flipV="1">
              <a:off x="9863613" y="5951182"/>
              <a:ext cx="395237" cy="122349"/>
            </a:xfrm>
            <a:custGeom>
              <a:avLst/>
              <a:gdLst>
                <a:gd name="connsiteX0" fmla="*/ 681617 w 758539"/>
                <a:gd name="connsiteY0" fmla="*/ 173483 h 234813"/>
                <a:gd name="connsiteX1" fmla="*/ 379379 w 758539"/>
                <a:gd name="connsiteY1" fmla="*/ 87873 h 234813"/>
                <a:gd name="connsiteX2" fmla="*/ 62327 w 758539"/>
                <a:gd name="connsiteY2" fmla="*/ 173483 h 234813"/>
                <a:gd name="connsiteX3" fmla="*/ 13759 w 758539"/>
                <a:gd name="connsiteY3" fmla="*/ 198303 h 234813"/>
                <a:gd name="connsiteX4" fmla="*/ 7789 w 758539"/>
                <a:gd name="connsiteY4" fmla="*/ 159503 h 234813"/>
                <a:gd name="connsiteX5" fmla="*/ 385343 w 758539"/>
                <a:gd name="connsiteY5" fmla="*/ -177 h 234813"/>
                <a:gd name="connsiteX6" fmla="*/ 736038 w 758539"/>
                <a:gd name="connsiteY6" fmla="*/ 153533 h 234813"/>
                <a:gd name="connsiteX7" fmla="*/ 758423 w 758539"/>
                <a:gd name="connsiteY7" fmla="*/ 231133 h 234813"/>
                <a:gd name="connsiteX8" fmla="*/ 681617 w 758539"/>
                <a:gd name="connsiteY8" fmla="*/ 173483 h 234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8539" h="234813">
                  <a:moveTo>
                    <a:pt x="681617" y="173483"/>
                  </a:moveTo>
                  <a:lnTo>
                    <a:pt x="379379" y="87873"/>
                  </a:lnTo>
                  <a:lnTo>
                    <a:pt x="62327" y="173483"/>
                  </a:lnTo>
                  <a:cubicBezTo>
                    <a:pt x="41557" y="173483"/>
                    <a:pt x="13759" y="198303"/>
                    <a:pt x="13759" y="198303"/>
                  </a:cubicBezTo>
                  <a:cubicBezTo>
                    <a:pt x="13759" y="177526"/>
                    <a:pt x="-12988" y="159503"/>
                    <a:pt x="7789" y="159503"/>
                  </a:cubicBezTo>
                  <a:lnTo>
                    <a:pt x="385343" y="-177"/>
                  </a:lnTo>
                  <a:lnTo>
                    <a:pt x="736038" y="153533"/>
                  </a:lnTo>
                  <a:cubicBezTo>
                    <a:pt x="756815" y="153533"/>
                    <a:pt x="758423" y="231133"/>
                    <a:pt x="758423" y="231133"/>
                  </a:cubicBezTo>
                  <a:cubicBezTo>
                    <a:pt x="758423" y="251909"/>
                    <a:pt x="702394" y="173483"/>
                    <a:pt x="681617" y="173483"/>
                  </a:cubicBez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90" name="Freeform: Shape 189">
              <a:extLst>
                <a:ext uri="{FF2B5EF4-FFF2-40B4-BE49-F238E27FC236}">
                  <a16:creationId xmlns:a16="http://schemas.microsoft.com/office/drawing/2014/main" id="{CA576B3B-1350-B1F6-B4F2-1F5DA1B614D3}"/>
                </a:ext>
              </a:extLst>
            </p:cNvPr>
            <p:cNvSpPr/>
            <p:nvPr/>
          </p:nvSpPr>
          <p:spPr>
            <a:xfrm rot="10800000" flipV="1">
              <a:off x="10043921" y="5984617"/>
              <a:ext cx="28769" cy="59874"/>
            </a:xfrm>
            <a:custGeom>
              <a:avLst/>
              <a:gdLst>
                <a:gd name="connsiteX0" fmla="*/ -117 w 55214"/>
                <a:gd name="connsiteY0" fmla="*/ -177 h 114910"/>
                <a:gd name="connsiteX1" fmla="*/ 55098 w 55214"/>
                <a:gd name="connsiteY1" fmla="*/ -177 h 114910"/>
                <a:gd name="connsiteX2" fmla="*/ 55098 w 55214"/>
                <a:gd name="connsiteY2" fmla="*/ 114733 h 114910"/>
                <a:gd name="connsiteX3" fmla="*/ -117 w 55214"/>
                <a:gd name="connsiteY3" fmla="*/ 114733 h 114910"/>
              </a:gdLst>
              <a:ahLst/>
              <a:cxnLst>
                <a:cxn ang="0">
                  <a:pos x="connsiteX0" y="connsiteY0"/>
                </a:cxn>
                <a:cxn ang="0">
                  <a:pos x="connsiteX1" y="connsiteY1"/>
                </a:cxn>
                <a:cxn ang="0">
                  <a:pos x="connsiteX2" y="connsiteY2"/>
                </a:cxn>
                <a:cxn ang="0">
                  <a:pos x="connsiteX3" y="connsiteY3"/>
                </a:cxn>
              </a:cxnLst>
              <a:rect l="l" t="t" r="r" b="b"/>
              <a:pathLst>
                <a:path w="55214" h="114910">
                  <a:moveTo>
                    <a:pt x="-117" y="-177"/>
                  </a:moveTo>
                  <a:lnTo>
                    <a:pt x="55098" y="-177"/>
                  </a:lnTo>
                  <a:lnTo>
                    <a:pt x="55098" y="114733"/>
                  </a:lnTo>
                  <a:lnTo>
                    <a:pt x="-117" y="114733"/>
                  </a:ln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91" name="Freeform: Shape 190">
              <a:extLst>
                <a:ext uri="{FF2B5EF4-FFF2-40B4-BE49-F238E27FC236}">
                  <a16:creationId xmlns:a16="http://schemas.microsoft.com/office/drawing/2014/main" id="{E9C828B1-5F99-A881-B7A0-8F5BA2F2BB96}"/>
                </a:ext>
              </a:extLst>
            </p:cNvPr>
            <p:cNvSpPr/>
            <p:nvPr/>
          </p:nvSpPr>
          <p:spPr>
            <a:xfrm rot="10800000" flipV="1">
              <a:off x="10026807" y="6027728"/>
              <a:ext cx="62995" cy="72802"/>
            </a:xfrm>
            <a:custGeom>
              <a:avLst/>
              <a:gdLst>
                <a:gd name="connsiteX0" fmla="*/ 120783 w 120899"/>
                <a:gd name="connsiteY0" fmla="*/ 69681 h 139723"/>
                <a:gd name="connsiteX1" fmla="*/ 60330 w 120899"/>
                <a:gd name="connsiteY1" fmla="*/ 139546 h 139723"/>
                <a:gd name="connsiteX2" fmla="*/ -117 w 120899"/>
                <a:gd name="connsiteY2" fmla="*/ 69681 h 139723"/>
                <a:gd name="connsiteX3" fmla="*/ 60330 w 120899"/>
                <a:gd name="connsiteY3" fmla="*/ -177 h 139723"/>
                <a:gd name="connsiteX4" fmla="*/ 120783 w 120899"/>
                <a:gd name="connsiteY4" fmla="*/ 69681 h 139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899" h="139723">
                  <a:moveTo>
                    <a:pt x="120783" y="69681"/>
                  </a:moveTo>
                  <a:cubicBezTo>
                    <a:pt x="120783" y="108268"/>
                    <a:pt x="93723" y="139546"/>
                    <a:pt x="60330" y="139546"/>
                  </a:cubicBezTo>
                  <a:cubicBezTo>
                    <a:pt x="26943" y="139546"/>
                    <a:pt x="-117" y="108268"/>
                    <a:pt x="-117" y="69681"/>
                  </a:cubicBezTo>
                  <a:cubicBezTo>
                    <a:pt x="-117" y="31100"/>
                    <a:pt x="26943" y="-177"/>
                    <a:pt x="60330" y="-177"/>
                  </a:cubicBezTo>
                  <a:cubicBezTo>
                    <a:pt x="93723" y="-177"/>
                    <a:pt x="120783" y="31100"/>
                    <a:pt x="120783" y="69681"/>
                  </a:cubicBez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92" name="Freeform: Shape 191">
              <a:extLst>
                <a:ext uri="{FF2B5EF4-FFF2-40B4-BE49-F238E27FC236}">
                  <a16:creationId xmlns:a16="http://schemas.microsoft.com/office/drawing/2014/main" id="{003A5D33-80E2-E552-4EEF-3E77D74A7FB5}"/>
                </a:ext>
              </a:extLst>
            </p:cNvPr>
            <p:cNvSpPr/>
            <p:nvPr/>
          </p:nvSpPr>
          <p:spPr>
            <a:xfrm rot="10800000" flipV="1">
              <a:off x="10061571" y="6047358"/>
              <a:ext cx="18977" cy="33540"/>
            </a:xfrm>
            <a:custGeom>
              <a:avLst/>
              <a:gdLst>
                <a:gd name="connsiteX0" fmla="*/ 36305 w 36421"/>
                <a:gd name="connsiteY0" fmla="*/ 32008 h 64370"/>
                <a:gd name="connsiteX1" fmla="*/ 18094 w 36421"/>
                <a:gd name="connsiteY1" fmla="*/ 64193 h 64370"/>
                <a:gd name="connsiteX2" fmla="*/ -117 w 36421"/>
                <a:gd name="connsiteY2" fmla="*/ 32008 h 64370"/>
                <a:gd name="connsiteX3" fmla="*/ 18094 w 36421"/>
                <a:gd name="connsiteY3" fmla="*/ -177 h 64370"/>
                <a:gd name="connsiteX4" fmla="*/ 36305 w 36421"/>
                <a:gd name="connsiteY4" fmla="*/ 32008 h 6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21" h="64370">
                  <a:moveTo>
                    <a:pt x="36305" y="32008"/>
                  </a:moveTo>
                  <a:cubicBezTo>
                    <a:pt x="36305" y="49787"/>
                    <a:pt x="28151" y="64193"/>
                    <a:pt x="18094" y="64193"/>
                  </a:cubicBezTo>
                  <a:cubicBezTo>
                    <a:pt x="8031" y="64193"/>
                    <a:pt x="-117" y="49787"/>
                    <a:pt x="-117" y="32008"/>
                  </a:cubicBezTo>
                  <a:cubicBezTo>
                    <a:pt x="-117" y="14235"/>
                    <a:pt x="8031" y="-177"/>
                    <a:pt x="18094" y="-177"/>
                  </a:cubicBezTo>
                  <a:cubicBezTo>
                    <a:pt x="28151" y="-177"/>
                    <a:pt x="36305" y="14235"/>
                    <a:pt x="36305" y="32008"/>
                  </a:cubicBez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93" name="Freeform: Shape 192">
              <a:extLst>
                <a:ext uri="{FF2B5EF4-FFF2-40B4-BE49-F238E27FC236}">
                  <a16:creationId xmlns:a16="http://schemas.microsoft.com/office/drawing/2014/main" id="{7BE34F74-6A03-F2B7-9404-760ABC8B913E}"/>
                </a:ext>
              </a:extLst>
            </p:cNvPr>
            <p:cNvSpPr/>
            <p:nvPr/>
          </p:nvSpPr>
          <p:spPr>
            <a:xfrm rot="10800000" flipV="1">
              <a:off x="10204846" y="6027728"/>
              <a:ext cx="72802" cy="72802"/>
            </a:xfrm>
            <a:custGeom>
              <a:avLst/>
              <a:gdLst>
                <a:gd name="connsiteX0" fmla="*/ 139606 w 139723"/>
                <a:gd name="connsiteY0" fmla="*/ 69681 h 139723"/>
                <a:gd name="connsiteX1" fmla="*/ 69748 w 139723"/>
                <a:gd name="connsiteY1" fmla="*/ 139546 h 139723"/>
                <a:gd name="connsiteX2" fmla="*/ -117 w 139723"/>
                <a:gd name="connsiteY2" fmla="*/ 69681 h 139723"/>
                <a:gd name="connsiteX3" fmla="*/ 69748 w 139723"/>
                <a:gd name="connsiteY3" fmla="*/ -177 h 139723"/>
                <a:gd name="connsiteX4" fmla="*/ 139606 w 139723"/>
                <a:gd name="connsiteY4" fmla="*/ 69681 h 139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723" h="139723">
                  <a:moveTo>
                    <a:pt x="139606" y="69681"/>
                  </a:moveTo>
                  <a:cubicBezTo>
                    <a:pt x="139606" y="108268"/>
                    <a:pt x="108329" y="139546"/>
                    <a:pt x="69748" y="139546"/>
                  </a:cubicBezTo>
                  <a:cubicBezTo>
                    <a:pt x="31161" y="139546"/>
                    <a:pt x="-117" y="108268"/>
                    <a:pt x="-117" y="69681"/>
                  </a:cubicBezTo>
                  <a:cubicBezTo>
                    <a:pt x="-117" y="31100"/>
                    <a:pt x="31161" y="-177"/>
                    <a:pt x="69748" y="-177"/>
                  </a:cubicBezTo>
                  <a:cubicBezTo>
                    <a:pt x="108329" y="-177"/>
                    <a:pt x="139606" y="31100"/>
                    <a:pt x="139606" y="69681"/>
                  </a:cubicBez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94" name="Freeform: Shape 193">
              <a:extLst>
                <a:ext uri="{FF2B5EF4-FFF2-40B4-BE49-F238E27FC236}">
                  <a16:creationId xmlns:a16="http://schemas.microsoft.com/office/drawing/2014/main" id="{2FB9B4C0-2C53-6FEA-415B-5E63E9909811}"/>
                </a:ext>
              </a:extLst>
            </p:cNvPr>
            <p:cNvSpPr/>
            <p:nvPr/>
          </p:nvSpPr>
          <p:spPr>
            <a:xfrm rot="10800000" flipV="1">
              <a:off x="10245915" y="6052245"/>
              <a:ext cx="18977" cy="28652"/>
            </a:xfrm>
            <a:custGeom>
              <a:avLst/>
              <a:gdLst>
                <a:gd name="connsiteX0" fmla="*/ 36305 w 36421"/>
                <a:gd name="connsiteY0" fmla="*/ 27320 h 54989"/>
                <a:gd name="connsiteX1" fmla="*/ 18094 w 36421"/>
                <a:gd name="connsiteY1" fmla="*/ 54812 h 54989"/>
                <a:gd name="connsiteX2" fmla="*/ -117 w 36421"/>
                <a:gd name="connsiteY2" fmla="*/ 27320 h 54989"/>
                <a:gd name="connsiteX3" fmla="*/ 18094 w 36421"/>
                <a:gd name="connsiteY3" fmla="*/ -177 h 54989"/>
                <a:gd name="connsiteX4" fmla="*/ 36305 w 36421"/>
                <a:gd name="connsiteY4" fmla="*/ 27320 h 54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21" h="54989">
                  <a:moveTo>
                    <a:pt x="36305" y="27320"/>
                  </a:moveTo>
                  <a:cubicBezTo>
                    <a:pt x="36305" y="42503"/>
                    <a:pt x="28151" y="54812"/>
                    <a:pt x="18094" y="54812"/>
                  </a:cubicBezTo>
                  <a:cubicBezTo>
                    <a:pt x="8037" y="54812"/>
                    <a:pt x="-117" y="42503"/>
                    <a:pt x="-117" y="27320"/>
                  </a:cubicBezTo>
                  <a:cubicBezTo>
                    <a:pt x="-117" y="12132"/>
                    <a:pt x="8037" y="-177"/>
                    <a:pt x="18094" y="-177"/>
                  </a:cubicBezTo>
                  <a:cubicBezTo>
                    <a:pt x="28151" y="-177"/>
                    <a:pt x="36305" y="12132"/>
                    <a:pt x="36305" y="27320"/>
                  </a:cubicBez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95" name="Freeform: Shape 194">
              <a:extLst>
                <a:ext uri="{FF2B5EF4-FFF2-40B4-BE49-F238E27FC236}">
                  <a16:creationId xmlns:a16="http://schemas.microsoft.com/office/drawing/2014/main" id="{676148A1-A0B5-2374-8F48-56F37ACFA2CD}"/>
                </a:ext>
              </a:extLst>
            </p:cNvPr>
            <p:cNvSpPr/>
            <p:nvPr/>
          </p:nvSpPr>
          <p:spPr>
            <a:xfrm rot="10800000" flipV="1">
              <a:off x="9848507" y="6027728"/>
              <a:ext cx="72802" cy="72802"/>
            </a:xfrm>
            <a:custGeom>
              <a:avLst/>
              <a:gdLst>
                <a:gd name="connsiteX0" fmla="*/ -117 w 139723"/>
                <a:gd name="connsiteY0" fmla="*/ 69681 h 139723"/>
                <a:gd name="connsiteX1" fmla="*/ 69748 w 139723"/>
                <a:gd name="connsiteY1" fmla="*/ 139546 h 139723"/>
                <a:gd name="connsiteX2" fmla="*/ 139606 w 139723"/>
                <a:gd name="connsiteY2" fmla="*/ 69681 h 139723"/>
                <a:gd name="connsiteX3" fmla="*/ 69748 w 139723"/>
                <a:gd name="connsiteY3" fmla="*/ -177 h 139723"/>
                <a:gd name="connsiteX4" fmla="*/ -117 w 139723"/>
                <a:gd name="connsiteY4" fmla="*/ 69681 h 139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723" h="139723">
                  <a:moveTo>
                    <a:pt x="-117" y="69681"/>
                  </a:moveTo>
                  <a:cubicBezTo>
                    <a:pt x="-117" y="108268"/>
                    <a:pt x="31161" y="139546"/>
                    <a:pt x="69748" y="139546"/>
                  </a:cubicBezTo>
                  <a:cubicBezTo>
                    <a:pt x="108329" y="139546"/>
                    <a:pt x="139606" y="108268"/>
                    <a:pt x="139606" y="69681"/>
                  </a:cubicBezTo>
                  <a:cubicBezTo>
                    <a:pt x="139606" y="31100"/>
                    <a:pt x="108329" y="-177"/>
                    <a:pt x="69748" y="-177"/>
                  </a:cubicBezTo>
                  <a:cubicBezTo>
                    <a:pt x="31161" y="-177"/>
                    <a:pt x="-117" y="31100"/>
                    <a:pt x="-117" y="69681"/>
                  </a:cubicBez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96" name="Freeform: Shape 195">
              <a:extLst>
                <a:ext uri="{FF2B5EF4-FFF2-40B4-BE49-F238E27FC236}">
                  <a16:creationId xmlns:a16="http://schemas.microsoft.com/office/drawing/2014/main" id="{B5893E14-EC62-638C-B406-ECF02808C48D}"/>
                </a:ext>
              </a:extLst>
            </p:cNvPr>
            <p:cNvSpPr/>
            <p:nvPr/>
          </p:nvSpPr>
          <p:spPr>
            <a:xfrm rot="10800000" flipV="1">
              <a:off x="9893309" y="6052245"/>
              <a:ext cx="18977" cy="28652"/>
            </a:xfrm>
            <a:custGeom>
              <a:avLst/>
              <a:gdLst>
                <a:gd name="connsiteX0" fmla="*/ 36305 w 36421"/>
                <a:gd name="connsiteY0" fmla="*/ 27320 h 54989"/>
                <a:gd name="connsiteX1" fmla="*/ 18094 w 36421"/>
                <a:gd name="connsiteY1" fmla="*/ 54812 h 54989"/>
                <a:gd name="connsiteX2" fmla="*/ -117 w 36421"/>
                <a:gd name="connsiteY2" fmla="*/ 27320 h 54989"/>
                <a:gd name="connsiteX3" fmla="*/ 18094 w 36421"/>
                <a:gd name="connsiteY3" fmla="*/ -177 h 54989"/>
                <a:gd name="connsiteX4" fmla="*/ 36305 w 36421"/>
                <a:gd name="connsiteY4" fmla="*/ 27320 h 54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21" h="54989">
                  <a:moveTo>
                    <a:pt x="36305" y="27320"/>
                  </a:moveTo>
                  <a:cubicBezTo>
                    <a:pt x="36305" y="42503"/>
                    <a:pt x="28157" y="54812"/>
                    <a:pt x="18094" y="54812"/>
                  </a:cubicBezTo>
                  <a:cubicBezTo>
                    <a:pt x="8038" y="54812"/>
                    <a:pt x="-117" y="42503"/>
                    <a:pt x="-117" y="27320"/>
                  </a:cubicBezTo>
                  <a:cubicBezTo>
                    <a:pt x="-117" y="12132"/>
                    <a:pt x="8038" y="-177"/>
                    <a:pt x="18094" y="-177"/>
                  </a:cubicBezTo>
                  <a:cubicBezTo>
                    <a:pt x="28157" y="-177"/>
                    <a:pt x="36305" y="12132"/>
                    <a:pt x="36305" y="27320"/>
                  </a:cubicBez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97" name="Freeform: Shape 196">
              <a:extLst>
                <a:ext uri="{FF2B5EF4-FFF2-40B4-BE49-F238E27FC236}">
                  <a16:creationId xmlns:a16="http://schemas.microsoft.com/office/drawing/2014/main" id="{3916417B-6D1D-FE3A-1B7F-D9EEDE9DEC4D}"/>
                </a:ext>
              </a:extLst>
            </p:cNvPr>
            <p:cNvSpPr/>
            <p:nvPr/>
          </p:nvSpPr>
          <p:spPr>
            <a:xfrm rot="10800000" flipV="1">
              <a:off x="9843955" y="5614107"/>
              <a:ext cx="491582" cy="85444"/>
            </a:xfrm>
            <a:custGeom>
              <a:avLst/>
              <a:gdLst>
                <a:gd name="connsiteX0" fmla="*/ 943328 w 943444"/>
                <a:gd name="connsiteY0" fmla="*/ 33898 h 163985"/>
                <a:gd name="connsiteX1" fmla="*/ 521654 w 943444"/>
                <a:gd name="connsiteY1" fmla="*/ 163808 h 163985"/>
                <a:gd name="connsiteX2" fmla="*/ -117 w 943444"/>
                <a:gd name="connsiteY2" fmla="*/ -177 h 163985"/>
                <a:gd name="connsiteX3" fmla="*/ 943328 w 943444"/>
                <a:gd name="connsiteY3" fmla="*/ 33898 h 163985"/>
              </a:gdLst>
              <a:ahLst/>
              <a:cxnLst>
                <a:cxn ang="0">
                  <a:pos x="connsiteX0" y="connsiteY0"/>
                </a:cxn>
                <a:cxn ang="0">
                  <a:pos x="connsiteX1" y="connsiteY1"/>
                </a:cxn>
                <a:cxn ang="0">
                  <a:pos x="connsiteX2" y="connsiteY2"/>
                </a:cxn>
                <a:cxn ang="0">
                  <a:pos x="connsiteX3" y="connsiteY3"/>
                </a:cxn>
              </a:cxnLst>
              <a:rect l="l" t="t" r="r" b="b"/>
              <a:pathLst>
                <a:path w="943444" h="163985">
                  <a:moveTo>
                    <a:pt x="943328" y="33898"/>
                  </a:moveTo>
                  <a:cubicBezTo>
                    <a:pt x="943328" y="33898"/>
                    <a:pt x="715454" y="163808"/>
                    <a:pt x="521654" y="163808"/>
                  </a:cubicBezTo>
                  <a:cubicBezTo>
                    <a:pt x="327855" y="163808"/>
                    <a:pt x="-117" y="-177"/>
                    <a:pt x="-117" y="-177"/>
                  </a:cubicBezTo>
                  <a:lnTo>
                    <a:pt x="943328" y="33898"/>
                  </a:ln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98" name="Freeform: Shape 197">
              <a:extLst>
                <a:ext uri="{FF2B5EF4-FFF2-40B4-BE49-F238E27FC236}">
                  <a16:creationId xmlns:a16="http://schemas.microsoft.com/office/drawing/2014/main" id="{E241EDB2-12BC-E61C-3A66-0D882BC2A436}"/>
                </a:ext>
              </a:extLst>
            </p:cNvPr>
            <p:cNvSpPr/>
            <p:nvPr/>
          </p:nvSpPr>
          <p:spPr>
            <a:xfrm rot="10800000" flipV="1">
              <a:off x="9666069" y="5045586"/>
              <a:ext cx="466769" cy="591268"/>
            </a:xfrm>
            <a:custGeom>
              <a:avLst/>
              <a:gdLst>
                <a:gd name="connsiteX0" fmla="*/ 104950 w 895822"/>
                <a:gd name="connsiteY0" fmla="*/ 1133521 h 1134762"/>
                <a:gd name="connsiteX1" fmla="*/ 526624 w 895822"/>
                <a:gd name="connsiteY1" fmla="*/ 1134586 h 1134762"/>
                <a:gd name="connsiteX2" fmla="*/ 614386 w 895822"/>
                <a:gd name="connsiteY2" fmla="*/ 1096668 h 1134762"/>
                <a:gd name="connsiteX3" fmla="*/ 664332 w 895822"/>
                <a:gd name="connsiteY3" fmla="*/ 950474 h 1134762"/>
                <a:gd name="connsiteX4" fmla="*/ 641884 w 895822"/>
                <a:gd name="connsiteY4" fmla="*/ 833917 h 1134762"/>
                <a:gd name="connsiteX5" fmla="*/ 618366 w 895822"/>
                <a:gd name="connsiteY5" fmla="*/ 730747 h 1134762"/>
                <a:gd name="connsiteX6" fmla="*/ 650145 w 895822"/>
                <a:gd name="connsiteY6" fmla="*/ 421506 h 1134762"/>
                <a:gd name="connsiteX7" fmla="*/ 813417 w 895822"/>
                <a:gd name="connsiteY7" fmla="*/ 96375 h 1134762"/>
                <a:gd name="connsiteX8" fmla="*/ 884402 w 895822"/>
                <a:gd name="connsiteY8" fmla="*/ 48101 h 1134762"/>
                <a:gd name="connsiteX9" fmla="*/ 889021 w 895822"/>
                <a:gd name="connsiteY9" fmla="*/ 10120 h 1134762"/>
                <a:gd name="connsiteX10" fmla="*/ 832579 w 895822"/>
                <a:gd name="connsiteY10" fmla="*/ 11191 h 1134762"/>
                <a:gd name="connsiteX11" fmla="*/ 621746 w 895822"/>
                <a:gd name="connsiteY11" fmla="*/ 333480 h 1134762"/>
                <a:gd name="connsiteX12" fmla="*/ 569748 w 895822"/>
                <a:gd name="connsiteY12" fmla="*/ 746192 h 1134762"/>
                <a:gd name="connsiteX13" fmla="*/ 596144 w 895822"/>
                <a:gd name="connsiteY13" fmla="*/ 863280 h 1134762"/>
                <a:gd name="connsiteX14" fmla="*/ 614649 w 895822"/>
                <a:gd name="connsiteY14" fmla="*/ 952401 h 1134762"/>
                <a:gd name="connsiteX15" fmla="*/ 503550 w 895822"/>
                <a:gd name="connsiteY15" fmla="*/ 1035558 h 1134762"/>
                <a:gd name="connsiteX16" fmla="*/ 53840 w 895822"/>
                <a:gd name="connsiteY16" fmla="*/ 1046203 h 1134762"/>
                <a:gd name="connsiteX17" fmla="*/ -117 w 895822"/>
                <a:gd name="connsiteY17" fmla="*/ 1079214 h 1134762"/>
                <a:gd name="connsiteX18" fmla="*/ 104950 w 895822"/>
                <a:gd name="connsiteY18" fmla="*/ 1133521 h 1134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5822" h="1134762">
                  <a:moveTo>
                    <a:pt x="104950" y="1133521"/>
                  </a:moveTo>
                  <a:lnTo>
                    <a:pt x="526624" y="1134586"/>
                  </a:lnTo>
                  <a:cubicBezTo>
                    <a:pt x="559184" y="1134586"/>
                    <a:pt x="590355" y="1121118"/>
                    <a:pt x="614386" y="1096668"/>
                  </a:cubicBezTo>
                  <a:cubicBezTo>
                    <a:pt x="647648" y="1062824"/>
                    <a:pt x="665383" y="1010901"/>
                    <a:pt x="664332" y="950474"/>
                  </a:cubicBezTo>
                  <a:cubicBezTo>
                    <a:pt x="663681" y="913176"/>
                    <a:pt x="653092" y="874676"/>
                    <a:pt x="641884" y="833917"/>
                  </a:cubicBezTo>
                  <a:cubicBezTo>
                    <a:pt x="632829" y="800994"/>
                    <a:pt x="623492" y="766957"/>
                    <a:pt x="618366" y="730747"/>
                  </a:cubicBezTo>
                  <a:cubicBezTo>
                    <a:pt x="604499" y="632771"/>
                    <a:pt x="622265" y="523362"/>
                    <a:pt x="650145" y="421506"/>
                  </a:cubicBezTo>
                  <a:cubicBezTo>
                    <a:pt x="688237" y="282314"/>
                    <a:pt x="749435" y="157379"/>
                    <a:pt x="813417" y="96375"/>
                  </a:cubicBezTo>
                  <a:cubicBezTo>
                    <a:pt x="842192" y="68934"/>
                    <a:pt x="868644" y="56274"/>
                    <a:pt x="884402" y="48101"/>
                  </a:cubicBezTo>
                  <a:cubicBezTo>
                    <a:pt x="902075" y="38939"/>
                    <a:pt x="895285" y="17655"/>
                    <a:pt x="889021" y="10120"/>
                  </a:cubicBezTo>
                  <a:cubicBezTo>
                    <a:pt x="874377" y="-7458"/>
                    <a:pt x="849607" y="589"/>
                    <a:pt x="832579" y="11191"/>
                  </a:cubicBezTo>
                  <a:cubicBezTo>
                    <a:pt x="722863" y="79510"/>
                    <a:pt x="653455" y="238596"/>
                    <a:pt x="621746" y="333480"/>
                  </a:cubicBezTo>
                  <a:cubicBezTo>
                    <a:pt x="571719" y="483160"/>
                    <a:pt x="554735" y="639568"/>
                    <a:pt x="569748" y="746192"/>
                  </a:cubicBezTo>
                  <a:cubicBezTo>
                    <a:pt x="575843" y="789461"/>
                    <a:pt x="586625" y="828680"/>
                    <a:pt x="596144" y="863280"/>
                  </a:cubicBezTo>
                  <a:cubicBezTo>
                    <a:pt x="605850" y="898588"/>
                    <a:pt x="614649" y="929071"/>
                    <a:pt x="614649" y="952401"/>
                  </a:cubicBezTo>
                  <a:cubicBezTo>
                    <a:pt x="614649" y="1041947"/>
                    <a:pt x="540466" y="1034488"/>
                    <a:pt x="503550" y="1035558"/>
                  </a:cubicBezTo>
                  <a:cubicBezTo>
                    <a:pt x="466634" y="1036622"/>
                    <a:pt x="53840" y="1046203"/>
                    <a:pt x="53840" y="1046203"/>
                  </a:cubicBezTo>
                  <a:cubicBezTo>
                    <a:pt x="23257" y="1046203"/>
                    <a:pt x="-117" y="1048631"/>
                    <a:pt x="-117" y="1079214"/>
                  </a:cubicBezTo>
                  <a:cubicBezTo>
                    <a:pt x="-117" y="1109797"/>
                    <a:pt x="74367" y="1133521"/>
                    <a:pt x="104950" y="1133521"/>
                  </a:cubicBezTo>
                  <a:close/>
                </a:path>
              </a:pathLst>
            </a:custGeom>
            <a:solidFill>
              <a:schemeClr val="accent5">
                <a:lumMod val="50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99" name="Freeform: Shape 198">
              <a:extLst>
                <a:ext uri="{FF2B5EF4-FFF2-40B4-BE49-F238E27FC236}">
                  <a16:creationId xmlns:a16="http://schemas.microsoft.com/office/drawing/2014/main" id="{92423774-C553-0AF3-60F3-3D17F72E97F0}"/>
                </a:ext>
              </a:extLst>
            </p:cNvPr>
            <p:cNvSpPr/>
            <p:nvPr/>
          </p:nvSpPr>
          <p:spPr>
            <a:xfrm rot="10800000" flipV="1">
              <a:off x="9680281" y="5045777"/>
              <a:ext cx="369882" cy="558796"/>
            </a:xfrm>
            <a:custGeom>
              <a:avLst/>
              <a:gdLst>
                <a:gd name="connsiteX0" fmla="*/ 276730 w 709878"/>
                <a:gd name="connsiteY0" fmla="*/ -177 h 1072441"/>
                <a:gd name="connsiteX1" fmla="*/ 709762 w 709878"/>
                <a:gd name="connsiteY1" fmla="*/ -177 h 1072441"/>
                <a:gd name="connsiteX2" fmla="*/ 449940 w 709878"/>
                <a:gd name="connsiteY2" fmla="*/ 455922 h 1072441"/>
                <a:gd name="connsiteX3" fmla="*/ 466981 w 709878"/>
                <a:gd name="connsiteY3" fmla="*/ 905281 h 1072441"/>
                <a:gd name="connsiteX4" fmla="*/ 415871 w 709878"/>
                <a:gd name="connsiteY4" fmla="*/ 1058616 h 1072441"/>
                <a:gd name="connsiteX5" fmla="*/ 29337 w 709878"/>
                <a:gd name="connsiteY5" fmla="*/ 1052226 h 1072441"/>
                <a:gd name="connsiteX6" fmla="*/ 30400 w 709878"/>
                <a:gd name="connsiteY6" fmla="*/ 853107 h 1072441"/>
                <a:gd name="connsiteX7" fmla="*/ 54888 w 709878"/>
                <a:gd name="connsiteY7" fmla="*/ 349441 h 1072441"/>
                <a:gd name="connsiteX8" fmla="*/ 276730 w 709878"/>
                <a:gd name="connsiteY8" fmla="*/ -177 h 1072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9878" h="1072441">
                  <a:moveTo>
                    <a:pt x="276730" y="-177"/>
                  </a:moveTo>
                  <a:lnTo>
                    <a:pt x="709762" y="-177"/>
                  </a:lnTo>
                  <a:cubicBezTo>
                    <a:pt x="709762" y="-177"/>
                    <a:pt x="480823" y="250407"/>
                    <a:pt x="449940" y="455922"/>
                  </a:cubicBezTo>
                  <a:cubicBezTo>
                    <a:pt x="419063" y="661436"/>
                    <a:pt x="458463" y="855235"/>
                    <a:pt x="466981" y="905281"/>
                  </a:cubicBezTo>
                  <a:cubicBezTo>
                    <a:pt x="475498" y="955327"/>
                    <a:pt x="505317" y="1024541"/>
                    <a:pt x="415871" y="1058616"/>
                  </a:cubicBezTo>
                  <a:cubicBezTo>
                    <a:pt x="326425" y="1092691"/>
                    <a:pt x="29337" y="1052226"/>
                    <a:pt x="29337" y="1052226"/>
                  </a:cubicBezTo>
                  <a:cubicBezTo>
                    <a:pt x="29337" y="1052226"/>
                    <a:pt x="50632" y="977687"/>
                    <a:pt x="30400" y="853107"/>
                  </a:cubicBezTo>
                  <a:cubicBezTo>
                    <a:pt x="10168" y="728516"/>
                    <a:pt x="-37750" y="561345"/>
                    <a:pt x="54888" y="349441"/>
                  </a:cubicBezTo>
                  <a:cubicBezTo>
                    <a:pt x="147532" y="137537"/>
                    <a:pt x="276730" y="-177"/>
                    <a:pt x="276730" y="-177"/>
                  </a:cubicBezTo>
                  <a:close/>
                </a:path>
              </a:pathLst>
            </a:custGeom>
            <a:solidFill>
              <a:schemeClr val="accent1">
                <a:lumMod val="75000"/>
              </a:schemeClr>
            </a:solidFill>
            <a:ln w="6256" cap="flat">
              <a:solidFill>
                <a:srgbClr val="C00000"/>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200" name="Freeform: Shape 199">
              <a:extLst>
                <a:ext uri="{FF2B5EF4-FFF2-40B4-BE49-F238E27FC236}">
                  <a16:creationId xmlns:a16="http://schemas.microsoft.com/office/drawing/2014/main" id="{B2A29EE7-F2E5-7232-A59A-371427EC6F10}"/>
                </a:ext>
              </a:extLst>
            </p:cNvPr>
            <p:cNvSpPr/>
            <p:nvPr/>
          </p:nvSpPr>
          <p:spPr>
            <a:xfrm rot="10800000" flipV="1">
              <a:off x="9890959" y="5045586"/>
              <a:ext cx="466770" cy="591268"/>
            </a:xfrm>
            <a:custGeom>
              <a:avLst/>
              <a:gdLst>
                <a:gd name="connsiteX0" fmla="*/ 55255 w 895825"/>
                <a:gd name="connsiteY0" fmla="*/ 1114353 h 1134762"/>
                <a:gd name="connsiteX1" fmla="*/ 526623 w 895825"/>
                <a:gd name="connsiteY1" fmla="*/ 1134586 h 1134762"/>
                <a:gd name="connsiteX2" fmla="*/ 614386 w 895825"/>
                <a:gd name="connsiteY2" fmla="*/ 1096668 h 1134762"/>
                <a:gd name="connsiteX3" fmla="*/ 664325 w 895825"/>
                <a:gd name="connsiteY3" fmla="*/ 950474 h 1134762"/>
                <a:gd name="connsiteX4" fmla="*/ 641884 w 895825"/>
                <a:gd name="connsiteY4" fmla="*/ 833917 h 1134762"/>
                <a:gd name="connsiteX5" fmla="*/ 618366 w 895825"/>
                <a:gd name="connsiteY5" fmla="*/ 730747 h 1134762"/>
                <a:gd name="connsiteX6" fmla="*/ 650139 w 895825"/>
                <a:gd name="connsiteY6" fmla="*/ 421506 h 1134762"/>
                <a:gd name="connsiteX7" fmla="*/ 813417 w 895825"/>
                <a:gd name="connsiteY7" fmla="*/ 96375 h 1134762"/>
                <a:gd name="connsiteX8" fmla="*/ 884402 w 895825"/>
                <a:gd name="connsiteY8" fmla="*/ 48101 h 1134762"/>
                <a:gd name="connsiteX9" fmla="*/ 889021 w 895825"/>
                <a:gd name="connsiteY9" fmla="*/ 10120 h 1134762"/>
                <a:gd name="connsiteX10" fmla="*/ 832586 w 895825"/>
                <a:gd name="connsiteY10" fmla="*/ 11191 h 1134762"/>
                <a:gd name="connsiteX11" fmla="*/ 621746 w 895825"/>
                <a:gd name="connsiteY11" fmla="*/ 333480 h 1134762"/>
                <a:gd name="connsiteX12" fmla="*/ 569748 w 895825"/>
                <a:gd name="connsiteY12" fmla="*/ 746192 h 1134762"/>
                <a:gd name="connsiteX13" fmla="*/ 596144 w 895825"/>
                <a:gd name="connsiteY13" fmla="*/ 863280 h 1134762"/>
                <a:gd name="connsiteX14" fmla="*/ 614649 w 895825"/>
                <a:gd name="connsiteY14" fmla="*/ 952401 h 1134762"/>
                <a:gd name="connsiteX15" fmla="*/ 503550 w 895825"/>
                <a:gd name="connsiteY15" fmla="*/ 1035558 h 1134762"/>
                <a:gd name="connsiteX16" fmla="*/ 55255 w 895825"/>
                <a:gd name="connsiteY16" fmla="*/ 1023843 h 1134762"/>
                <a:gd name="connsiteX17" fmla="*/ -117 w 895825"/>
                <a:gd name="connsiteY17" fmla="*/ 1079214 h 1134762"/>
                <a:gd name="connsiteX18" fmla="*/ 55255 w 895825"/>
                <a:gd name="connsiteY18" fmla="*/ 1114353 h 1134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5825" h="1134762">
                  <a:moveTo>
                    <a:pt x="55255" y="1114353"/>
                  </a:moveTo>
                  <a:lnTo>
                    <a:pt x="526623" y="1134586"/>
                  </a:lnTo>
                  <a:cubicBezTo>
                    <a:pt x="559190" y="1134586"/>
                    <a:pt x="590355" y="1121118"/>
                    <a:pt x="614386" y="1096668"/>
                  </a:cubicBezTo>
                  <a:cubicBezTo>
                    <a:pt x="647641" y="1062824"/>
                    <a:pt x="665383" y="1010901"/>
                    <a:pt x="664325" y="950474"/>
                  </a:cubicBezTo>
                  <a:cubicBezTo>
                    <a:pt x="663681" y="913176"/>
                    <a:pt x="653092" y="874676"/>
                    <a:pt x="641884" y="833917"/>
                  </a:cubicBezTo>
                  <a:cubicBezTo>
                    <a:pt x="632829" y="800994"/>
                    <a:pt x="623498" y="766957"/>
                    <a:pt x="618366" y="730747"/>
                  </a:cubicBezTo>
                  <a:cubicBezTo>
                    <a:pt x="604499" y="632771"/>
                    <a:pt x="622265" y="523362"/>
                    <a:pt x="650139" y="421506"/>
                  </a:cubicBezTo>
                  <a:cubicBezTo>
                    <a:pt x="688237" y="282314"/>
                    <a:pt x="749441" y="157379"/>
                    <a:pt x="813417" y="96375"/>
                  </a:cubicBezTo>
                  <a:cubicBezTo>
                    <a:pt x="842192" y="68934"/>
                    <a:pt x="868644" y="56274"/>
                    <a:pt x="884402" y="48101"/>
                  </a:cubicBezTo>
                  <a:cubicBezTo>
                    <a:pt x="902075" y="38939"/>
                    <a:pt x="895291" y="17655"/>
                    <a:pt x="889021" y="10120"/>
                  </a:cubicBezTo>
                  <a:cubicBezTo>
                    <a:pt x="874377" y="-7458"/>
                    <a:pt x="849607" y="589"/>
                    <a:pt x="832586" y="11191"/>
                  </a:cubicBezTo>
                  <a:cubicBezTo>
                    <a:pt x="722863" y="79510"/>
                    <a:pt x="653455" y="238596"/>
                    <a:pt x="621746" y="333480"/>
                  </a:cubicBezTo>
                  <a:cubicBezTo>
                    <a:pt x="571725" y="483160"/>
                    <a:pt x="554728" y="639568"/>
                    <a:pt x="569748" y="746192"/>
                  </a:cubicBezTo>
                  <a:cubicBezTo>
                    <a:pt x="575837" y="789461"/>
                    <a:pt x="586625" y="828680"/>
                    <a:pt x="596144" y="863280"/>
                  </a:cubicBezTo>
                  <a:cubicBezTo>
                    <a:pt x="605856" y="898588"/>
                    <a:pt x="614649" y="929071"/>
                    <a:pt x="614649" y="952401"/>
                  </a:cubicBezTo>
                  <a:cubicBezTo>
                    <a:pt x="614649" y="1041947"/>
                    <a:pt x="540466" y="1034488"/>
                    <a:pt x="503550" y="1035558"/>
                  </a:cubicBezTo>
                  <a:cubicBezTo>
                    <a:pt x="466633" y="1036622"/>
                    <a:pt x="55255" y="1023843"/>
                    <a:pt x="55255" y="1023843"/>
                  </a:cubicBezTo>
                  <a:cubicBezTo>
                    <a:pt x="24678" y="1023843"/>
                    <a:pt x="-117" y="1048631"/>
                    <a:pt x="-117" y="1079214"/>
                  </a:cubicBezTo>
                  <a:cubicBezTo>
                    <a:pt x="-117" y="1109797"/>
                    <a:pt x="24678" y="1114353"/>
                    <a:pt x="55255" y="1114353"/>
                  </a:cubicBezTo>
                  <a:close/>
                </a:path>
              </a:pathLst>
            </a:custGeom>
            <a:solidFill>
              <a:schemeClr val="accent1"/>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201" name="Freeform: Shape 200">
              <a:extLst>
                <a:ext uri="{FF2B5EF4-FFF2-40B4-BE49-F238E27FC236}">
                  <a16:creationId xmlns:a16="http://schemas.microsoft.com/office/drawing/2014/main" id="{FB99B8A0-7383-4CC7-FC0A-8DCC51307787}"/>
                </a:ext>
              </a:extLst>
            </p:cNvPr>
            <p:cNvSpPr/>
            <p:nvPr/>
          </p:nvSpPr>
          <p:spPr>
            <a:xfrm rot="10800000" flipV="1">
              <a:off x="10113775" y="5632416"/>
              <a:ext cx="69738" cy="46611"/>
            </a:xfrm>
            <a:custGeom>
              <a:avLst/>
              <a:gdLst>
                <a:gd name="connsiteX0" fmla="*/ 115951 w 133842"/>
                <a:gd name="connsiteY0" fmla="*/ 4078 h 89455"/>
                <a:gd name="connsiteX1" fmla="*/ 119149 w 133842"/>
                <a:gd name="connsiteY1" fmla="*/ 78618 h 89455"/>
                <a:gd name="connsiteX2" fmla="*/ 38220 w 133842"/>
                <a:gd name="connsiteY2" fmla="*/ 71164 h 89455"/>
                <a:gd name="connsiteX3" fmla="*/ -117 w 133842"/>
                <a:gd name="connsiteY3" fmla="*/ -177 h 89455"/>
                <a:gd name="connsiteX4" fmla="*/ 115951 w 133842"/>
                <a:gd name="connsiteY4" fmla="*/ 4078 h 894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842" h="89455">
                  <a:moveTo>
                    <a:pt x="115951" y="4078"/>
                  </a:moveTo>
                  <a:cubicBezTo>
                    <a:pt x="117021" y="7276"/>
                    <a:pt x="153224" y="67973"/>
                    <a:pt x="119149" y="78618"/>
                  </a:cubicBezTo>
                  <a:cubicBezTo>
                    <a:pt x="85074" y="89269"/>
                    <a:pt x="59516" y="98850"/>
                    <a:pt x="38220" y="71164"/>
                  </a:cubicBezTo>
                  <a:cubicBezTo>
                    <a:pt x="16924" y="43479"/>
                    <a:pt x="-117" y="-177"/>
                    <a:pt x="-117" y="-177"/>
                  </a:cubicBezTo>
                  <a:lnTo>
                    <a:pt x="115951" y="4078"/>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202" name="Freeform: Shape 201">
              <a:extLst>
                <a:ext uri="{FF2B5EF4-FFF2-40B4-BE49-F238E27FC236}">
                  <a16:creationId xmlns:a16="http://schemas.microsoft.com/office/drawing/2014/main" id="{A2628008-E030-0413-0645-C5D24715F624}"/>
                </a:ext>
              </a:extLst>
            </p:cNvPr>
            <p:cNvSpPr/>
            <p:nvPr/>
          </p:nvSpPr>
          <p:spPr>
            <a:xfrm rot="10800000" flipV="1">
              <a:off x="10027781" y="5373336"/>
              <a:ext cx="227043" cy="296955"/>
            </a:xfrm>
            <a:custGeom>
              <a:avLst/>
              <a:gdLst>
                <a:gd name="connsiteX0" fmla="*/ 390175 w 435742"/>
                <a:gd name="connsiteY0" fmla="*/ 45213 h 569915"/>
                <a:gd name="connsiteX1" fmla="*/ 11094 w 435742"/>
                <a:gd name="connsiteY1" fmla="*/ 35269 h 569915"/>
                <a:gd name="connsiteX2" fmla="*/ 187151 w 435742"/>
                <a:gd name="connsiteY2" fmla="*/ 554906 h 569915"/>
                <a:gd name="connsiteX3" fmla="*/ 228323 w 435742"/>
                <a:gd name="connsiteY3" fmla="*/ 569099 h 569915"/>
                <a:gd name="connsiteX4" fmla="*/ 238261 w 435742"/>
                <a:gd name="connsiteY4" fmla="*/ 536451 h 569915"/>
                <a:gd name="connsiteX5" fmla="*/ 79243 w 435742"/>
                <a:gd name="connsiteY5" fmla="*/ 61533 h 569915"/>
                <a:gd name="connsiteX6" fmla="*/ 373140 w 435742"/>
                <a:gd name="connsiteY6" fmla="*/ 95608 h 569915"/>
                <a:gd name="connsiteX7" fmla="*/ 434188 w 435742"/>
                <a:gd name="connsiteY7" fmla="*/ 90640 h 569915"/>
                <a:gd name="connsiteX8" fmla="*/ 390175 w 435742"/>
                <a:gd name="connsiteY8" fmla="*/ 45213 h 56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5742" h="569915">
                  <a:moveTo>
                    <a:pt x="390175" y="45213"/>
                  </a:moveTo>
                  <a:cubicBezTo>
                    <a:pt x="390175" y="45213"/>
                    <a:pt x="76402" y="-49922"/>
                    <a:pt x="11094" y="35269"/>
                  </a:cubicBezTo>
                  <a:cubicBezTo>
                    <a:pt x="-54216" y="120453"/>
                    <a:pt x="187151" y="554906"/>
                    <a:pt x="187151" y="554906"/>
                  </a:cubicBezTo>
                  <a:cubicBezTo>
                    <a:pt x="187151" y="554906"/>
                    <a:pt x="207027" y="573361"/>
                    <a:pt x="228323" y="569099"/>
                  </a:cubicBezTo>
                  <a:cubicBezTo>
                    <a:pt x="249619" y="564843"/>
                    <a:pt x="238261" y="536451"/>
                    <a:pt x="238261" y="536451"/>
                  </a:cubicBezTo>
                  <a:cubicBezTo>
                    <a:pt x="238261" y="536451"/>
                    <a:pt x="-3100" y="87085"/>
                    <a:pt x="79243" y="61533"/>
                  </a:cubicBezTo>
                  <a:cubicBezTo>
                    <a:pt x="142006" y="42058"/>
                    <a:pt x="269494" y="74319"/>
                    <a:pt x="373140" y="95608"/>
                  </a:cubicBezTo>
                  <a:cubicBezTo>
                    <a:pt x="399512" y="101028"/>
                    <a:pt x="430445" y="102624"/>
                    <a:pt x="434188" y="90640"/>
                  </a:cubicBezTo>
                  <a:cubicBezTo>
                    <a:pt x="441285" y="67923"/>
                    <a:pt x="421409" y="50882"/>
                    <a:pt x="390175" y="45213"/>
                  </a:cubicBez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10" name="TextBox 9">
            <a:extLst>
              <a:ext uri="{FF2B5EF4-FFF2-40B4-BE49-F238E27FC236}">
                <a16:creationId xmlns:a16="http://schemas.microsoft.com/office/drawing/2014/main" id="{FF36C58C-9045-CBC8-AAFF-EEA83F152E4B}"/>
              </a:ext>
            </a:extLst>
          </p:cNvPr>
          <p:cNvSpPr txBox="1">
            <a:spLocks/>
          </p:cNvSpPr>
          <p:nvPr/>
        </p:nvSpPr>
        <p:spPr>
          <a:xfrm>
            <a:off x="554737" y="5283032"/>
            <a:ext cx="5065775" cy="246221"/>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nl-NL" b="1"/>
              <a:t>Hoe ziet het eruit?</a:t>
            </a:r>
          </a:p>
        </p:txBody>
      </p:sp>
      <p:sp>
        <p:nvSpPr>
          <p:cNvPr id="29" name="TextBox 28">
            <a:extLst>
              <a:ext uri="{FF2B5EF4-FFF2-40B4-BE49-F238E27FC236}">
                <a16:creationId xmlns:a16="http://schemas.microsoft.com/office/drawing/2014/main" id="{906190AB-5850-7029-7BF7-2D1FD9AE76BF}"/>
              </a:ext>
            </a:extLst>
          </p:cNvPr>
          <p:cNvSpPr txBox="1">
            <a:spLocks/>
          </p:cNvSpPr>
          <p:nvPr/>
        </p:nvSpPr>
        <p:spPr>
          <a:xfrm>
            <a:off x="554737" y="5565726"/>
            <a:ext cx="5065775" cy="552100"/>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nl-NL" sz="1100">
                <a:ea typeface="Verdana" panose="020B0604030504040204" pitchFamily="34" charset="0"/>
                <a:cs typeface="Calibri" panose="020F0502020204030204" pitchFamily="34" charset="0"/>
              </a:rPr>
              <a:t>De gerichte team coaching is de tweede bijeenkomst van het leiderschapsprogramma. Het omvat een sessie van anderhalve dag waarbij je met een interne/externe facilitator leiderschapsvaardigheden aanleert en oefent om zo de kernpatronen te kunnen doorbreken</a:t>
            </a:r>
          </a:p>
        </p:txBody>
      </p:sp>
      <p:sp>
        <p:nvSpPr>
          <p:cNvPr id="3" name="Sticky">
            <a:extLst>
              <a:ext uri="{FF2B5EF4-FFF2-40B4-BE49-F238E27FC236}">
                <a16:creationId xmlns:a16="http://schemas.microsoft.com/office/drawing/2014/main" id="{999807A6-E38D-9490-6BA3-7B7A764AEDB5}"/>
              </a:ext>
            </a:extLst>
          </p:cNvPr>
          <p:cNvSpPr/>
          <p:nvPr>
            <p:custDataLst>
              <p:tags r:id="rId3"/>
            </p:custDataLst>
          </p:nvPr>
        </p:nvSpPr>
        <p:spPr>
          <a:xfrm>
            <a:off x="1555750" y="2403190"/>
            <a:ext cx="1905000" cy="455639"/>
          </a:xfrm>
          <a:prstGeom prst="foldedCorner">
            <a:avLst/>
          </a:prstGeom>
          <a:solidFill>
            <a:srgbClr val="FFFF6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spcBef>
                <a:spcPts val="300"/>
              </a:spcBef>
              <a:spcAft>
                <a:spcPts val="300"/>
              </a:spcAft>
            </a:pPr>
            <a:r>
              <a:rPr lang="nl-NL" sz="1600" dirty="0">
                <a:solidFill>
                  <a:srgbClr val="000000"/>
                </a:solidFill>
              </a:rPr>
              <a:t>Vertrouwelijk</a:t>
            </a:r>
          </a:p>
        </p:txBody>
      </p:sp>
    </p:spTree>
    <p:extLst>
      <p:ext uri="{BB962C8B-B14F-4D97-AF65-F5344CB8AC3E}">
        <p14:creationId xmlns:p14="http://schemas.microsoft.com/office/powerpoint/2010/main" val="2727387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2" hidden="1">
            <a:extLst>
              <a:ext uri="{FF2B5EF4-FFF2-40B4-BE49-F238E27FC236}">
                <a16:creationId xmlns:a16="http://schemas.microsoft.com/office/drawing/2014/main" id="{15E6DFA8-CAF8-CD53-4876-DCD0BD18CAA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592" imgH="595" progId="TCLayout.ActiveDocument.1">
                  <p:embed/>
                </p:oleObj>
              </mc:Choice>
              <mc:Fallback>
                <p:oleObj name="think-cell Slide" r:id="rId6" imgW="592" imgH="595" progId="TCLayout.ActiveDocument.1">
                  <p:embed/>
                  <p:pic>
                    <p:nvPicPr>
                      <p:cNvPr id="6" name="Object 2" hidden="1">
                        <a:extLst>
                          <a:ext uri="{FF2B5EF4-FFF2-40B4-BE49-F238E27FC236}">
                            <a16:creationId xmlns:a16="http://schemas.microsoft.com/office/drawing/2014/main" id="{15E6DFA8-CAF8-CD53-4876-DCD0BD18CAA1}"/>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BFA9F87D-D0AF-55D5-10C4-DAFD4275CA64}"/>
              </a:ext>
            </a:extLst>
          </p:cNvPr>
          <p:cNvSpPr>
            <a:spLocks noGrp="1"/>
          </p:cNvSpPr>
          <p:nvPr>
            <p:ph type="title"/>
            <p:custDataLst>
              <p:tags r:id="rId2"/>
            </p:custDataLst>
          </p:nvPr>
        </p:nvSpPr>
        <p:spPr>
          <a:xfrm>
            <a:off x="554736" y="158745"/>
            <a:ext cx="5065776" cy="731520"/>
          </a:xfrm>
        </p:spPr>
        <p:txBody>
          <a:bodyPr vert="horz"/>
          <a:lstStyle/>
          <a:p>
            <a:r>
              <a:rPr lang="nl-NL"/>
              <a:t>Performance Dialoog Sessie</a:t>
            </a:r>
          </a:p>
        </p:txBody>
      </p:sp>
      <p:sp>
        <p:nvSpPr>
          <p:cNvPr id="8" name="TextBox 7">
            <a:extLst>
              <a:ext uri="{FF2B5EF4-FFF2-40B4-BE49-F238E27FC236}">
                <a16:creationId xmlns:a16="http://schemas.microsoft.com/office/drawing/2014/main" id="{36FAD92E-9369-DFDE-5371-426BE15DB128}"/>
              </a:ext>
            </a:extLst>
          </p:cNvPr>
          <p:cNvSpPr txBox="1">
            <a:spLocks/>
          </p:cNvSpPr>
          <p:nvPr/>
        </p:nvSpPr>
        <p:spPr>
          <a:xfrm>
            <a:off x="554737" y="4137403"/>
            <a:ext cx="5065775" cy="246221"/>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nl-NL" b="1"/>
              <a:t>Waarom een performance dialoog sessie?</a:t>
            </a:r>
          </a:p>
        </p:txBody>
      </p:sp>
      <p:sp>
        <p:nvSpPr>
          <p:cNvPr id="9" name="TextBox 8">
            <a:extLst>
              <a:ext uri="{FF2B5EF4-FFF2-40B4-BE49-F238E27FC236}">
                <a16:creationId xmlns:a16="http://schemas.microsoft.com/office/drawing/2014/main" id="{545408E4-5159-B918-6228-97B831EF7ABF}"/>
              </a:ext>
            </a:extLst>
          </p:cNvPr>
          <p:cNvSpPr txBox="1">
            <a:spLocks/>
          </p:cNvSpPr>
          <p:nvPr/>
        </p:nvSpPr>
        <p:spPr>
          <a:xfrm>
            <a:off x="6502529" y="2095072"/>
            <a:ext cx="5065775" cy="24622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nl-NL" b="1"/>
              <a:t>Wat haal je uit de sessie?</a:t>
            </a:r>
          </a:p>
        </p:txBody>
      </p:sp>
      <p:sp>
        <p:nvSpPr>
          <p:cNvPr id="13" name="TextBox 12">
            <a:extLst>
              <a:ext uri="{FF2B5EF4-FFF2-40B4-BE49-F238E27FC236}">
                <a16:creationId xmlns:a16="http://schemas.microsoft.com/office/drawing/2014/main" id="{36E9C57E-53F2-02F5-F871-8EFA1133A265}"/>
              </a:ext>
            </a:extLst>
          </p:cNvPr>
          <p:cNvSpPr txBox="1">
            <a:spLocks/>
          </p:cNvSpPr>
          <p:nvPr/>
        </p:nvSpPr>
        <p:spPr>
          <a:xfrm>
            <a:off x="554737" y="1149016"/>
            <a:ext cx="5065775" cy="246221"/>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nl-NL" b="1" dirty="0"/>
              <a:t>Leiderschapsontwikkeling binnen Achmea</a:t>
            </a:r>
          </a:p>
        </p:txBody>
      </p:sp>
      <p:sp>
        <p:nvSpPr>
          <p:cNvPr id="14" name="TextBox 13">
            <a:extLst>
              <a:ext uri="{FF2B5EF4-FFF2-40B4-BE49-F238E27FC236}">
                <a16:creationId xmlns:a16="http://schemas.microsoft.com/office/drawing/2014/main" id="{6A44B3C8-0B33-697D-7F48-537055D71BC1}"/>
              </a:ext>
            </a:extLst>
          </p:cNvPr>
          <p:cNvSpPr txBox="1"/>
          <p:nvPr/>
        </p:nvSpPr>
        <p:spPr>
          <a:xfrm>
            <a:off x="6502529" y="4648904"/>
            <a:ext cx="5065775" cy="24622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nl-NL" b="1"/>
              <a:t>Hoe bereid je je goed voor?</a:t>
            </a:r>
          </a:p>
        </p:txBody>
      </p:sp>
      <p:sp>
        <p:nvSpPr>
          <p:cNvPr id="19" name="TextBox 18">
            <a:extLst>
              <a:ext uri="{FF2B5EF4-FFF2-40B4-BE49-F238E27FC236}">
                <a16:creationId xmlns:a16="http://schemas.microsoft.com/office/drawing/2014/main" id="{C3F4C3B2-C917-77D7-855D-AB20451B068D}"/>
              </a:ext>
            </a:extLst>
          </p:cNvPr>
          <p:cNvSpPr txBox="1">
            <a:spLocks/>
          </p:cNvSpPr>
          <p:nvPr/>
        </p:nvSpPr>
        <p:spPr>
          <a:xfrm>
            <a:off x="554737" y="4440976"/>
            <a:ext cx="5065775" cy="169277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nl-NL" sz="1100" dirty="0">
                <a:ea typeface="Verdana" panose="020B0604030504040204" pitchFamily="34" charset="0"/>
                <a:cs typeface="Calibri" panose="020F0502020204030204" pitchFamily="34" charset="0"/>
              </a:rPr>
              <a:t>Voor het verbeteren van onze business performance en het versterken van onze performance (continu verbeter) cultuur zijn een aantal dingen belangrijk. Duidelijke visie en strategie, duidelijke doelen en verantwoordelijkheden, juiste methode om prestaties te meten, effectieve performance dialogen, beloning en erkenning, waarde voor belanghebbenden meten. We geven nu een impuls aan het verbeteren van onze business performance door samen onze vaardigheden om een effectieve performance dialoog te voeren te ontwikkelen. In deze sessie gaan we samen onderzoeken welke gedragspatronen een positieve en welke een negatieve invloed hebben op deze dialogen. Dit helpt ons om samen nog beter te worden en te zorgen dat er tijdens performance dialogen wordt bijgestuurd en beslecht waar nodig</a:t>
            </a:r>
          </a:p>
        </p:txBody>
      </p:sp>
      <p:sp>
        <p:nvSpPr>
          <p:cNvPr id="21" name="TextBox 20">
            <a:extLst>
              <a:ext uri="{FF2B5EF4-FFF2-40B4-BE49-F238E27FC236}">
                <a16:creationId xmlns:a16="http://schemas.microsoft.com/office/drawing/2014/main" id="{B6FDC791-8D6E-2947-D182-E1447E344716}"/>
              </a:ext>
            </a:extLst>
          </p:cNvPr>
          <p:cNvSpPr txBox="1">
            <a:spLocks/>
          </p:cNvSpPr>
          <p:nvPr/>
        </p:nvSpPr>
        <p:spPr>
          <a:xfrm>
            <a:off x="554737" y="1491239"/>
            <a:ext cx="5065775" cy="244682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nl-NL" sz="1100" dirty="0"/>
              <a:t>Duurzaam Samen Leven. Daar staan we voor. Via onze BEATS, leiderschapsprincipes en strategie geven we hier invulling aan. Ons leiderschap brengt het Achmea verhaal tot leven, onze strategie in beweging en focus en discipline in de uitvoering. We doen als Achmea leiders al veel goed, maar een aantal kernpatronen zitten ons echt in de weg om van ‘Good’ naar ‘Great’ te gaan. We gaan voor het realiseren van duurzame beweging en groei. Dit doen we door samen deze Achmea brede leiderschapsuitdagingen aan te pakken (Van-Naars), door vaardigheden te ontwikkelen die leren en veranderen op diepere lagen mogelijk maakt en door leiderschapsontwikkeling te koppelen aan het verbeteren van business performance. Dit gaat alleen lukken als Achmea leiders eigenaarschap nemen. Voor hun vak, resultaten en voor het zijn van of ontwikkelen naar een goede leider</a:t>
            </a:r>
          </a:p>
          <a:p>
            <a:r>
              <a:rPr lang="nl-NL" sz="1100" dirty="0">
                <a:cs typeface="Arial"/>
              </a:rPr>
              <a:t>Het leiderschapsprogramma ondersteunt ons hierbij d.m.v. een aantal sessies: performance dialoog sessie, gerichte team coaching en 2 optionele sessies team journey. We beginnen binnenkort met de performance dialoog sessie</a:t>
            </a:r>
            <a:endParaRPr lang="nl-NL" sz="1100" dirty="0"/>
          </a:p>
        </p:txBody>
      </p:sp>
      <p:sp>
        <p:nvSpPr>
          <p:cNvPr id="7" name="TextBox 6">
            <a:extLst>
              <a:ext uri="{FF2B5EF4-FFF2-40B4-BE49-F238E27FC236}">
                <a16:creationId xmlns:a16="http://schemas.microsoft.com/office/drawing/2014/main" id="{3117E29C-3449-FCF9-ACBA-CF0A725E0CDF}"/>
              </a:ext>
            </a:extLst>
          </p:cNvPr>
          <p:cNvSpPr txBox="1"/>
          <p:nvPr/>
        </p:nvSpPr>
        <p:spPr>
          <a:xfrm>
            <a:off x="6502529" y="3625904"/>
            <a:ext cx="5065775" cy="24622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nl-NL" b="1"/>
              <a:t>Wat gaan we bespreken in de sessie?</a:t>
            </a:r>
          </a:p>
        </p:txBody>
      </p:sp>
      <p:sp>
        <p:nvSpPr>
          <p:cNvPr id="30" name="TextBox 29">
            <a:extLst>
              <a:ext uri="{FF2B5EF4-FFF2-40B4-BE49-F238E27FC236}">
                <a16:creationId xmlns:a16="http://schemas.microsoft.com/office/drawing/2014/main" id="{842EF885-580A-1D9A-AC77-4873BE72D3EE}"/>
              </a:ext>
            </a:extLst>
          </p:cNvPr>
          <p:cNvSpPr txBox="1"/>
          <p:nvPr/>
        </p:nvSpPr>
        <p:spPr>
          <a:xfrm>
            <a:off x="6500689" y="3968127"/>
            <a:ext cx="5065775" cy="584775"/>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nl-NL" sz="1100">
                <a:ea typeface="Verdana" panose="020B0604030504040204" pitchFamily="34" charset="0"/>
                <a:cs typeface="Calibri" panose="020F0502020204030204" pitchFamily="34" charset="0"/>
              </a:rPr>
              <a:t>Best practices voor performance dialogen</a:t>
            </a:r>
          </a:p>
          <a:p>
            <a:pPr lvl="1"/>
            <a:r>
              <a:rPr lang="nl-NL" sz="1100">
                <a:ea typeface="Verdana" panose="020B0604030504040204" pitchFamily="34" charset="0"/>
                <a:cs typeface="Calibri" panose="020F0502020204030204" pitchFamily="34" charset="0"/>
              </a:rPr>
              <a:t>Theorie achter ‘waarderend onderzoeken’, ‘balkon en dans’ en ‘on-and-off stage’</a:t>
            </a:r>
          </a:p>
          <a:p>
            <a:pPr lvl="1"/>
            <a:r>
              <a:rPr lang="nl-NL" sz="1100">
                <a:ea typeface="Verdana" panose="020B0604030504040204" pitchFamily="34" charset="0"/>
                <a:cs typeface="Calibri" panose="020F0502020204030204" pitchFamily="34" charset="0"/>
              </a:rPr>
              <a:t>Oefenen van performance dialogen met elkaar</a:t>
            </a:r>
          </a:p>
        </p:txBody>
      </p:sp>
      <p:sp>
        <p:nvSpPr>
          <p:cNvPr id="32" name="TextBox 31">
            <a:extLst>
              <a:ext uri="{FF2B5EF4-FFF2-40B4-BE49-F238E27FC236}">
                <a16:creationId xmlns:a16="http://schemas.microsoft.com/office/drawing/2014/main" id="{16471A6F-040E-E97B-FA4A-13F4812FA6B0}"/>
              </a:ext>
            </a:extLst>
          </p:cNvPr>
          <p:cNvSpPr txBox="1"/>
          <p:nvPr/>
        </p:nvSpPr>
        <p:spPr>
          <a:xfrm>
            <a:off x="6502529" y="4991129"/>
            <a:ext cx="2241813" cy="143116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nl-NL" sz="1100" dirty="0">
                <a:ea typeface="Verdana" panose="020B0604030504040204" pitchFamily="34" charset="0"/>
                <a:cs typeface="Calibri" panose="020F0502020204030204" pitchFamily="34" charset="0"/>
              </a:rPr>
              <a:t>Denk na over een topic waarover je wil sparren tijdens een performance dialoog.</a:t>
            </a:r>
          </a:p>
          <a:p>
            <a:pPr lvl="1"/>
            <a:r>
              <a:rPr lang="nl-NL" sz="1100" dirty="0">
                <a:ea typeface="Verdana" panose="020B0604030504040204" pitchFamily="34" charset="0"/>
                <a:cs typeface="Calibri" panose="020F0502020204030204" pitchFamily="34" charset="0"/>
              </a:rPr>
              <a:t>Neem een performance dashboard mee dat relevant is voor je afdeling en je als voorbeeld kunt gebruiken</a:t>
            </a:r>
          </a:p>
          <a:p>
            <a:pPr lvl="1"/>
            <a:r>
              <a:rPr lang="nl-NL" sz="1100" dirty="0">
                <a:ea typeface="Verdana" panose="020B0604030504040204" pitchFamily="34" charset="0"/>
                <a:cs typeface="Calibri" panose="020F0502020204030204" pitchFamily="34" charset="0"/>
              </a:rPr>
              <a:t>Lees de pre-read in dit document goed door</a:t>
            </a:r>
          </a:p>
        </p:txBody>
      </p:sp>
      <p:sp>
        <p:nvSpPr>
          <p:cNvPr id="34" name="TextBox 33">
            <a:extLst>
              <a:ext uri="{FF2B5EF4-FFF2-40B4-BE49-F238E27FC236}">
                <a16:creationId xmlns:a16="http://schemas.microsoft.com/office/drawing/2014/main" id="{2D5EC54D-2575-B2A5-5696-DBD8037A76DA}"/>
              </a:ext>
            </a:extLst>
          </p:cNvPr>
          <p:cNvSpPr txBox="1"/>
          <p:nvPr/>
        </p:nvSpPr>
        <p:spPr>
          <a:xfrm>
            <a:off x="6502529" y="2437295"/>
            <a:ext cx="5065775" cy="109260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nl-NL" sz="1100" dirty="0">
                <a:ea typeface="Verdana" panose="020B0604030504040204" pitchFamily="34" charset="0"/>
                <a:cs typeface="Calibri" panose="020F0502020204030204" pitchFamily="34" charset="0"/>
              </a:rPr>
              <a:t>Begrijpen hoe je een goede performance dialoog voert en voorbereidt</a:t>
            </a:r>
          </a:p>
          <a:p>
            <a:pPr lvl="1"/>
            <a:r>
              <a:rPr lang="nl-NL" sz="1100" dirty="0">
                <a:ea typeface="Verdana" panose="020B0604030504040204" pitchFamily="34" charset="0"/>
                <a:cs typeface="Calibri" panose="020F0502020204030204" pitchFamily="34" charset="0"/>
              </a:rPr>
              <a:t>Vertrouwd zijn met het voeren van goede performance dialogen en weten te identificeren hoe je als team continu kunt groeien bij het uitvoeren van performance dialogen</a:t>
            </a:r>
          </a:p>
          <a:p>
            <a:pPr lvl="1"/>
            <a:r>
              <a:rPr lang="nl-NL" sz="1100" dirty="0">
                <a:ea typeface="Verdana" panose="020B0604030504040204" pitchFamily="34" charset="0"/>
                <a:cs typeface="Calibri" panose="020F0502020204030204" pitchFamily="34" charset="0"/>
              </a:rPr>
              <a:t>Vertrouwd zijn met het toepassen van ‘waarderend onderzoeken’, ‘balkon en dans’ en ‘on-and-off stage’ om nog effectievere performance dialogen te voeren</a:t>
            </a:r>
          </a:p>
        </p:txBody>
      </p:sp>
      <p:grpSp>
        <p:nvGrpSpPr>
          <p:cNvPr id="5" name="Group 4">
            <a:extLst>
              <a:ext uri="{FF2B5EF4-FFF2-40B4-BE49-F238E27FC236}">
                <a16:creationId xmlns:a16="http://schemas.microsoft.com/office/drawing/2014/main" id="{8398FE91-02DD-2A00-8572-69A5CA63982F}"/>
              </a:ext>
            </a:extLst>
          </p:cNvPr>
          <p:cNvGrpSpPr/>
          <p:nvPr/>
        </p:nvGrpSpPr>
        <p:grpSpPr>
          <a:xfrm>
            <a:off x="8831436" y="4561175"/>
            <a:ext cx="3075792" cy="1861114"/>
            <a:chOff x="8831436" y="4295117"/>
            <a:chExt cx="3075792" cy="1861114"/>
          </a:xfrm>
        </p:grpSpPr>
        <p:sp>
          <p:nvSpPr>
            <p:cNvPr id="12" name="Freeform: Shape 11">
              <a:extLst>
                <a:ext uri="{FF2B5EF4-FFF2-40B4-BE49-F238E27FC236}">
                  <a16:creationId xmlns:a16="http://schemas.microsoft.com/office/drawing/2014/main" id="{86AFD13A-D6CB-F6D0-1C8B-E52C99C1A22F}"/>
                </a:ext>
              </a:extLst>
            </p:cNvPr>
            <p:cNvSpPr/>
            <p:nvPr/>
          </p:nvSpPr>
          <p:spPr>
            <a:xfrm rot="10800000" flipV="1">
              <a:off x="9036092" y="5423686"/>
              <a:ext cx="79500" cy="516751"/>
            </a:xfrm>
            <a:custGeom>
              <a:avLst/>
              <a:gdLst>
                <a:gd name="connsiteX0" fmla="*/ 152461 w 152577"/>
                <a:gd name="connsiteY0" fmla="*/ -177 h 991750"/>
                <a:gd name="connsiteX1" fmla="*/ 52952 w 152577"/>
                <a:gd name="connsiteY1" fmla="*/ 984940 h 991750"/>
                <a:gd name="connsiteX2" fmla="*/ -117 w 152577"/>
                <a:gd name="connsiteY2" fmla="*/ 991573 h 991750"/>
                <a:gd name="connsiteX3" fmla="*/ 152461 w 152577"/>
                <a:gd name="connsiteY3" fmla="*/ -177 h 991750"/>
              </a:gdLst>
              <a:ahLst/>
              <a:cxnLst>
                <a:cxn ang="0">
                  <a:pos x="connsiteX0" y="connsiteY0"/>
                </a:cxn>
                <a:cxn ang="0">
                  <a:pos x="connsiteX1" y="connsiteY1"/>
                </a:cxn>
                <a:cxn ang="0">
                  <a:pos x="connsiteX2" y="connsiteY2"/>
                </a:cxn>
                <a:cxn ang="0">
                  <a:pos x="connsiteX3" y="connsiteY3"/>
                </a:cxn>
              </a:cxnLst>
              <a:rect l="l" t="t" r="r" b="b"/>
              <a:pathLst>
                <a:path w="152577" h="991750">
                  <a:moveTo>
                    <a:pt x="152461" y="-177"/>
                  </a:moveTo>
                  <a:cubicBezTo>
                    <a:pt x="152461" y="-177"/>
                    <a:pt x="62908" y="178941"/>
                    <a:pt x="52952" y="984940"/>
                  </a:cubicBezTo>
                  <a:lnTo>
                    <a:pt x="-117" y="991573"/>
                  </a:lnTo>
                  <a:cubicBezTo>
                    <a:pt x="-117" y="991573"/>
                    <a:pt x="43001" y="258543"/>
                    <a:pt x="152461" y="-177"/>
                  </a:cubicBezTo>
                  <a:close/>
                </a:path>
              </a:pathLst>
            </a:custGeom>
            <a:solidFill>
              <a:schemeClr val="accent1"/>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6" name="Freeform: Shape 15">
              <a:extLst>
                <a:ext uri="{FF2B5EF4-FFF2-40B4-BE49-F238E27FC236}">
                  <a16:creationId xmlns:a16="http://schemas.microsoft.com/office/drawing/2014/main" id="{4FB9877F-A6FF-2317-7969-FAB1E860F444}"/>
                </a:ext>
              </a:extLst>
            </p:cNvPr>
            <p:cNvSpPr/>
            <p:nvPr/>
          </p:nvSpPr>
          <p:spPr>
            <a:xfrm rot="10800000" flipV="1">
              <a:off x="9094853" y="5224936"/>
              <a:ext cx="119249" cy="712045"/>
            </a:xfrm>
            <a:custGeom>
              <a:avLst/>
              <a:gdLst>
                <a:gd name="connsiteX0" fmla="*/ 228746 w 228863"/>
                <a:gd name="connsiteY0" fmla="*/ 1366380 h 1366557"/>
                <a:gd name="connsiteX1" fmla="*/ -117 w 228863"/>
                <a:gd name="connsiteY1" fmla="*/ -177 h 1366557"/>
                <a:gd name="connsiteX2" fmla="*/ 172362 w 228863"/>
                <a:gd name="connsiteY2" fmla="*/ 1366380 h 1366557"/>
                <a:gd name="connsiteX3" fmla="*/ 228746 w 228863"/>
                <a:gd name="connsiteY3" fmla="*/ 1366380 h 1366557"/>
              </a:gdLst>
              <a:ahLst/>
              <a:cxnLst>
                <a:cxn ang="0">
                  <a:pos x="connsiteX0" y="connsiteY0"/>
                </a:cxn>
                <a:cxn ang="0">
                  <a:pos x="connsiteX1" y="connsiteY1"/>
                </a:cxn>
                <a:cxn ang="0">
                  <a:pos x="connsiteX2" y="connsiteY2"/>
                </a:cxn>
                <a:cxn ang="0">
                  <a:pos x="connsiteX3" y="connsiteY3"/>
                </a:cxn>
              </a:cxnLst>
              <a:rect l="l" t="t" r="r" b="b"/>
              <a:pathLst>
                <a:path w="228863" h="1366557">
                  <a:moveTo>
                    <a:pt x="228746" y="1366380"/>
                  </a:moveTo>
                  <a:cubicBezTo>
                    <a:pt x="218796" y="358046"/>
                    <a:pt x="-117" y="-177"/>
                    <a:pt x="-117" y="-177"/>
                  </a:cubicBezTo>
                  <a:cubicBezTo>
                    <a:pt x="-117" y="-177"/>
                    <a:pt x="178995" y="304978"/>
                    <a:pt x="172362" y="1366380"/>
                  </a:cubicBezTo>
                  <a:lnTo>
                    <a:pt x="228746" y="1366380"/>
                  </a:lnTo>
                  <a:close/>
                </a:path>
              </a:pathLst>
            </a:custGeom>
            <a:solidFill>
              <a:schemeClr val="accent1"/>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7" name="Freeform: Shape 16">
              <a:extLst>
                <a:ext uri="{FF2B5EF4-FFF2-40B4-BE49-F238E27FC236}">
                  <a16:creationId xmlns:a16="http://schemas.microsoft.com/office/drawing/2014/main" id="{D7FD3831-C862-2554-DEA9-895DEE8533EB}"/>
                </a:ext>
              </a:extLst>
            </p:cNvPr>
            <p:cNvSpPr/>
            <p:nvPr/>
          </p:nvSpPr>
          <p:spPr>
            <a:xfrm rot="10800000" flipV="1">
              <a:off x="9022266" y="5753785"/>
              <a:ext cx="76474" cy="151655"/>
            </a:xfrm>
            <a:custGeom>
              <a:avLst/>
              <a:gdLst>
                <a:gd name="connsiteX0" fmla="*/ 146653 w 146770"/>
                <a:gd name="connsiteY0" fmla="*/ -177 h 291055"/>
                <a:gd name="connsiteX1" fmla="*/ -117 w 146770"/>
                <a:gd name="connsiteY1" fmla="*/ 228686 h 291055"/>
                <a:gd name="connsiteX2" fmla="*/ 14809 w 146770"/>
                <a:gd name="connsiteY2" fmla="*/ 290878 h 291055"/>
                <a:gd name="connsiteX3" fmla="*/ 146653 w 146770"/>
                <a:gd name="connsiteY3" fmla="*/ -177 h 291055"/>
              </a:gdLst>
              <a:ahLst/>
              <a:cxnLst>
                <a:cxn ang="0">
                  <a:pos x="connsiteX0" y="connsiteY0"/>
                </a:cxn>
                <a:cxn ang="0">
                  <a:pos x="connsiteX1" y="connsiteY1"/>
                </a:cxn>
                <a:cxn ang="0">
                  <a:pos x="connsiteX2" y="connsiteY2"/>
                </a:cxn>
                <a:cxn ang="0">
                  <a:pos x="connsiteX3" y="connsiteY3"/>
                </a:cxn>
              </a:cxnLst>
              <a:rect l="l" t="t" r="r" b="b"/>
              <a:pathLst>
                <a:path w="146770" h="291055">
                  <a:moveTo>
                    <a:pt x="146653" y="-177"/>
                  </a:moveTo>
                  <a:cubicBezTo>
                    <a:pt x="146653" y="-177"/>
                    <a:pt x="54610" y="89375"/>
                    <a:pt x="-117" y="228686"/>
                  </a:cubicBezTo>
                  <a:lnTo>
                    <a:pt x="14809" y="290878"/>
                  </a:lnTo>
                  <a:lnTo>
                    <a:pt x="146653" y="-177"/>
                  </a:lnTo>
                  <a:close/>
                </a:path>
              </a:pathLst>
            </a:custGeom>
            <a:solidFill>
              <a:schemeClr val="accent1"/>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8" name="Freeform: Shape 17">
              <a:extLst>
                <a:ext uri="{FF2B5EF4-FFF2-40B4-BE49-F238E27FC236}">
                  <a16:creationId xmlns:a16="http://schemas.microsoft.com/office/drawing/2014/main" id="{327E54FF-2CF3-9C2C-6EAC-DBD12ABBABC6}"/>
                </a:ext>
              </a:extLst>
            </p:cNvPr>
            <p:cNvSpPr/>
            <p:nvPr/>
          </p:nvSpPr>
          <p:spPr>
            <a:xfrm rot="10800000" flipV="1">
              <a:off x="9115592" y="5599475"/>
              <a:ext cx="66105" cy="283928"/>
            </a:xfrm>
            <a:custGeom>
              <a:avLst/>
              <a:gdLst>
                <a:gd name="connsiteX0" fmla="*/ 126753 w 126869"/>
                <a:gd name="connsiteY0" fmla="*/ 395483 h 544914"/>
                <a:gd name="connsiteX1" fmla="*/ -117 w 126869"/>
                <a:gd name="connsiteY1" fmla="*/ -58 h 544914"/>
                <a:gd name="connsiteX2" fmla="*/ 116803 w 126869"/>
                <a:gd name="connsiteY2" fmla="*/ 544737 h 544914"/>
                <a:gd name="connsiteX3" fmla="*/ 126753 w 126869"/>
                <a:gd name="connsiteY3" fmla="*/ 395483 h 544914"/>
              </a:gdLst>
              <a:ahLst/>
              <a:cxnLst>
                <a:cxn ang="0">
                  <a:pos x="connsiteX0" y="connsiteY0"/>
                </a:cxn>
                <a:cxn ang="0">
                  <a:pos x="connsiteX1" y="connsiteY1"/>
                </a:cxn>
                <a:cxn ang="0">
                  <a:pos x="connsiteX2" y="connsiteY2"/>
                </a:cxn>
                <a:cxn ang="0">
                  <a:pos x="connsiteX3" y="connsiteY3"/>
                </a:cxn>
              </a:cxnLst>
              <a:rect l="l" t="t" r="r" b="b"/>
              <a:pathLst>
                <a:path w="126869" h="544914">
                  <a:moveTo>
                    <a:pt x="126753" y="395483"/>
                  </a:moveTo>
                  <a:cubicBezTo>
                    <a:pt x="126753" y="395483"/>
                    <a:pt x="111827" y="67110"/>
                    <a:pt x="-117" y="-58"/>
                  </a:cubicBezTo>
                  <a:cubicBezTo>
                    <a:pt x="-117" y="-58"/>
                    <a:pt x="47150" y="-22449"/>
                    <a:pt x="116803" y="544737"/>
                  </a:cubicBezTo>
                  <a:lnTo>
                    <a:pt x="126753" y="395483"/>
                  </a:lnTo>
                  <a:close/>
                </a:path>
              </a:pathLst>
            </a:custGeom>
            <a:solidFill>
              <a:schemeClr val="accent1"/>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20" name="Freeform: Shape 19">
              <a:extLst>
                <a:ext uri="{FF2B5EF4-FFF2-40B4-BE49-F238E27FC236}">
                  <a16:creationId xmlns:a16="http://schemas.microsoft.com/office/drawing/2014/main" id="{E10FF68F-5C9A-8142-C995-391A5CAF3565}"/>
                </a:ext>
              </a:extLst>
            </p:cNvPr>
            <p:cNvSpPr/>
            <p:nvPr/>
          </p:nvSpPr>
          <p:spPr>
            <a:xfrm rot="10800000" flipV="1">
              <a:off x="8989789" y="5924016"/>
              <a:ext cx="208760" cy="192991"/>
            </a:xfrm>
            <a:custGeom>
              <a:avLst/>
              <a:gdLst>
                <a:gd name="connsiteX0" fmla="*/ -117 w 400652"/>
                <a:gd name="connsiteY0" fmla="*/ -177 h 370389"/>
                <a:gd name="connsiteX1" fmla="*/ 400536 w 400652"/>
                <a:gd name="connsiteY1" fmla="*/ -177 h 370389"/>
                <a:gd name="connsiteX2" fmla="*/ 305082 w 400652"/>
                <a:gd name="connsiteY2" fmla="*/ 370212 h 370389"/>
                <a:gd name="connsiteX3" fmla="*/ 95368 w 400652"/>
                <a:gd name="connsiteY3" fmla="*/ 370212 h 370389"/>
                <a:gd name="connsiteX4" fmla="*/ -117 w 400652"/>
                <a:gd name="connsiteY4" fmla="*/ -177 h 3703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652" h="370389">
                  <a:moveTo>
                    <a:pt x="-117" y="-177"/>
                  </a:moveTo>
                  <a:lnTo>
                    <a:pt x="400536" y="-177"/>
                  </a:lnTo>
                  <a:cubicBezTo>
                    <a:pt x="400536" y="-177"/>
                    <a:pt x="395217" y="188590"/>
                    <a:pt x="305082" y="370212"/>
                  </a:cubicBezTo>
                  <a:lnTo>
                    <a:pt x="95368" y="370212"/>
                  </a:lnTo>
                  <a:cubicBezTo>
                    <a:pt x="5215" y="188590"/>
                    <a:pt x="-117" y="-177"/>
                    <a:pt x="-117" y="-177"/>
                  </a:cubicBez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22" name="Freeform: Shape 21">
              <a:extLst>
                <a:ext uri="{FF2B5EF4-FFF2-40B4-BE49-F238E27FC236}">
                  <a16:creationId xmlns:a16="http://schemas.microsoft.com/office/drawing/2014/main" id="{04CF3345-FBEA-7B85-FE01-5CFAFCF20191}"/>
                </a:ext>
              </a:extLst>
            </p:cNvPr>
            <p:cNvSpPr/>
            <p:nvPr/>
          </p:nvSpPr>
          <p:spPr>
            <a:xfrm rot="10800000" flipV="1">
              <a:off x="9111855" y="5129135"/>
              <a:ext cx="255954" cy="288762"/>
            </a:xfrm>
            <a:custGeom>
              <a:avLst/>
              <a:gdLst>
                <a:gd name="connsiteX0" fmla="*/ 143614 w 491227"/>
                <a:gd name="connsiteY0" fmla="*/ 239043 h 554193"/>
                <a:gd name="connsiteX1" fmla="*/ 167157 w 491227"/>
                <a:gd name="connsiteY1" fmla="*/ 226032 h 554193"/>
                <a:gd name="connsiteX2" fmla="*/ 190706 w 491227"/>
                <a:gd name="connsiteY2" fmla="*/ 239043 h 554193"/>
                <a:gd name="connsiteX3" fmla="*/ 167157 w 491227"/>
                <a:gd name="connsiteY3" fmla="*/ 252060 h 554193"/>
                <a:gd name="connsiteX4" fmla="*/ 143614 w 491227"/>
                <a:gd name="connsiteY4" fmla="*/ 239043 h 554193"/>
                <a:gd name="connsiteX5" fmla="*/ 16163 w 491227"/>
                <a:gd name="connsiteY5" fmla="*/ 524191 h 554193"/>
                <a:gd name="connsiteX6" fmla="*/ 20274 w 491227"/>
                <a:gd name="connsiteY6" fmla="*/ 546557 h 554193"/>
                <a:gd name="connsiteX7" fmla="*/ 141418 w 491227"/>
                <a:gd name="connsiteY7" fmla="*/ 553572 h 554193"/>
                <a:gd name="connsiteX8" fmla="*/ 148571 w 491227"/>
                <a:gd name="connsiteY8" fmla="*/ 521600 h 554193"/>
                <a:gd name="connsiteX9" fmla="*/ 163890 w 491227"/>
                <a:gd name="connsiteY9" fmla="*/ 552315 h 554193"/>
                <a:gd name="connsiteX10" fmla="*/ 225463 w 491227"/>
                <a:gd name="connsiteY10" fmla="*/ 543910 h 554193"/>
                <a:gd name="connsiteX11" fmla="*/ 225407 w 491227"/>
                <a:gd name="connsiteY11" fmla="*/ 509209 h 554193"/>
                <a:gd name="connsiteX12" fmla="*/ 211777 w 491227"/>
                <a:gd name="connsiteY12" fmla="*/ 407585 h 554193"/>
                <a:gd name="connsiteX13" fmla="*/ 267179 w 491227"/>
                <a:gd name="connsiteY13" fmla="*/ 533278 h 554193"/>
                <a:gd name="connsiteX14" fmla="*/ 307475 w 491227"/>
                <a:gd name="connsiteY14" fmla="*/ 517858 h 554193"/>
                <a:gd name="connsiteX15" fmla="*/ 302863 w 491227"/>
                <a:gd name="connsiteY15" fmla="*/ 462117 h 554193"/>
                <a:gd name="connsiteX16" fmla="*/ 330774 w 491227"/>
                <a:gd name="connsiteY16" fmla="*/ 505886 h 554193"/>
                <a:gd name="connsiteX17" fmla="*/ 351106 w 491227"/>
                <a:gd name="connsiteY17" fmla="*/ 493139 h 554193"/>
                <a:gd name="connsiteX18" fmla="*/ 364198 w 491227"/>
                <a:gd name="connsiteY18" fmla="*/ 483388 h 554193"/>
                <a:gd name="connsiteX19" fmla="*/ 289846 w 491227"/>
                <a:gd name="connsiteY19" fmla="*/ 315260 h 554193"/>
                <a:gd name="connsiteX20" fmla="*/ 393554 w 491227"/>
                <a:gd name="connsiteY20" fmla="*/ 457117 h 554193"/>
                <a:gd name="connsiteX21" fmla="*/ 451272 w 491227"/>
                <a:gd name="connsiteY21" fmla="*/ 378454 h 554193"/>
                <a:gd name="connsiteX22" fmla="*/ 359072 w 491227"/>
                <a:gd name="connsiteY22" fmla="*/ 223704 h 554193"/>
                <a:gd name="connsiteX23" fmla="*/ 460866 w 491227"/>
                <a:gd name="connsiteY23" fmla="*/ 356776 h 554193"/>
                <a:gd name="connsiteX24" fmla="*/ 460960 w 491227"/>
                <a:gd name="connsiteY24" fmla="*/ 359091 h 554193"/>
                <a:gd name="connsiteX25" fmla="*/ 486117 w 491227"/>
                <a:gd name="connsiteY25" fmla="*/ 282280 h 554193"/>
                <a:gd name="connsiteX26" fmla="*/ 386508 w 491227"/>
                <a:gd name="connsiteY26" fmla="*/ 162826 h 554193"/>
                <a:gd name="connsiteX27" fmla="*/ 491111 w 491227"/>
                <a:gd name="connsiteY27" fmla="*/ 228373 h 554193"/>
                <a:gd name="connsiteX28" fmla="*/ 466179 w 491227"/>
                <a:gd name="connsiteY28" fmla="*/ 149966 h 554193"/>
                <a:gd name="connsiteX29" fmla="*/ 361382 w 491227"/>
                <a:gd name="connsiteY29" fmla="*/ 110922 h 554193"/>
                <a:gd name="connsiteX30" fmla="*/ 281241 w 491227"/>
                <a:gd name="connsiteY30" fmla="*/ 12289 h 554193"/>
                <a:gd name="connsiteX31" fmla="*/ 191507 w 491227"/>
                <a:gd name="connsiteY31" fmla="*/ 2676 h 554193"/>
                <a:gd name="connsiteX32" fmla="*/ 206814 w 491227"/>
                <a:gd name="connsiteY32" fmla="*/ 4817 h 554193"/>
                <a:gd name="connsiteX33" fmla="*/ 274977 w 491227"/>
                <a:gd name="connsiteY33" fmla="*/ 71740 h 554193"/>
                <a:gd name="connsiteX34" fmla="*/ 180205 w 491227"/>
                <a:gd name="connsiteY34" fmla="*/ 5449 h 554193"/>
                <a:gd name="connsiteX35" fmla="*/ 92561 w 491227"/>
                <a:gd name="connsiteY35" fmla="*/ 67779 h 554193"/>
                <a:gd name="connsiteX36" fmla="*/ 234081 w 491227"/>
                <a:gd name="connsiteY36" fmla="*/ 138664 h 554193"/>
                <a:gd name="connsiteX37" fmla="*/ 76171 w 491227"/>
                <a:gd name="connsiteY37" fmla="*/ 90083 h 554193"/>
                <a:gd name="connsiteX38" fmla="*/ 45225 w 491227"/>
                <a:gd name="connsiteY38" fmla="*/ 146587 h 554193"/>
                <a:gd name="connsiteX39" fmla="*/ 196901 w 491227"/>
                <a:gd name="connsiteY39" fmla="*/ 194429 h 554193"/>
                <a:gd name="connsiteX40" fmla="*/ 24836 w 491227"/>
                <a:gd name="connsiteY40" fmla="*/ 199404 h 554193"/>
                <a:gd name="connsiteX41" fmla="*/ 7871 w 491227"/>
                <a:gd name="connsiteY41" fmla="*/ 268894 h 554193"/>
                <a:gd name="connsiteX42" fmla="*/ 146712 w 491227"/>
                <a:gd name="connsiteY42" fmla="*/ 287374 h 554193"/>
                <a:gd name="connsiteX43" fmla="*/ 2289 w 491227"/>
                <a:gd name="connsiteY43" fmla="*/ 311674 h 554193"/>
                <a:gd name="connsiteX44" fmla="*/ 605 w 491227"/>
                <a:gd name="connsiteY44" fmla="*/ 396927 h 554193"/>
                <a:gd name="connsiteX45" fmla="*/ 107674 w 491227"/>
                <a:gd name="connsiteY45" fmla="*/ 387759 h 554193"/>
                <a:gd name="connsiteX46" fmla="*/ 3378 w 491227"/>
                <a:gd name="connsiteY46" fmla="*/ 435439 h 554193"/>
                <a:gd name="connsiteX47" fmla="*/ 10461 w 491227"/>
                <a:gd name="connsiteY47" fmla="*/ 490573 h 554193"/>
                <a:gd name="connsiteX48" fmla="*/ 59343 w 491227"/>
                <a:gd name="connsiteY48" fmla="*/ 480704 h 554193"/>
                <a:gd name="connsiteX49" fmla="*/ 16163 w 491227"/>
                <a:gd name="connsiteY49" fmla="*/ 524191 h 554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491227" h="554193">
                  <a:moveTo>
                    <a:pt x="143614" y="239043"/>
                  </a:moveTo>
                  <a:cubicBezTo>
                    <a:pt x="143614" y="231859"/>
                    <a:pt x="154153" y="226032"/>
                    <a:pt x="167157" y="226032"/>
                  </a:cubicBezTo>
                  <a:cubicBezTo>
                    <a:pt x="180161" y="226032"/>
                    <a:pt x="190706" y="231859"/>
                    <a:pt x="190706" y="239043"/>
                  </a:cubicBezTo>
                  <a:cubicBezTo>
                    <a:pt x="190706" y="246227"/>
                    <a:pt x="180161" y="252060"/>
                    <a:pt x="167157" y="252060"/>
                  </a:cubicBezTo>
                  <a:cubicBezTo>
                    <a:pt x="154153" y="252060"/>
                    <a:pt x="143614" y="246227"/>
                    <a:pt x="143614" y="239043"/>
                  </a:cubicBezTo>
                  <a:close/>
                  <a:moveTo>
                    <a:pt x="16163" y="524191"/>
                  </a:moveTo>
                  <a:cubicBezTo>
                    <a:pt x="17564" y="531976"/>
                    <a:pt x="18954" y="539461"/>
                    <a:pt x="20274" y="546557"/>
                  </a:cubicBezTo>
                  <a:cubicBezTo>
                    <a:pt x="20274" y="546557"/>
                    <a:pt x="72804" y="556163"/>
                    <a:pt x="141418" y="553572"/>
                  </a:cubicBezTo>
                  <a:cubicBezTo>
                    <a:pt x="142143" y="544361"/>
                    <a:pt x="144008" y="532546"/>
                    <a:pt x="148571" y="521600"/>
                  </a:cubicBezTo>
                  <a:cubicBezTo>
                    <a:pt x="155454" y="505085"/>
                    <a:pt x="161312" y="535437"/>
                    <a:pt x="163890" y="552315"/>
                  </a:cubicBezTo>
                  <a:cubicBezTo>
                    <a:pt x="183734" y="550800"/>
                    <a:pt x="204511" y="548128"/>
                    <a:pt x="225463" y="543910"/>
                  </a:cubicBezTo>
                  <a:cubicBezTo>
                    <a:pt x="224888" y="534730"/>
                    <a:pt x="224731" y="523352"/>
                    <a:pt x="225407" y="509209"/>
                  </a:cubicBezTo>
                  <a:cubicBezTo>
                    <a:pt x="227885" y="457161"/>
                    <a:pt x="193703" y="411715"/>
                    <a:pt x="211777" y="407585"/>
                  </a:cubicBezTo>
                  <a:cubicBezTo>
                    <a:pt x="228561" y="403749"/>
                    <a:pt x="255032" y="489340"/>
                    <a:pt x="267179" y="533278"/>
                  </a:cubicBezTo>
                  <a:cubicBezTo>
                    <a:pt x="280841" y="528997"/>
                    <a:pt x="294333" y="523897"/>
                    <a:pt x="307475" y="517858"/>
                  </a:cubicBezTo>
                  <a:cubicBezTo>
                    <a:pt x="304008" y="507275"/>
                    <a:pt x="299014" y="486467"/>
                    <a:pt x="302863" y="462117"/>
                  </a:cubicBezTo>
                  <a:cubicBezTo>
                    <a:pt x="307506" y="432686"/>
                    <a:pt x="325054" y="484540"/>
                    <a:pt x="330774" y="505886"/>
                  </a:cubicBezTo>
                  <a:cubicBezTo>
                    <a:pt x="337701" y="501925"/>
                    <a:pt x="344516" y="497732"/>
                    <a:pt x="351106" y="493139"/>
                  </a:cubicBezTo>
                  <a:cubicBezTo>
                    <a:pt x="355580" y="490003"/>
                    <a:pt x="359930" y="486737"/>
                    <a:pt x="364198" y="483388"/>
                  </a:cubicBezTo>
                  <a:cubicBezTo>
                    <a:pt x="336105" y="437217"/>
                    <a:pt x="275046" y="332257"/>
                    <a:pt x="289846" y="315260"/>
                  </a:cubicBezTo>
                  <a:cubicBezTo>
                    <a:pt x="305228" y="297600"/>
                    <a:pt x="369317" y="412116"/>
                    <a:pt x="393554" y="457117"/>
                  </a:cubicBezTo>
                  <a:cubicBezTo>
                    <a:pt x="416903" y="433437"/>
                    <a:pt x="436178" y="406502"/>
                    <a:pt x="451272" y="378454"/>
                  </a:cubicBezTo>
                  <a:cubicBezTo>
                    <a:pt x="418230" y="320016"/>
                    <a:pt x="331187" y="217553"/>
                    <a:pt x="359072" y="223704"/>
                  </a:cubicBezTo>
                  <a:cubicBezTo>
                    <a:pt x="428650" y="239043"/>
                    <a:pt x="460866" y="356776"/>
                    <a:pt x="460866" y="356776"/>
                  </a:cubicBezTo>
                  <a:lnTo>
                    <a:pt x="460960" y="359091"/>
                  </a:lnTo>
                  <a:cubicBezTo>
                    <a:pt x="472831" y="333446"/>
                    <a:pt x="481236" y="307337"/>
                    <a:pt x="486117" y="282280"/>
                  </a:cubicBezTo>
                  <a:cubicBezTo>
                    <a:pt x="442674" y="233561"/>
                    <a:pt x="372965" y="187658"/>
                    <a:pt x="386508" y="162826"/>
                  </a:cubicBezTo>
                  <a:cubicBezTo>
                    <a:pt x="398661" y="140548"/>
                    <a:pt x="466642" y="204305"/>
                    <a:pt x="491111" y="228373"/>
                  </a:cubicBezTo>
                  <a:cubicBezTo>
                    <a:pt x="490391" y="195981"/>
                    <a:pt x="482193" y="168271"/>
                    <a:pt x="466179" y="149966"/>
                  </a:cubicBezTo>
                  <a:cubicBezTo>
                    <a:pt x="408643" y="84206"/>
                    <a:pt x="361382" y="110922"/>
                    <a:pt x="361382" y="110922"/>
                  </a:cubicBezTo>
                  <a:cubicBezTo>
                    <a:pt x="361382" y="110922"/>
                    <a:pt x="390513" y="55995"/>
                    <a:pt x="281241" y="12289"/>
                  </a:cubicBezTo>
                  <a:cubicBezTo>
                    <a:pt x="250940" y="167"/>
                    <a:pt x="220651" y="-3281"/>
                    <a:pt x="191507" y="2676"/>
                  </a:cubicBezTo>
                  <a:cubicBezTo>
                    <a:pt x="196113" y="3703"/>
                    <a:pt x="201163" y="4479"/>
                    <a:pt x="206814" y="4817"/>
                  </a:cubicBezTo>
                  <a:cubicBezTo>
                    <a:pt x="247710" y="7295"/>
                    <a:pt x="304721" y="68023"/>
                    <a:pt x="274977" y="71740"/>
                  </a:cubicBezTo>
                  <a:cubicBezTo>
                    <a:pt x="255546" y="74168"/>
                    <a:pt x="209680" y="33760"/>
                    <a:pt x="180205" y="5449"/>
                  </a:cubicBezTo>
                  <a:cubicBezTo>
                    <a:pt x="148959" y="14592"/>
                    <a:pt x="119258" y="35012"/>
                    <a:pt x="92561" y="67779"/>
                  </a:cubicBezTo>
                  <a:cubicBezTo>
                    <a:pt x="167376" y="62554"/>
                    <a:pt x="234081" y="124020"/>
                    <a:pt x="234081" y="138664"/>
                  </a:cubicBezTo>
                  <a:cubicBezTo>
                    <a:pt x="234081" y="152569"/>
                    <a:pt x="125691" y="98193"/>
                    <a:pt x="76171" y="90083"/>
                  </a:cubicBezTo>
                  <a:cubicBezTo>
                    <a:pt x="65195" y="106529"/>
                    <a:pt x="54844" y="125341"/>
                    <a:pt x="45225" y="146587"/>
                  </a:cubicBezTo>
                  <a:cubicBezTo>
                    <a:pt x="100528" y="151430"/>
                    <a:pt x="196901" y="178428"/>
                    <a:pt x="196901" y="194429"/>
                  </a:cubicBezTo>
                  <a:cubicBezTo>
                    <a:pt x="196901" y="209530"/>
                    <a:pt x="71815" y="202552"/>
                    <a:pt x="24836" y="199404"/>
                  </a:cubicBezTo>
                  <a:cubicBezTo>
                    <a:pt x="17308" y="222835"/>
                    <a:pt x="11776" y="246065"/>
                    <a:pt x="7871" y="268894"/>
                  </a:cubicBezTo>
                  <a:cubicBezTo>
                    <a:pt x="59956" y="268762"/>
                    <a:pt x="143232" y="271116"/>
                    <a:pt x="146712" y="287374"/>
                  </a:cubicBezTo>
                  <a:cubicBezTo>
                    <a:pt x="150279" y="304070"/>
                    <a:pt x="57610" y="309765"/>
                    <a:pt x="2289" y="311674"/>
                  </a:cubicBezTo>
                  <a:cubicBezTo>
                    <a:pt x="-384" y="341218"/>
                    <a:pt x="-646" y="369786"/>
                    <a:pt x="605" y="396927"/>
                  </a:cubicBezTo>
                  <a:cubicBezTo>
                    <a:pt x="37240" y="388279"/>
                    <a:pt x="104964" y="374223"/>
                    <a:pt x="107674" y="387759"/>
                  </a:cubicBezTo>
                  <a:cubicBezTo>
                    <a:pt x="110716" y="402979"/>
                    <a:pt x="36489" y="425677"/>
                    <a:pt x="3378" y="435439"/>
                  </a:cubicBezTo>
                  <a:cubicBezTo>
                    <a:pt x="5267" y="454852"/>
                    <a:pt x="7758" y="473307"/>
                    <a:pt x="10461" y="490573"/>
                  </a:cubicBezTo>
                  <a:cubicBezTo>
                    <a:pt x="24379" y="484440"/>
                    <a:pt x="55050" y="472118"/>
                    <a:pt x="59343" y="480704"/>
                  </a:cubicBezTo>
                  <a:cubicBezTo>
                    <a:pt x="63674" y="489377"/>
                    <a:pt x="30957" y="513759"/>
                    <a:pt x="16163" y="524191"/>
                  </a:cubicBezTo>
                  <a:close/>
                </a:path>
              </a:pathLst>
            </a:custGeom>
            <a:solidFill>
              <a:schemeClr val="accent1"/>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23" name="Freeform: Shape 22">
              <a:extLst>
                <a:ext uri="{FF2B5EF4-FFF2-40B4-BE49-F238E27FC236}">
                  <a16:creationId xmlns:a16="http://schemas.microsoft.com/office/drawing/2014/main" id="{099E02B1-0DB5-1DC0-A2E5-5C27EDFB5412}"/>
                </a:ext>
              </a:extLst>
            </p:cNvPr>
            <p:cNvSpPr/>
            <p:nvPr/>
          </p:nvSpPr>
          <p:spPr>
            <a:xfrm rot="10800000" flipV="1">
              <a:off x="9114027" y="5552989"/>
              <a:ext cx="216735" cy="243984"/>
            </a:xfrm>
            <a:custGeom>
              <a:avLst/>
              <a:gdLst>
                <a:gd name="connsiteX0" fmla="*/ 324493 w 415958"/>
                <a:gd name="connsiteY0" fmla="*/ 306452 h 468255"/>
                <a:gd name="connsiteX1" fmla="*/ 295688 w 415958"/>
                <a:gd name="connsiteY1" fmla="*/ 208832 h 468255"/>
                <a:gd name="connsiteX2" fmla="*/ 255680 w 415958"/>
                <a:gd name="connsiteY2" fmla="*/ 164025 h 468255"/>
                <a:gd name="connsiteX3" fmla="*/ 319687 w 415958"/>
                <a:gd name="connsiteY3" fmla="*/ 192831 h 468255"/>
                <a:gd name="connsiteX4" fmla="*/ 324493 w 415958"/>
                <a:gd name="connsiteY4" fmla="*/ 306452 h 468255"/>
                <a:gd name="connsiteX5" fmla="*/ 332491 w 415958"/>
                <a:gd name="connsiteY5" fmla="*/ 20002 h 468255"/>
                <a:gd name="connsiteX6" fmla="*/ 256982 w 415958"/>
                <a:gd name="connsiteY6" fmla="*/ 32381 h 468255"/>
                <a:gd name="connsiteX7" fmla="*/ 67632 w 415958"/>
                <a:gd name="connsiteY7" fmla="*/ 41574 h 468255"/>
                <a:gd name="connsiteX8" fmla="*/ 8837 w 415958"/>
                <a:gd name="connsiteY8" fmla="*/ 157936 h 468255"/>
                <a:gd name="connsiteX9" fmla="*/ 143661 w 415958"/>
                <a:gd name="connsiteY9" fmla="*/ 101613 h 468255"/>
                <a:gd name="connsiteX10" fmla="*/ 145 w 415958"/>
                <a:gd name="connsiteY10" fmla="*/ 218601 h 468255"/>
                <a:gd name="connsiteX11" fmla="*/ 8994 w 415958"/>
                <a:gd name="connsiteY11" fmla="*/ 305344 h 468255"/>
                <a:gd name="connsiteX12" fmla="*/ 103653 w 415958"/>
                <a:gd name="connsiteY12" fmla="*/ 215234 h 468255"/>
                <a:gd name="connsiteX13" fmla="*/ 19463 w 415958"/>
                <a:gd name="connsiteY13" fmla="*/ 339526 h 468255"/>
                <a:gd name="connsiteX14" fmla="*/ 39032 w 415958"/>
                <a:gd name="connsiteY14" fmla="*/ 383276 h 468255"/>
                <a:gd name="connsiteX15" fmla="*/ 36980 w 415958"/>
                <a:gd name="connsiteY15" fmla="*/ 358193 h 468255"/>
                <a:gd name="connsiteX16" fmla="*/ 96456 w 415958"/>
                <a:gd name="connsiteY16" fmla="*/ 311252 h 468255"/>
                <a:gd name="connsiteX17" fmla="*/ 60447 w 415958"/>
                <a:gd name="connsiteY17" fmla="*/ 370459 h 468255"/>
                <a:gd name="connsiteX18" fmla="*/ 56780 w 415958"/>
                <a:gd name="connsiteY18" fmla="*/ 413352 h 468255"/>
                <a:gd name="connsiteX19" fmla="*/ 98885 w 415958"/>
                <a:gd name="connsiteY19" fmla="*/ 468078 h 468255"/>
                <a:gd name="connsiteX20" fmla="*/ 199996 w 415958"/>
                <a:gd name="connsiteY20" fmla="*/ 403733 h 468255"/>
                <a:gd name="connsiteX21" fmla="*/ 222149 w 415958"/>
                <a:gd name="connsiteY21" fmla="*/ 395235 h 468255"/>
                <a:gd name="connsiteX22" fmla="*/ 215672 w 415958"/>
                <a:gd name="connsiteY22" fmla="*/ 324056 h 468255"/>
                <a:gd name="connsiteX23" fmla="*/ 193268 w 415958"/>
                <a:gd name="connsiteY23" fmla="*/ 261644 h 468255"/>
                <a:gd name="connsiteX24" fmla="*/ 243702 w 415958"/>
                <a:gd name="connsiteY24" fmla="*/ 383795 h 468255"/>
                <a:gd name="connsiteX25" fmla="*/ 372874 w 415958"/>
                <a:gd name="connsiteY25" fmla="*/ 249022 h 468255"/>
                <a:gd name="connsiteX26" fmla="*/ 375703 w 415958"/>
                <a:gd name="connsiteY26" fmla="*/ 192030 h 468255"/>
                <a:gd name="connsiteX27" fmla="*/ 327691 w 415958"/>
                <a:gd name="connsiteY27" fmla="*/ 100017 h 468255"/>
                <a:gd name="connsiteX28" fmla="*/ 397293 w 415958"/>
                <a:gd name="connsiteY28" fmla="*/ 198313 h 468255"/>
                <a:gd name="connsiteX29" fmla="*/ 401837 w 415958"/>
                <a:gd name="connsiteY29" fmla="*/ 185365 h 468255"/>
                <a:gd name="connsiteX30" fmla="*/ 332491 w 415958"/>
                <a:gd name="connsiteY30" fmla="*/ 20002 h 46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5958" h="468255">
                  <a:moveTo>
                    <a:pt x="324493" y="306452"/>
                  </a:moveTo>
                  <a:cubicBezTo>
                    <a:pt x="324493" y="306452"/>
                    <a:pt x="316489" y="239240"/>
                    <a:pt x="295688" y="208832"/>
                  </a:cubicBezTo>
                  <a:cubicBezTo>
                    <a:pt x="274886" y="178431"/>
                    <a:pt x="250880" y="188031"/>
                    <a:pt x="255680" y="164025"/>
                  </a:cubicBezTo>
                  <a:cubicBezTo>
                    <a:pt x="260486" y="140025"/>
                    <a:pt x="306889" y="156027"/>
                    <a:pt x="319687" y="192831"/>
                  </a:cubicBezTo>
                  <a:cubicBezTo>
                    <a:pt x="332491" y="229634"/>
                    <a:pt x="324493" y="306452"/>
                    <a:pt x="324493" y="306452"/>
                  </a:cubicBezTo>
                  <a:close/>
                  <a:moveTo>
                    <a:pt x="332491" y="20002"/>
                  </a:moveTo>
                  <a:cubicBezTo>
                    <a:pt x="293122" y="27875"/>
                    <a:pt x="256982" y="32381"/>
                    <a:pt x="256982" y="32381"/>
                  </a:cubicBezTo>
                  <a:cubicBezTo>
                    <a:pt x="256982" y="32381"/>
                    <a:pt x="143010" y="-46665"/>
                    <a:pt x="67632" y="41574"/>
                  </a:cubicBezTo>
                  <a:cubicBezTo>
                    <a:pt x="41967" y="71619"/>
                    <a:pt x="20377" y="111701"/>
                    <a:pt x="8837" y="157936"/>
                  </a:cubicBezTo>
                  <a:cubicBezTo>
                    <a:pt x="41761" y="115976"/>
                    <a:pt x="128391" y="83290"/>
                    <a:pt x="143661" y="101613"/>
                  </a:cubicBezTo>
                  <a:cubicBezTo>
                    <a:pt x="157979" y="118792"/>
                    <a:pt x="35353" y="165427"/>
                    <a:pt x="145" y="218601"/>
                  </a:cubicBezTo>
                  <a:cubicBezTo>
                    <a:pt x="-1013" y="246356"/>
                    <a:pt x="1622" y="275475"/>
                    <a:pt x="8994" y="305344"/>
                  </a:cubicBezTo>
                  <a:cubicBezTo>
                    <a:pt x="30409" y="256231"/>
                    <a:pt x="94817" y="191667"/>
                    <a:pt x="103653" y="215234"/>
                  </a:cubicBezTo>
                  <a:cubicBezTo>
                    <a:pt x="113028" y="240223"/>
                    <a:pt x="15265" y="275381"/>
                    <a:pt x="19463" y="339526"/>
                  </a:cubicBezTo>
                  <a:cubicBezTo>
                    <a:pt x="24770" y="354019"/>
                    <a:pt x="31279" y="368619"/>
                    <a:pt x="39032" y="383276"/>
                  </a:cubicBezTo>
                  <a:cubicBezTo>
                    <a:pt x="36667" y="373776"/>
                    <a:pt x="35528" y="364783"/>
                    <a:pt x="36980" y="358193"/>
                  </a:cubicBezTo>
                  <a:cubicBezTo>
                    <a:pt x="44183" y="325389"/>
                    <a:pt x="90054" y="288848"/>
                    <a:pt x="96456" y="311252"/>
                  </a:cubicBezTo>
                  <a:cubicBezTo>
                    <a:pt x="100024" y="323749"/>
                    <a:pt x="70323" y="337623"/>
                    <a:pt x="60447" y="370459"/>
                  </a:cubicBezTo>
                  <a:cubicBezTo>
                    <a:pt x="56417" y="383864"/>
                    <a:pt x="56123" y="400416"/>
                    <a:pt x="56780" y="413352"/>
                  </a:cubicBezTo>
                  <a:cubicBezTo>
                    <a:pt x="68689" y="431638"/>
                    <a:pt x="82570" y="449930"/>
                    <a:pt x="98885" y="468078"/>
                  </a:cubicBezTo>
                  <a:cubicBezTo>
                    <a:pt x="98885" y="468078"/>
                    <a:pt x="120944" y="427633"/>
                    <a:pt x="199996" y="403733"/>
                  </a:cubicBezTo>
                  <a:cubicBezTo>
                    <a:pt x="207286" y="401531"/>
                    <a:pt x="214690" y="398670"/>
                    <a:pt x="222149" y="395235"/>
                  </a:cubicBezTo>
                  <a:cubicBezTo>
                    <a:pt x="221473" y="374633"/>
                    <a:pt x="219802" y="344689"/>
                    <a:pt x="215672" y="324056"/>
                  </a:cubicBezTo>
                  <a:cubicBezTo>
                    <a:pt x="207674" y="284048"/>
                    <a:pt x="172467" y="272846"/>
                    <a:pt x="193268" y="261644"/>
                  </a:cubicBezTo>
                  <a:cubicBezTo>
                    <a:pt x="222230" y="246049"/>
                    <a:pt x="255173" y="281739"/>
                    <a:pt x="243702" y="383795"/>
                  </a:cubicBezTo>
                  <a:cubicBezTo>
                    <a:pt x="292152" y="354827"/>
                    <a:pt x="340533" y="304205"/>
                    <a:pt x="372874" y="249022"/>
                  </a:cubicBezTo>
                  <a:cubicBezTo>
                    <a:pt x="375246" y="238965"/>
                    <a:pt x="380059" y="214064"/>
                    <a:pt x="375703" y="192030"/>
                  </a:cubicBezTo>
                  <a:cubicBezTo>
                    <a:pt x="360496" y="115218"/>
                    <a:pt x="327691" y="100017"/>
                    <a:pt x="327691" y="100017"/>
                  </a:cubicBezTo>
                  <a:cubicBezTo>
                    <a:pt x="370008" y="77708"/>
                    <a:pt x="390121" y="124943"/>
                    <a:pt x="397293" y="198313"/>
                  </a:cubicBezTo>
                  <a:cubicBezTo>
                    <a:pt x="398920" y="193989"/>
                    <a:pt x="400466" y="189671"/>
                    <a:pt x="401837" y="185365"/>
                  </a:cubicBezTo>
                  <a:cubicBezTo>
                    <a:pt x="437814" y="72438"/>
                    <a:pt x="400823" y="6341"/>
                    <a:pt x="332491" y="20002"/>
                  </a:cubicBezTo>
                  <a:close/>
                </a:path>
              </a:pathLst>
            </a:custGeom>
            <a:solidFill>
              <a:schemeClr val="accent1"/>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24" name="Freeform: Shape 23">
              <a:extLst>
                <a:ext uri="{FF2B5EF4-FFF2-40B4-BE49-F238E27FC236}">
                  <a16:creationId xmlns:a16="http://schemas.microsoft.com/office/drawing/2014/main" id="{B80247B1-F8A3-1691-1DF2-F5ABC4645D5D}"/>
                </a:ext>
              </a:extLst>
            </p:cNvPr>
            <p:cNvSpPr/>
            <p:nvPr/>
          </p:nvSpPr>
          <p:spPr>
            <a:xfrm rot="10800000" flipV="1">
              <a:off x="8899498" y="5318113"/>
              <a:ext cx="287591" cy="291553"/>
            </a:xfrm>
            <a:custGeom>
              <a:avLst/>
              <a:gdLst>
                <a:gd name="connsiteX0" fmla="*/ 228801 w 551945"/>
                <a:gd name="connsiteY0" fmla="*/ 463079 h 559549"/>
                <a:gd name="connsiteX1" fmla="*/ 227968 w 551945"/>
                <a:gd name="connsiteY1" fmla="*/ 421576 h 559549"/>
                <a:gd name="connsiteX2" fmla="*/ 198918 w 551945"/>
                <a:gd name="connsiteY2" fmla="*/ 448974 h 559549"/>
                <a:gd name="connsiteX3" fmla="*/ 185170 w 551945"/>
                <a:gd name="connsiteY3" fmla="*/ 510597 h 559549"/>
                <a:gd name="connsiteX4" fmla="*/ 125061 w 551945"/>
                <a:gd name="connsiteY4" fmla="*/ 457841 h 559549"/>
                <a:gd name="connsiteX5" fmla="*/ 195596 w 551945"/>
                <a:gd name="connsiteY5" fmla="*/ 368451 h 559549"/>
                <a:gd name="connsiteX6" fmla="*/ 193105 w 551945"/>
                <a:gd name="connsiteY6" fmla="*/ 351022 h 559549"/>
                <a:gd name="connsiteX7" fmla="*/ 91574 w 551945"/>
                <a:gd name="connsiteY7" fmla="*/ 422058 h 559549"/>
                <a:gd name="connsiteX8" fmla="*/ 54964 w 551945"/>
                <a:gd name="connsiteY8" fmla="*/ 373764 h 559549"/>
                <a:gd name="connsiteX9" fmla="*/ 113421 w 551945"/>
                <a:gd name="connsiteY9" fmla="*/ 353513 h 559549"/>
                <a:gd name="connsiteX10" fmla="*/ 210539 w 551945"/>
                <a:gd name="connsiteY10" fmla="*/ 271333 h 559549"/>
                <a:gd name="connsiteX11" fmla="*/ 103458 w 551945"/>
                <a:gd name="connsiteY11" fmla="*/ 331097 h 559549"/>
                <a:gd name="connsiteX12" fmla="*/ 44432 w 551945"/>
                <a:gd name="connsiteY12" fmla="*/ 356836 h 559549"/>
                <a:gd name="connsiteX13" fmla="*/ 11283 w 551945"/>
                <a:gd name="connsiteY13" fmla="*/ 280125 h 559549"/>
                <a:gd name="connsiteX14" fmla="*/ 180657 w 551945"/>
                <a:gd name="connsiteY14" fmla="*/ 196624 h 559549"/>
                <a:gd name="connsiteX15" fmla="*/ 73576 w 551945"/>
                <a:gd name="connsiteY15" fmla="*/ 211568 h 559549"/>
                <a:gd name="connsiteX16" fmla="*/ 5676 w 551945"/>
                <a:gd name="connsiteY16" fmla="*/ 254968 h 559549"/>
                <a:gd name="connsiteX17" fmla="*/ 119 w 551945"/>
                <a:gd name="connsiteY17" fmla="*/ 181461 h 559549"/>
                <a:gd name="connsiteX18" fmla="*/ 144129 w 551945"/>
                <a:gd name="connsiteY18" fmla="*/ 134369 h 559549"/>
                <a:gd name="connsiteX19" fmla="*/ 185639 w 551945"/>
                <a:gd name="connsiteY19" fmla="*/ 111959 h 559549"/>
                <a:gd name="connsiteX20" fmla="*/ 6277 w 551945"/>
                <a:gd name="connsiteY20" fmla="*/ 135620 h 559549"/>
                <a:gd name="connsiteX21" fmla="*/ 137489 w 551945"/>
                <a:gd name="connsiteY21" fmla="*/ 14840 h 559549"/>
                <a:gd name="connsiteX22" fmla="*/ 276944 w 551945"/>
                <a:gd name="connsiteY22" fmla="*/ 49704 h 559549"/>
                <a:gd name="connsiteX23" fmla="*/ 461212 w 551945"/>
                <a:gd name="connsiteY23" fmla="*/ 14840 h 559549"/>
                <a:gd name="connsiteX24" fmla="*/ 495944 w 551945"/>
                <a:gd name="connsiteY24" fmla="*/ 43308 h 559549"/>
                <a:gd name="connsiteX25" fmla="*/ 470349 w 551945"/>
                <a:gd name="connsiteY25" fmla="*/ 38502 h 559549"/>
                <a:gd name="connsiteX26" fmla="*/ 411210 w 551945"/>
                <a:gd name="connsiteY26" fmla="*/ 67283 h 559549"/>
                <a:gd name="connsiteX27" fmla="*/ 508335 w 551945"/>
                <a:gd name="connsiteY27" fmla="*/ 58227 h 559549"/>
                <a:gd name="connsiteX28" fmla="*/ 549013 w 551945"/>
                <a:gd name="connsiteY28" fmla="*/ 153625 h 559549"/>
                <a:gd name="connsiteX29" fmla="*/ 544256 w 551945"/>
                <a:gd name="connsiteY29" fmla="*/ 158450 h 559549"/>
                <a:gd name="connsiteX30" fmla="*/ 449572 w 551945"/>
                <a:gd name="connsiteY30" fmla="*/ 154295 h 559549"/>
                <a:gd name="connsiteX31" fmla="*/ 525545 w 551945"/>
                <a:gd name="connsiteY31" fmla="*/ 186661 h 559549"/>
                <a:gd name="connsiteX32" fmla="*/ 551828 w 551945"/>
                <a:gd name="connsiteY32" fmla="*/ 234504 h 559549"/>
                <a:gd name="connsiteX33" fmla="*/ 551516 w 551945"/>
                <a:gd name="connsiteY33" fmla="*/ 237208 h 559549"/>
                <a:gd name="connsiteX34" fmla="*/ 502327 w 551945"/>
                <a:gd name="connsiteY34" fmla="*/ 244354 h 559549"/>
                <a:gd name="connsiteX35" fmla="*/ 445880 w 551945"/>
                <a:gd name="connsiteY35" fmla="*/ 215304 h 559549"/>
                <a:gd name="connsiteX36" fmla="*/ 359957 w 551945"/>
                <a:gd name="connsiteY36" fmla="*/ 192900 h 559549"/>
                <a:gd name="connsiteX37" fmla="*/ 460899 w 551945"/>
                <a:gd name="connsiteY37" fmla="*/ 244886 h 559549"/>
                <a:gd name="connsiteX38" fmla="*/ 525795 w 551945"/>
                <a:gd name="connsiteY38" fmla="*/ 318912 h 559549"/>
                <a:gd name="connsiteX39" fmla="*/ 508773 w 551945"/>
                <a:gd name="connsiteY39" fmla="*/ 350716 h 559549"/>
                <a:gd name="connsiteX40" fmla="*/ 444628 w 551945"/>
                <a:gd name="connsiteY40" fmla="*/ 287103 h 559549"/>
                <a:gd name="connsiteX41" fmla="*/ 367028 w 551945"/>
                <a:gd name="connsiteY41" fmla="*/ 261370 h 559549"/>
                <a:gd name="connsiteX42" fmla="*/ 445442 w 551945"/>
                <a:gd name="connsiteY42" fmla="*/ 309932 h 559549"/>
                <a:gd name="connsiteX43" fmla="*/ 499574 w 551945"/>
                <a:gd name="connsiteY43" fmla="*/ 365723 h 559549"/>
                <a:gd name="connsiteX44" fmla="*/ 463778 w 551945"/>
                <a:gd name="connsiteY44" fmla="*/ 415699 h 559549"/>
                <a:gd name="connsiteX45" fmla="*/ 380734 w 551945"/>
                <a:gd name="connsiteY45" fmla="*/ 345209 h 559549"/>
                <a:gd name="connsiteX46" fmla="*/ 329668 w 551945"/>
                <a:gd name="connsiteY46" fmla="*/ 331510 h 559549"/>
                <a:gd name="connsiteX47" fmla="*/ 420535 w 551945"/>
                <a:gd name="connsiteY47" fmla="*/ 412445 h 559549"/>
                <a:gd name="connsiteX48" fmla="*/ 442000 w 551945"/>
                <a:gd name="connsiteY48" fmla="*/ 441095 h 559549"/>
                <a:gd name="connsiteX49" fmla="*/ 386741 w 551945"/>
                <a:gd name="connsiteY49" fmla="*/ 493005 h 559549"/>
                <a:gd name="connsiteX50" fmla="*/ 350006 w 551945"/>
                <a:gd name="connsiteY50" fmla="*/ 439424 h 559549"/>
                <a:gd name="connsiteX51" fmla="*/ 321345 w 551945"/>
                <a:gd name="connsiteY51" fmla="*/ 433197 h 559549"/>
                <a:gd name="connsiteX52" fmla="*/ 356452 w 551945"/>
                <a:gd name="connsiteY52" fmla="*/ 515033 h 559549"/>
                <a:gd name="connsiteX53" fmla="*/ 255360 w 551945"/>
                <a:gd name="connsiteY53" fmla="*/ 559372 h 559549"/>
                <a:gd name="connsiteX54" fmla="*/ 193442 w 551945"/>
                <a:gd name="connsiteY54" fmla="*/ 516992 h 559549"/>
                <a:gd name="connsiteX55" fmla="*/ 228801 w 551945"/>
                <a:gd name="connsiteY55" fmla="*/ 463079 h 559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551945" h="559549">
                  <a:moveTo>
                    <a:pt x="228801" y="463079"/>
                  </a:moveTo>
                  <a:cubicBezTo>
                    <a:pt x="236460" y="443091"/>
                    <a:pt x="236373" y="423441"/>
                    <a:pt x="227968" y="421576"/>
                  </a:cubicBezTo>
                  <a:cubicBezTo>
                    <a:pt x="219151" y="419617"/>
                    <a:pt x="206372" y="428785"/>
                    <a:pt x="198918" y="448974"/>
                  </a:cubicBezTo>
                  <a:cubicBezTo>
                    <a:pt x="191803" y="468217"/>
                    <a:pt x="187454" y="493856"/>
                    <a:pt x="185170" y="510597"/>
                  </a:cubicBezTo>
                  <a:cubicBezTo>
                    <a:pt x="166470" y="495909"/>
                    <a:pt x="145700" y="478180"/>
                    <a:pt x="125061" y="457841"/>
                  </a:cubicBezTo>
                  <a:cubicBezTo>
                    <a:pt x="148704" y="433566"/>
                    <a:pt x="177704" y="384359"/>
                    <a:pt x="195596" y="368451"/>
                  </a:cubicBezTo>
                  <a:cubicBezTo>
                    <a:pt x="218006" y="348532"/>
                    <a:pt x="193105" y="351022"/>
                    <a:pt x="193105" y="351022"/>
                  </a:cubicBezTo>
                  <a:cubicBezTo>
                    <a:pt x="161764" y="361467"/>
                    <a:pt x="110279" y="400831"/>
                    <a:pt x="91574" y="422058"/>
                  </a:cubicBezTo>
                  <a:cubicBezTo>
                    <a:pt x="78595" y="406951"/>
                    <a:pt x="66185" y="390824"/>
                    <a:pt x="54964" y="373764"/>
                  </a:cubicBezTo>
                  <a:cubicBezTo>
                    <a:pt x="70165" y="367312"/>
                    <a:pt x="84659" y="364296"/>
                    <a:pt x="113421" y="353513"/>
                  </a:cubicBezTo>
                  <a:cubicBezTo>
                    <a:pt x="153260" y="338569"/>
                    <a:pt x="208049" y="293743"/>
                    <a:pt x="210539" y="271333"/>
                  </a:cubicBezTo>
                  <a:cubicBezTo>
                    <a:pt x="213030" y="248922"/>
                    <a:pt x="138322" y="313668"/>
                    <a:pt x="103458" y="331097"/>
                  </a:cubicBezTo>
                  <a:cubicBezTo>
                    <a:pt x="80579" y="342537"/>
                    <a:pt x="58832" y="351799"/>
                    <a:pt x="44432" y="356836"/>
                  </a:cubicBezTo>
                  <a:cubicBezTo>
                    <a:pt x="30283" y="332806"/>
                    <a:pt x="18724" y="307135"/>
                    <a:pt x="11283" y="280125"/>
                  </a:cubicBezTo>
                  <a:cubicBezTo>
                    <a:pt x="48300" y="281277"/>
                    <a:pt x="171921" y="229385"/>
                    <a:pt x="180657" y="196624"/>
                  </a:cubicBezTo>
                  <a:cubicBezTo>
                    <a:pt x="180657" y="196624"/>
                    <a:pt x="120887" y="189152"/>
                    <a:pt x="73576" y="211568"/>
                  </a:cubicBezTo>
                  <a:cubicBezTo>
                    <a:pt x="42536" y="226268"/>
                    <a:pt x="16859" y="240968"/>
                    <a:pt x="5676" y="254968"/>
                  </a:cubicBezTo>
                  <a:cubicBezTo>
                    <a:pt x="895" y="228089"/>
                    <a:pt x="-789" y="203608"/>
                    <a:pt x="119" y="181461"/>
                  </a:cubicBezTo>
                  <a:cubicBezTo>
                    <a:pt x="15151" y="169833"/>
                    <a:pt x="42248" y="125883"/>
                    <a:pt x="144129" y="134369"/>
                  </a:cubicBezTo>
                  <a:cubicBezTo>
                    <a:pt x="212286" y="140051"/>
                    <a:pt x="185639" y="111959"/>
                    <a:pt x="185639" y="111959"/>
                  </a:cubicBezTo>
                  <a:cubicBezTo>
                    <a:pt x="185639" y="111959"/>
                    <a:pt x="79408" y="60981"/>
                    <a:pt x="6277" y="135620"/>
                  </a:cubicBezTo>
                  <a:cubicBezTo>
                    <a:pt x="24657" y="59222"/>
                    <a:pt x="79853" y="20604"/>
                    <a:pt x="137489" y="14840"/>
                  </a:cubicBezTo>
                  <a:cubicBezTo>
                    <a:pt x="220496" y="6536"/>
                    <a:pt x="276944" y="49704"/>
                    <a:pt x="276944" y="49704"/>
                  </a:cubicBezTo>
                  <a:cubicBezTo>
                    <a:pt x="276944" y="49704"/>
                    <a:pt x="381547" y="-33303"/>
                    <a:pt x="461212" y="14840"/>
                  </a:cubicBezTo>
                  <a:cubicBezTo>
                    <a:pt x="474104" y="22631"/>
                    <a:pt x="485681" y="32269"/>
                    <a:pt x="495944" y="43308"/>
                  </a:cubicBezTo>
                  <a:cubicBezTo>
                    <a:pt x="490750" y="42075"/>
                    <a:pt x="480424" y="39128"/>
                    <a:pt x="470349" y="38502"/>
                  </a:cubicBezTo>
                  <a:cubicBezTo>
                    <a:pt x="445191" y="36925"/>
                    <a:pt x="420097" y="38083"/>
                    <a:pt x="411210" y="67283"/>
                  </a:cubicBezTo>
                  <a:cubicBezTo>
                    <a:pt x="401322" y="99843"/>
                    <a:pt x="471726" y="73710"/>
                    <a:pt x="508335" y="58227"/>
                  </a:cubicBezTo>
                  <a:cubicBezTo>
                    <a:pt x="528674" y="85356"/>
                    <a:pt x="542316" y="118642"/>
                    <a:pt x="549013" y="153625"/>
                  </a:cubicBezTo>
                  <a:cubicBezTo>
                    <a:pt x="548199" y="156453"/>
                    <a:pt x="546760" y="158506"/>
                    <a:pt x="544256" y="158450"/>
                  </a:cubicBezTo>
                  <a:cubicBezTo>
                    <a:pt x="521414" y="157862"/>
                    <a:pt x="475856" y="150790"/>
                    <a:pt x="449572" y="154295"/>
                  </a:cubicBezTo>
                  <a:cubicBezTo>
                    <a:pt x="449572" y="154295"/>
                    <a:pt x="493253" y="163682"/>
                    <a:pt x="525545" y="186661"/>
                  </a:cubicBezTo>
                  <a:cubicBezTo>
                    <a:pt x="535558" y="193783"/>
                    <a:pt x="544945" y="218728"/>
                    <a:pt x="551828" y="234504"/>
                  </a:cubicBezTo>
                  <a:cubicBezTo>
                    <a:pt x="551703" y="235405"/>
                    <a:pt x="551641" y="236313"/>
                    <a:pt x="551516" y="237208"/>
                  </a:cubicBezTo>
                  <a:cubicBezTo>
                    <a:pt x="537435" y="241269"/>
                    <a:pt x="515970" y="248609"/>
                    <a:pt x="502327" y="244354"/>
                  </a:cubicBezTo>
                  <a:cubicBezTo>
                    <a:pt x="485806" y="239216"/>
                    <a:pt x="468284" y="225887"/>
                    <a:pt x="445880" y="215304"/>
                  </a:cubicBezTo>
                  <a:cubicBezTo>
                    <a:pt x="401010" y="194140"/>
                    <a:pt x="359957" y="192900"/>
                    <a:pt x="359957" y="192900"/>
                  </a:cubicBezTo>
                  <a:cubicBezTo>
                    <a:pt x="353761" y="206005"/>
                    <a:pt x="405641" y="221318"/>
                    <a:pt x="460899" y="244886"/>
                  </a:cubicBezTo>
                  <a:cubicBezTo>
                    <a:pt x="493879" y="258923"/>
                    <a:pt x="525983" y="309219"/>
                    <a:pt x="525795" y="318912"/>
                  </a:cubicBezTo>
                  <a:cubicBezTo>
                    <a:pt x="525545" y="328606"/>
                    <a:pt x="515094" y="339865"/>
                    <a:pt x="508773" y="350716"/>
                  </a:cubicBezTo>
                  <a:cubicBezTo>
                    <a:pt x="494567" y="332167"/>
                    <a:pt x="468472" y="300720"/>
                    <a:pt x="444628" y="287103"/>
                  </a:cubicBezTo>
                  <a:cubicBezTo>
                    <a:pt x="409771" y="267184"/>
                    <a:pt x="360019" y="253866"/>
                    <a:pt x="367028" y="261370"/>
                  </a:cubicBezTo>
                  <a:cubicBezTo>
                    <a:pt x="369907" y="264486"/>
                    <a:pt x="420535" y="288761"/>
                    <a:pt x="445442" y="309932"/>
                  </a:cubicBezTo>
                  <a:cubicBezTo>
                    <a:pt x="461275" y="323387"/>
                    <a:pt x="484617" y="348901"/>
                    <a:pt x="499574" y="365723"/>
                  </a:cubicBezTo>
                  <a:cubicBezTo>
                    <a:pt x="489060" y="382325"/>
                    <a:pt x="477108" y="399172"/>
                    <a:pt x="463778" y="415699"/>
                  </a:cubicBezTo>
                  <a:cubicBezTo>
                    <a:pt x="447131" y="399028"/>
                    <a:pt x="410459" y="363802"/>
                    <a:pt x="380734" y="345209"/>
                  </a:cubicBezTo>
                  <a:cubicBezTo>
                    <a:pt x="340870" y="320308"/>
                    <a:pt x="329668" y="314081"/>
                    <a:pt x="329668" y="331510"/>
                  </a:cubicBezTo>
                  <a:cubicBezTo>
                    <a:pt x="329668" y="348945"/>
                    <a:pt x="384426" y="372600"/>
                    <a:pt x="420535" y="412445"/>
                  </a:cubicBezTo>
                  <a:cubicBezTo>
                    <a:pt x="429421" y="422258"/>
                    <a:pt x="436242" y="432446"/>
                    <a:pt x="442000" y="441095"/>
                  </a:cubicBezTo>
                  <a:cubicBezTo>
                    <a:pt x="425103" y="459556"/>
                    <a:pt x="406642" y="477147"/>
                    <a:pt x="386741" y="493005"/>
                  </a:cubicBezTo>
                  <a:cubicBezTo>
                    <a:pt x="377041" y="477204"/>
                    <a:pt x="362898" y="455219"/>
                    <a:pt x="350006" y="439424"/>
                  </a:cubicBezTo>
                  <a:cubicBezTo>
                    <a:pt x="327603" y="412032"/>
                    <a:pt x="306388" y="408296"/>
                    <a:pt x="321345" y="433197"/>
                  </a:cubicBezTo>
                  <a:cubicBezTo>
                    <a:pt x="333923" y="454174"/>
                    <a:pt x="353511" y="480483"/>
                    <a:pt x="356452" y="515033"/>
                  </a:cubicBezTo>
                  <a:cubicBezTo>
                    <a:pt x="325225" y="535529"/>
                    <a:pt x="291281" y="551299"/>
                    <a:pt x="255360" y="559372"/>
                  </a:cubicBezTo>
                  <a:cubicBezTo>
                    <a:pt x="255360" y="559372"/>
                    <a:pt x="229070" y="544196"/>
                    <a:pt x="193442" y="516992"/>
                  </a:cubicBezTo>
                  <a:cubicBezTo>
                    <a:pt x="204200" y="504964"/>
                    <a:pt x="220615" y="484438"/>
                    <a:pt x="228801" y="463079"/>
                  </a:cubicBezTo>
                  <a:close/>
                </a:path>
              </a:pathLst>
            </a:custGeom>
            <a:solidFill>
              <a:schemeClr val="accent1"/>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25" name="Freeform: Shape 24">
              <a:extLst>
                <a:ext uri="{FF2B5EF4-FFF2-40B4-BE49-F238E27FC236}">
                  <a16:creationId xmlns:a16="http://schemas.microsoft.com/office/drawing/2014/main" id="{2B8FD80F-D7D0-2E3F-6D69-353ED01A5A2C}"/>
                </a:ext>
              </a:extLst>
            </p:cNvPr>
            <p:cNvSpPr/>
            <p:nvPr/>
          </p:nvSpPr>
          <p:spPr>
            <a:xfrm rot="10800000" flipV="1">
              <a:off x="8831436" y="5615770"/>
              <a:ext cx="228311" cy="226656"/>
            </a:xfrm>
            <a:custGeom>
              <a:avLst/>
              <a:gdLst>
                <a:gd name="connsiteX0" fmla="*/ 45246 w 438175"/>
                <a:gd name="connsiteY0" fmla="*/ 277480 h 434999"/>
                <a:gd name="connsiteX1" fmla="*/ 58544 w 438175"/>
                <a:gd name="connsiteY1" fmla="*/ 229092 h 434999"/>
                <a:gd name="connsiteX2" fmla="*/ 48857 w 438175"/>
                <a:gd name="connsiteY2" fmla="*/ 260070 h 434999"/>
                <a:gd name="connsiteX3" fmla="*/ 45246 w 438175"/>
                <a:gd name="connsiteY3" fmla="*/ 277480 h 434999"/>
                <a:gd name="connsiteX4" fmla="*/ 19832 w 438175"/>
                <a:gd name="connsiteY4" fmla="*/ 346594 h 434999"/>
                <a:gd name="connsiteX5" fmla="*/ 69189 w 438175"/>
                <a:gd name="connsiteY5" fmla="*/ 419062 h 434999"/>
                <a:gd name="connsiteX6" fmla="*/ 198981 w 438175"/>
                <a:gd name="connsiteY6" fmla="*/ 423937 h 434999"/>
                <a:gd name="connsiteX7" fmla="*/ 105986 w 438175"/>
                <a:gd name="connsiteY7" fmla="*/ 331668 h 434999"/>
                <a:gd name="connsiteX8" fmla="*/ 147102 w 438175"/>
                <a:gd name="connsiteY8" fmla="*/ 372884 h 434999"/>
                <a:gd name="connsiteX9" fmla="*/ 209745 w 438175"/>
                <a:gd name="connsiteY9" fmla="*/ 411777 h 434999"/>
                <a:gd name="connsiteX10" fmla="*/ 247981 w 438175"/>
                <a:gd name="connsiteY10" fmla="*/ 399587 h 434999"/>
                <a:gd name="connsiteX11" fmla="*/ 291537 w 438175"/>
                <a:gd name="connsiteY11" fmla="*/ 356275 h 434999"/>
                <a:gd name="connsiteX12" fmla="*/ 217630 w 438175"/>
                <a:gd name="connsiteY12" fmla="*/ 345861 h 434999"/>
                <a:gd name="connsiteX13" fmla="*/ 149292 w 438175"/>
                <a:gd name="connsiteY13" fmla="*/ 298400 h 434999"/>
                <a:gd name="connsiteX14" fmla="*/ 211810 w 438175"/>
                <a:gd name="connsiteY14" fmla="*/ 326837 h 434999"/>
                <a:gd name="connsiteX15" fmla="*/ 298484 w 438175"/>
                <a:gd name="connsiteY15" fmla="*/ 336380 h 434999"/>
                <a:gd name="connsiteX16" fmla="*/ 340225 w 438175"/>
                <a:gd name="connsiteY16" fmla="*/ 285884 h 434999"/>
                <a:gd name="connsiteX17" fmla="*/ 194600 w 438175"/>
                <a:gd name="connsiteY17" fmla="*/ 253686 h 434999"/>
                <a:gd name="connsiteX18" fmla="*/ 305493 w 438175"/>
                <a:gd name="connsiteY18" fmla="*/ 269764 h 434999"/>
                <a:gd name="connsiteX19" fmla="*/ 353242 w 438175"/>
                <a:gd name="connsiteY19" fmla="*/ 250132 h 434999"/>
                <a:gd name="connsiteX20" fmla="*/ 387849 w 438175"/>
                <a:gd name="connsiteY20" fmla="*/ 196582 h 434999"/>
                <a:gd name="connsiteX21" fmla="*/ 263626 w 438175"/>
                <a:gd name="connsiteY21" fmla="*/ 200193 h 434999"/>
                <a:gd name="connsiteX22" fmla="*/ 245979 w 438175"/>
                <a:gd name="connsiteY22" fmla="*/ 174622 h 434999"/>
                <a:gd name="connsiteX23" fmla="*/ 354807 w 438175"/>
                <a:gd name="connsiteY23" fmla="*/ 182845 h 434999"/>
                <a:gd name="connsiteX24" fmla="*/ 393043 w 438175"/>
                <a:gd name="connsiteY24" fmla="*/ 170655 h 434999"/>
                <a:gd name="connsiteX25" fmla="*/ 432281 w 438175"/>
                <a:gd name="connsiteY25" fmla="*/ 107054 h 434999"/>
                <a:gd name="connsiteX26" fmla="*/ 299047 w 438175"/>
                <a:gd name="connsiteY26" fmla="*/ 108531 h 434999"/>
                <a:gd name="connsiteX27" fmla="*/ 398425 w 438175"/>
                <a:gd name="connsiteY27" fmla="*/ 83987 h 434999"/>
                <a:gd name="connsiteX28" fmla="*/ 434096 w 438175"/>
                <a:gd name="connsiteY28" fmla="*/ 54048 h 434999"/>
                <a:gd name="connsiteX29" fmla="*/ 435097 w 438175"/>
                <a:gd name="connsiteY29" fmla="*/ 7526 h 434999"/>
                <a:gd name="connsiteX30" fmla="*/ 341226 w 438175"/>
                <a:gd name="connsiteY30" fmla="*/ 52040 h 434999"/>
                <a:gd name="connsiteX31" fmla="*/ 390040 w 438175"/>
                <a:gd name="connsiteY31" fmla="*/ -177 h 434999"/>
                <a:gd name="connsiteX32" fmla="*/ 312126 w 438175"/>
                <a:gd name="connsiteY32" fmla="*/ 18340 h 434999"/>
                <a:gd name="connsiteX33" fmla="*/ 296106 w 438175"/>
                <a:gd name="connsiteY33" fmla="*/ 43372 h 434999"/>
                <a:gd name="connsiteX34" fmla="*/ 286594 w 438175"/>
                <a:gd name="connsiteY34" fmla="*/ 61421 h 434999"/>
                <a:gd name="connsiteX35" fmla="*/ 305868 w 438175"/>
                <a:gd name="connsiteY35" fmla="*/ 21125 h 434999"/>
                <a:gd name="connsiteX36" fmla="*/ 296293 w 438175"/>
                <a:gd name="connsiteY36" fmla="*/ 25687 h 434999"/>
                <a:gd name="connsiteX37" fmla="*/ 249233 w 438175"/>
                <a:gd name="connsiteY37" fmla="*/ 55175 h 434999"/>
                <a:gd name="connsiteX38" fmla="*/ 224702 w 438175"/>
                <a:gd name="connsiteY38" fmla="*/ 93818 h 434999"/>
                <a:gd name="connsiteX39" fmla="*/ 208368 w 438175"/>
                <a:gd name="connsiteY39" fmla="*/ 123651 h 434999"/>
                <a:gd name="connsiteX40" fmla="*/ 228144 w 438175"/>
                <a:gd name="connsiteY40" fmla="*/ 70557 h 434999"/>
                <a:gd name="connsiteX41" fmla="*/ 175075 w 438175"/>
                <a:gd name="connsiteY41" fmla="*/ 114407 h 434999"/>
                <a:gd name="connsiteX42" fmla="*/ 158491 w 438175"/>
                <a:gd name="connsiteY42" fmla="*/ 148457 h 434999"/>
                <a:gd name="connsiteX43" fmla="*/ 148479 w 438175"/>
                <a:gd name="connsiteY43" fmla="*/ 171781 h 434999"/>
                <a:gd name="connsiteX44" fmla="*/ 151983 w 438175"/>
                <a:gd name="connsiteY44" fmla="*/ 134953 h 434999"/>
                <a:gd name="connsiteX45" fmla="*/ 116124 w 438175"/>
                <a:gd name="connsiteY45" fmla="*/ 168515 h 434999"/>
                <a:gd name="connsiteX46" fmla="*/ 102920 w 438175"/>
                <a:gd name="connsiteY46" fmla="*/ 206382 h 434999"/>
                <a:gd name="connsiteX47" fmla="*/ 96036 w 438175"/>
                <a:gd name="connsiteY47" fmla="*/ 230807 h 434999"/>
                <a:gd name="connsiteX48" fmla="*/ 100667 w 438175"/>
                <a:gd name="connsiteY48" fmla="*/ 183728 h 434999"/>
                <a:gd name="connsiteX49" fmla="*/ -100 w 438175"/>
                <a:gd name="connsiteY49" fmla="*/ 315573 h 434999"/>
                <a:gd name="connsiteX50" fmla="*/ 10770 w 438175"/>
                <a:gd name="connsiteY50" fmla="*/ 340586 h 434999"/>
                <a:gd name="connsiteX51" fmla="*/ 42667 w 438175"/>
                <a:gd name="connsiteY51" fmla="*/ 314922 h 434999"/>
                <a:gd name="connsiteX52" fmla="*/ 19832 w 438175"/>
                <a:gd name="connsiteY52" fmla="*/ 346594 h 434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38175" h="434999">
                  <a:moveTo>
                    <a:pt x="45246" y="277480"/>
                  </a:moveTo>
                  <a:cubicBezTo>
                    <a:pt x="28261" y="256440"/>
                    <a:pt x="58544" y="229092"/>
                    <a:pt x="58544" y="229092"/>
                  </a:cubicBezTo>
                  <a:cubicBezTo>
                    <a:pt x="56804" y="231395"/>
                    <a:pt x="48831" y="245082"/>
                    <a:pt x="48857" y="260070"/>
                  </a:cubicBezTo>
                  <a:cubicBezTo>
                    <a:pt x="48875" y="268199"/>
                    <a:pt x="48043" y="280940"/>
                    <a:pt x="45246" y="277480"/>
                  </a:cubicBezTo>
                  <a:close/>
                  <a:moveTo>
                    <a:pt x="19832" y="346594"/>
                  </a:moveTo>
                  <a:cubicBezTo>
                    <a:pt x="20313" y="349641"/>
                    <a:pt x="28337" y="396545"/>
                    <a:pt x="69189" y="419062"/>
                  </a:cubicBezTo>
                  <a:cubicBezTo>
                    <a:pt x="101042" y="436609"/>
                    <a:pt x="149104" y="441272"/>
                    <a:pt x="198981" y="423937"/>
                  </a:cubicBezTo>
                  <a:cubicBezTo>
                    <a:pt x="113120" y="393710"/>
                    <a:pt x="99353" y="346437"/>
                    <a:pt x="105986" y="331668"/>
                  </a:cubicBezTo>
                  <a:cubicBezTo>
                    <a:pt x="114998" y="311655"/>
                    <a:pt x="124948" y="336737"/>
                    <a:pt x="147102" y="372884"/>
                  </a:cubicBezTo>
                  <a:cubicBezTo>
                    <a:pt x="164061" y="400544"/>
                    <a:pt x="198418" y="410964"/>
                    <a:pt x="209745" y="411777"/>
                  </a:cubicBezTo>
                  <a:cubicBezTo>
                    <a:pt x="221072" y="412597"/>
                    <a:pt x="237406" y="406571"/>
                    <a:pt x="247981" y="399587"/>
                  </a:cubicBezTo>
                  <a:cubicBezTo>
                    <a:pt x="260497" y="391351"/>
                    <a:pt x="275517" y="376194"/>
                    <a:pt x="291537" y="356275"/>
                  </a:cubicBezTo>
                  <a:cubicBezTo>
                    <a:pt x="274766" y="358816"/>
                    <a:pt x="249922" y="358296"/>
                    <a:pt x="217630" y="345861"/>
                  </a:cubicBezTo>
                  <a:cubicBezTo>
                    <a:pt x="174887" y="329390"/>
                    <a:pt x="127076" y="310822"/>
                    <a:pt x="149292" y="298400"/>
                  </a:cubicBezTo>
                  <a:cubicBezTo>
                    <a:pt x="160619" y="292048"/>
                    <a:pt x="168316" y="305854"/>
                    <a:pt x="211810" y="326837"/>
                  </a:cubicBezTo>
                  <a:cubicBezTo>
                    <a:pt x="248732" y="344660"/>
                    <a:pt x="283715" y="341280"/>
                    <a:pt x="298484" y="336380"/>
                  </a:cubicBezTo>
                  <a:cubicBezTo>
                    <a:pt x="313316" y="331487"/>
                    <a:pt x="327146" y="307337"/>
                    <a:pt x="340225" y="285884"/>
                  </a:cubicBezTo>
                  <a:cubicBezTo>
                    <a:pt x="306494" y="288118"/>
                    <a:pt x="183774" y="272298"/>
                    <a:pt x="194600" y="253686"/>
                  </a:cubicBezTo>
                  <a:cubicBezTo>
                    <a:pt x="206115" y="233836"/>
                    <a:pt x="273076" y="274132"/>
                    <a:pt x="305493" y="269764"/>
                  </a:cubicBezTo>
                  <a:cubicBezTo>
                    <a:pt x="326708" y="266916"/>
                    <a:pt x="342040" y="261278"/>
                    <a:pt x="353242" y="250132"/>
                  </a:cubicBezTo>
                  <a:cubicBezTo>
                    <a:pt x="364381" y="238986"/>
                    <a:pt x="379150" y="215475"/>
                    <a:pt x="387849" y="196582"/>
                  </a:cubicBezTo>
                  <a:cubicBezTo>
                    <a:pt x="366133" y="199066"/>
                    <a:pt x="300424" y="205731"/>
                    <a:pt x="263626" y="200193"/>
                  </a:cubicBezTo>
                  <a:cubicBezTo>
                    <a:pt x="219007" y="193490"/>
                    <a:pt x="232336" y="186619"/>
                    <a:pt x="245979" y="174622"/>
                  </a:cubicBezTo>
                  <a:cubicBezTo>
                    <a:pt x="259559" y="162626"/>
                    <a:pt x="326770" y="178490"/>
                    <a:pt x="354807" y="182845"/>
                  </a:cubicBezTo>
                  <a:cubicBezTo>
                    <a:pt x="374644" y="185943"/>
                    <a:pt x="385846" y="174553"/>
                    <a:pt x="393043" y="170655"/>
                  </a:cubicBezTo>
                  <a:cubicBezTo>
                    <a:pt x="411755" y="155398"/>
                    <a:pt x="426023" y="127374"/>
                    <a:pt x="432281" y="107054"/>
                  </a:cubicBezTo>
                  <a:cubicBezTo>
                    <a:pt x="394858" y="123632"/>
                    <a:pt x="299047" y="108531"/>
                    <a:pt x="299047" y="108531"/>
                  </a:cubicBezTo>
                  <a:cubicBezTo>
                    <a:pt x="299047" y="108531"/>
                    <a:pt x="361065" y="104764"/>
                    <a:pt x="398425" y="83987"/>
                  </a:cubicBezTo>
                  <a:cubicBezTo>
                    <a:pt x="418388" y="72854"/>
                    <a:pt x="427024" y="69087"/>
                    <a:pt x="434096" y="54048"/>
                  </a:cubicBezTo>
                  <a:cubicBezTo>
                    <a:pt x="441230" y="39010"/>
                    <a:pt x="436912" y="21375"/>
                    <a:pt x="435097" y="7526"/>
                  </a:cubicBezTo>
                  <a:cubicBezTo>
                    <a:pt x="435097" y="7526"/>
                    <a:pt x="351427" y="38716"/>
                    <a:pt x="341226" y="52040"/>
                  </a:cubicBezTo>
                  <a:cubicBezTo>
                    <a:pt x="341226" y="52040"/>
                    <a:pt x="367635" y="14936"/>
                    <a:pt x="390040" y="-177"/>
                  </a:cubicBezTo>
                  <a:cubicBezTo>
                    <a:pt x="370139" y="204"/>
                    <a:pt x="343980" y="4622"/>
                    <a:pt x="312126" y="18340"/>
                  </a:cubicBezTo>
                  <a:cubicBezTo>
                    <a:pt x="307433" y="24191"/>
                    <a:pt x="300737" y="33798"/>
                    <a:pt x="296106" y="43372"/>
                  </a:cubicBezTo>
                  <a:cubicBezTo>
                    <a:pt x="291099" y="53842"/>
                    <a:pt x="290599" y="66333"/>
                    <a:pt x="286594" y="61421"/>
                  </a:cubicBezTo>
                  <a:cubicBezTo>
                    <a:pt x="276143" y="48610"/>
                    <a:pt x="293477" y="31150"/>
                    <a:pt x="305868" y="21125"/>
                  </a:cubicBezTo>
                  <a:cubicBezTo>
                    <a:pt x="302739" y="22558"/>
                    <a:pt x="299548" y="24066"/>
                    <a:pt x="296293" y="25687"/>
                  </a:cubicBezTo>
                  <a:cubicBezTo>
                    <a:pt x="282902" y="32389"/>
                    <a:pt x="266818" y="42571"/>
                    <a:pt x="249233" y="55175"/>
                  </a:cubicBezTo>
                  <a:cubicBezTo>
                    <a:pt x="243476" y="62246"/>
                    <a:pt x="233087" y="80802"/>
                    <a:pt x="224702" y="93818"/>
                  </a:cubicBezTo>
                  <a:cubicBezTo>
                    <a:pt x="216691" y="106334"/>
                    <a:pt x="211247" y="129283"/>
                    <a:pt x="208368" y="123651"/>
                  </a:cubicBezTo>
                  <a:cubicBezTo>
                    <a:pt x="199106" y="105790"/>
                    <a:pt x="228895" y="72685"/>
                    <a:pt x="228144" y="70557"/>
                  </a:cubicBezTo>
                  <a:cubicBezTo>
                    <a:pt x="227330" y="68430"/>
                    <a:pt x="194725" y="97348"/>
                    <a:pt x="175075" y="114407"/>
                  </a:cubicBezTo>
                  <a:cubicBezTo>
                    <a:pt x="169380" y="121692"/>
                    <a:pt x="161433" y="134114"/>
                    <a:pt x="158491" y="148457"/>
                  </a:cubicBezTo>
                  <a:cubicBezTo>
                    <a:pt x="156238" y="159834"/>
                    <a:pt x="151420" y="177413"/>
                    <a:pt x="148479" y="171781"/>
                  </a:cubicBezTo>
                  <a:cubicBezTo>
                    <a:pt x="141532" y="158270"/>
                    <a:pt x="145099" y="145491"/>
                    <a:pt x="151983" y="134953"/>
                  </a:cubicBezTo>
                  <a:cubicBezTo>
                    <a:pt x="139842" y="145960"/>
                    <a:pt x="127827" y="157225"/>
                    <a:pt x="116124" y="168515"/>
                  </a:cubicBezTo>
                  <a:cubicBezTo>
                    <a:pt x="111368" y="176130"/>
                    <a:pt x="104046" y="190518"/>
                    <a:pt x="102920" y="206382"/>
                  </a:cubicBezTo>
                  <a:cubicBezTo>
                    <a:pt x="102169" y="217959"/>
                    <a:pt x="99666" y="236007"/>
                    <a:pt x="96036" y="230807"/>
                  </a:cubicBezTo>
                  <a:cubicBezTo>
                    <a:pt x="84584" y="214380"/>
                    <a:pt x="91467" y="196832"/>
                    <a:pt x="100667" y="183728"/>
                  </a:cubicBezTo>
                  <a:cubicBezTo>
                    <a:pt x="44639" y="239719"/>
                    <a:pt x="569" y="293538"/>
                    <a:pt x="-100" y="315573"/>
                  </a:cubicBezTo>
                  <a:cubicBezTo>
                    <a:pt x="-469" y="327825"/>
                    <a:pt x="5338" y="335805"/>
                    <a:pt x="10770" y="340586"/>
                  </a:cubicBezTo>
                  <a:cubicBezTo>
                    <a:pt x="19287" y="329503"/>
                    <a:pt x="41604" y="301823"/>
                    <a:pt x="42667" y="314922"/>
                  </a:cubicBezTo>
                  <a:cubicBezTo>
                    <a:pt x="43450" y="324502"/>
                    <a:pt x="30527" y="337538"/>
                    <a:pt x="19832" y="346594"/>
                  </a:cubicBezTo>
                  <a:close/>
                </a:path>
              </a:pathLst>
            </a:custGeom>
            <a:solidFill>
              <a:schemeClr val="accent1"/>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27" name="Freeform: Shape 26">
              <a:extLst>
                <a:ext uri="{FF2B5EF4-FFF2-40B4-BE49-F238E27FC236}">
                  <a16:creationId xmlns:a16="http://schemas.microsoft.com/office/drawing/2014/main" id="{0989E389-556C-71F9-D452-6C47FD184D93}"/>
                </a:ext>
              </a:extLst>
            </p:cNvPr>
            <p:cNvSpPr/>
            <p:nvPr/>
          </p:nvSpPr>
          <p:spPr>
            <a:xfrm rot="10800000" flipV="1">
              <a:off x="9863672" y="4494702"/>
              <a:ext cx="6" cy="2448"/>
            </a:xfrm>
            <a:custGeom>
              <a:avLst/>
              <a:gdLst>
                <a:gd name="connsiteX0" fmla="*/ -117 w 12"/>
                <a:gd name="connsiteY0" fmla="*/ -177 h 4699"/>
                <a:gd name="connsiteX1" fmla="*/ -104 w 12"/>
                <a:gd name="connsiteY1" fmla="*/ -177 h 4699"/>
                <a:gd name="connsiteX2" fmla="*/ -104 w 12"/>
                <a:gd name="connsiteY2" fmla="*/ 4522 h 4699"/>
                <a:gd name="connsiteX3" fmla="*/ -117 w 12"/>
                <a:gd name="connsiteY3" fmla="*/ 4522 h 4699"/>
              </a:gdLst>
              <a:ahLst/>
              <a:cxnLst>
                <a:cxn ang="0">
                  <a:pos x="connsiteX0" y="connsiteY0"/>
                </a:cxn>
                <a:cxn ang="0">
                  <a:pos x="connsiteX1" y="connsiteY1"/>
                </a:cxn>
                <a:cxn ang="0">
                  <a:pos x="connsiteX2" y="connsiteY2"/>
                </a:cxn>
                <a:cxn ang="0">
                  <a:pos x="connsiteX3" y="connsiteY3"/>
                </a:cxn>
              </a:cxnLst>
              <a:rect l="l" t="t" r="r" b="b"/>
              <a:pathLst>
                <a:path w="12" h="4699">
                  <a:moveTo>
                    <a:pt x="-117" y="-177"/>
                  </a:moveTo>
                  <a:lnTo>
                    <a:pt x="-104" y="-177"/>
                  </a:lnTo>
                  <a:lnTo>
                    <a:pt x="-104" y="4522"/>
                  </a:lnTo>
                  <a:lnTo>
                    <a:pt x="-117" y="4522"/>
                  </a:lnTo>
                  <a:close/>
                </a:path>
              </a:pathLst>
            </a:custGeom>
            <a:solidFill>
              <a:srgbClr val="ECE3CC"/>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28" name="Freeform: Shape 27">
              <a:extLst>
                <a:ext uri="{FF2B5EF4-FFF2-40B4-BE49-F238E27FC236}">
                  <a16:creationId xmlns:a16="http://schemas.microsoft.com/office/drawing/2014/main" id="{2D19795F-28D9-E6DB-B5E8-7ACB5DC46F80}"/>
                </a:ext>
              </a:extLst>
            </p:cNvPr>
            <p:cNvSpPr/>
            <p:nvPr/>
          </p:nvSpPr>
          <p:spPr>
            <a:xfrm rot="10800000" flipV="1">
              <a:off x="9322620" y="6049086"/>
              <a:ext cx="2584608" cy="107145"/>
            </a:xfrm>
            <a:custGeom>
              <a:avLst/>
              <a:gdLst>
                <a:gd name="connsiteX0" fmla="*/ 2480074 w 4960380"/>
                <a:gd name="connsiteY0" fmla="*/ 205456 h 205633"/>
                <a:gd name="connsiteX1" fmla="*/ -117 w 4960380"/>
                <a:gd name="connsiteY1" fmla="*/ 102636 h 205633"/>
                <a:gd name="connsiteX2" fmla="*/ 2480074 w 4960380"/>
                <a:gd name="connsiteY2" fmla="*/ -177 h 205633"/>
                <a:gd name="connsiteX3" fmla="*/ 4960264 w 4960380"/>
                <a:gd name="connsiteY3" fmla="*/ 102636 h 205633"/>
                <a:gd name="connsiteX4" fmla="*/ 2480074 w 4960380"/>
                <a:gd name="connsiteY4" fmla="*/ 205456 h 205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60380" h="205633">
                  <a:moveTo>
                    <a:pt x="2480074" y="205456"/>
                  </a:moveTo>
                  <a:cubicBezTo>
                    <a:pt x="1110305" y="205456"/>
                    <a:pt x="-117" y="159428"/>
                    <a:pt x="-117" y="102636"/>
                  </a:cubicBezTo>
                  <a:cubicBezTo>
                    <a:pt x="-117" y="45850"/>
                    <a:pt x="1110305" y="-177"/>
                    <a:pt x="2480074" y="-177"/>
                  </a:cubicBezTo>
                  <a:cubicBezTo>
                    <a:pt x="3849848" y="-177"/>
                    <a:pt x="4960264" y="45850"/>
                    <a:pt x="4960264" y="102636"/>
                  </a:cubicBezTo>
                  <a:cubicBezTo>
                    <a:pt x="4960264" y="159428"/>
                    <a:pt x="3849848" y="205456"/>
                    <a:pt x="2480074" y="205456"/>
                  </a:cubicBezTo>
                  <a:close/>
                </a:path>
              </a:pathLst>
            </a:custGeom>
            <a:solidFill>
              <a:srgbClr val="B9B9B9"/>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31" name="Freeform: Shape 30">
              <a:extLst>
                <a:ext uri="{FF2B5EF4-FFF2-40B4-BE49-F238E27FC236}">
                  <a16:creationId xmlns:a16="http://schemas.microsoft.com/office/drawing/2014/main" id="{6D7ECCF1-0430-C882-BF20-93632BB4274E}"/>
                </a:ext>
              </a:extLst>
            </p:cNvPr>
            <p:cNvSpPr/>
            <p:nvPr/>
          </p:nvSpPr>
          <p:spPr>
            <a:xfrm rot="10800000" flipV="1">
              <a:off x="9705519" y="5379334"/>
              <a:ext cx="176340" cy="278396"/>
            </a:xfrm>
            <a:custGeom>
              <a:avLst/>
              <a:gdLst>
                <a:gd name="connsiteX0" fmla="*/ 292864 w 338432"/>
                <a:gd name="connsiteY0" fmla="*/ 33701 h 534297"/>
                <a:gd name="connsiteX1" fmla="*/ 24794 w 338432"/>
                <a:gd name="connsiteY1" fmla="*/ 39152 h 534297"/>
                <a:gd name="connsiteX2" fmla="*/ 69183 w 338432"/>
                <a:gd name="connsiteY2" fmla="*/ 505001 h 534297"/>
                <a:gd name="connsiteX3" fmla="*/ 112088 w 338432"/>
                <a:gd name="connsiteY3" fmla="*/ 533050 h 534297"/>
                <a:gd name="connsiteX4" fmla="*/ 126413 w 338432"/>
                <a:gd name="connsiteY4" fmla="*/ 497266 h 534297"/>
                <a:gd name="connsiteX5" fmla="*/ 92938 w 338432"/>
                <a:gd name="connsiteY5" fmla="*/ 65417 h 534297"/>
                <a:gd name="connsiteX6" fmla="*/ 275824 w 338432"/>
                <a:gd name="connsiteY6" fmla="*/ 84097 h 534297"/>
                <a:gd name="connsiteX7" fmla="*/ 336877 w 338432"/>
                <a:gd name="connsiteY7" fmla="*/ 79128 h 534297"/>
                <a:gd name="connsiteX8" fmla="*/ 292864 w 338432"/>
                <a:gd name="connsiteY8" fmla="*/ 33701 h 534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432" h="534297">
                  <a:moveTo>
                    <a:pt x="292864" y="33701"/>
                  </a:moveTo>
                  <a:cubicBezTo>
                    <a:pt x="292864" y="33701"/>
                    <a:pt x="90104" y="-46039"/>
                    <a:pt x="24794" y="39152"/>
                  </a:cubicBezTo>
                  <a:cubicBezTo>
                    <a:pt x="-28637" y="108842"/>
                    <a:pt x="12184" y="396918"/>
                    <a:pt x="69183" y="505001"/>
                  </a:cubicBezTo>
                  <a:cubicBezTo>
                    <a:pt x="81849" y="529019"/>
                    <a:pt x="90792" y="537311"/>
                    <a:pt x="112088" y="533050"/>
                  </a:cubicBezTo>
                  <a:cubicBezTo>
                    <a:pt x="133384" y="528788"/>
                    <a:pt x="135455" y="514713"/>
                    <a:pt x="126413" y="497266"/>
                  </a:cubicBezTo>
                  <a:cubicBezTo>
                    <a:pt x="75503" y="399027"/>
                    <a:pt x="23011" y="87120"/>
                    <a:pt x="92938" y="65417"/>
                  </a:cubicBezTo>
                  <a:cubicBezTo>
                    <a:pt x="155707" y="45942"/>
                    <a:pt x="172178" y="62807"/>
                    <a:pt x="275824" y="84097"/>
                  </a:cubicBezTo>
                  <a:cubicBezTo>
                    <a:pt x="302201" y="89517"/>
                    <a:pt x="333129" y="91113"/>
                    <a:pt x="336877" y="79128"/>
                  </a:cubicBezTo>
                  <a:cubicBezTo>
                    <a:pt x="343974" y="56411"/>
                    <a:pt x="324098" y="39371"/>
                    <a:pt x="292864" y="33701"/>
                  </a:cubicBezTo>
                  <a:close/>
                </a:path>
              </a:pathLst>
            </a:custGeom>
            <a:solidFill>
              <a:srgbClr val="D0D0D0"/>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33" name="Freeform: Shape 32">
              <a:extLst>
                <a:ext uri="{FF2B5EF4-FFF2-40B4-BE49-F238E27FC236}">
                  <a16:creationId xmlns:a16="http://schemas.microsoft.com/office/drawing/2014/main" id="{645E1CE5-8AB4-7AD5-1C8A-DF3F6D90FC7F}"/>
                </a:ext>
              </a:extLst>
            </p:cNvPr>
            <p:cNvSpPr/>
            <p:nvPr/>
          </p:nvSpPr>
          <p:spPr>
            <a:xfrm rot="10800000" flipV="1">
              <a:off x="9661319" y="5709536"/>
              <a:ext cx="29865" cy="153624"/>
            </a:xfrm>
            <a:custGeom>
              <a:avLst/>
              <a:gdLst>
                <a:gd name="connsiteX0" fmla="*/ -117 w 57317"/>
                <a:gd name="connsiteY0" fmla="*/ -177 h 294835"/>
                <a:gd name="connsiteX1" fmla="*/ 57201 w 57317"/>
                <a:gd name="connsiteY1" fmla="*/ -177 h 294835"/>
                <a:gd name="connsiteX2" fmla="*/ 57201 w 57317"/>
                <a:gd name="connsiteY2" fmla="*/ 294658 h 294835"/>
                <a:gd name="connsiteX3" fmla="*/ -117 w 57317"/>
                <a:gd name="connsiteY3" fmla="*/ 294658 h 294835"/>
              </a:gdLst>
              <a:ahLst/>
              <a:cxnLst>
                <a:cxn ang="0">
                  <a:pos x="connsiteX0" y="connsiteY0"/>
                </a:cxn>
                <a:cxn ang="0">
                  <a:pos x="connsiteX1" y="connsiteY1"/>
                </a:cxn>
                <a:cxn ang="0">
                  <a:pos x="connsiteX2" y="connsiteY2"/>
                </a:cxn>
                <a:cxn ang="0">
                  <a:pos x="connsiteX3" y="connsiteY3"/>
                </a:cxn>
              </a:cxnLst>
              <a:rect l="l" t="t" r="r" b="b"/>
              <a:pathLst>
                <a:path w="57317" h="294835">
                  <a:moveTo>
                    <a:pt x="-117" y="-177"/>
                  </a:moveTo>
                  <a:lnTo>
                    <a:pt x="57201" y="-177"/>
                  </a:lnTo>
                  <a:lnTo>
                    <a:pt x="57201" y="294658"/>
                  </a:lnTo>
                  <a:lnTo>
                    <a:pt x="-117" y="294658"/>
                  </a:ln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35" name="Freeform: Shape 34">
              <a:extLst>
                <a:ext uri="{FF2B5EF4-FFF2-40B4-BE49-F238E27FC236}">
                  <a16:creationId xmlns:a16="http://schemas.microsoft.com/office/drawing/2014/main" id="{7F8D734C-0104-81B3-A8B5-B66E465D6381}"/>
                </a:ext>
              </a:extLst>
            </p:cNvPr>
            <p:cNvSpPr/>
            <p:nvPr/>
          </p:nvSpPr>
          <p:spPr>
            <a:xfrm rot="10800000" flipV="1">
              <a:off x="9643770" y="5682652"/>
              <a:ext cx="65586" cy="34847"/>
            </a:xfrm>
            <a:custGeom>
              <a:avLst/>
              <a:gdLst>
                <a:gd name="connsiteX0" fmla="*/ 100025 w 125874"/>
                <a:gd name="connsiteY0" fmla="*/ 66702 h 66879"/>
                <a:gd name="connsiteX1" fmla="*/ 25616 w 125874"/>
                <a:gd name="connsiteY1" fmla="*/ 66702 h 66879"/>
                <a:gd name="connsiteX2" fmla="*/ -117 w 125874"/>
                <a:gd name="connsiteY2" fmla="*/ 40969 h 66879"/>
                <a:gd name="connsiteX3" fmla="*/ -117 w 125874"/>
                <a:gd name="connsiteY3" fmla="*/ 25556 h 66879"/>
                <a:gd name="connsiteX4" fmla="*/ 25616 w 125874"/>
                <a:gd name="connsiteY4" fmla="*/ -177 h 66879"/>
                <a:gd name="connsiteX5" fmla="*/ 100025 w 125874"/>
                <a:gd name="connsiteY5" fmla="*/ -177 h 66879"/>
                <a:gd name="connsiteX6" fmla="*/ 125758 w 125874"/>
                <a:gd name="connsiteY6" fmla="*/ 25556 h 66879"/>
                <a:gd name="connsiteX7" fmla="*/ 125758 w 125874"/>
                <a:gd name="connsiteY7" fmla="*/ 40969 h 66879"/>
                <a:gd name="connsiteX8" fmla="*/ 100025 w 125874"/>
                <a:gd name="connsiteY8" fmla="*/ 66702 h 66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874" h="66879">
                  <a:moveTo>
                    <a:pt x="100025" y="66702"/>
                  </a:moveTo>
                  <a:lnTo>
                    <a:pt x="25616" y="66702"/>
                  </a:lnTo>
                  <a:cubicBezTo>
                    <a:pt x="11404" y="66702"/>
                    <a:pt x="-117" y="55181"/>
                    <a:pt x="-117" y="40969"/>
                  </a:cubicBezTo>
                  <a:lnTo>
                    <a:pt x="-117" y="25556"/>
                  </a:lnTo>
                  <a:cubicBezTo>
                    <a:pt x="-117" y="11344"/>
                    <a:pt x="11404" y="-177"/>
                    <a:pt x="25616" y="-177"/>
                  </a:cubicBezTo>
                  <a:lnTo>
                    <a:pt x="100025" y="-177"/>
                  </a:lnTo>
                  <a:cubicBezTo>
                    <a:pt x="114237" y="-177"/>
                    <a:pt x="125758" y="11344"/>
                    <a:pt x="125758" y="25556"/>
                  </a:cubicBezTo>
                  <a:lnTo>
                    <a:pt x="125758" y="40969"/>
                  </a:lnTo>
                  <a:cubicBezTo>
                    <a:pt x="125758" y="55181"/>
                    <a:pt x="114237" y="66702"/>
                    <a:pt x="100025" y="66702"/>
                  </a:cubicBez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36" name="Freeform: Shape 35">
              <a:extLst>
                <a:ext uri="{FF2B5EF4-FFF2-40B4-BE49-F238E27FC236}">
                  <a16:creationId xmlns:a16="http://schemas.microsoft.com/office/drawing/2014/main" id="{351743E3-E39F-D4BB-6B87-8A0FD8E465D0}"/>
                </a:ext>
              </a:extLst>
            </p:cNvPr>
            <p:cNvSpPr/>
            <p:nvPr/>
          </p:nvSpPr>
          <p:spPr>
            <a:xfrm rot="10800000" flipV="1">
              <a:off x="9652994" y="5847767"/>
              <a:ext cx="46515" cy="100790"/>
            </a:xfrm>
            <a:custGeom>
              <a:avLst/>
              <a:gdLst>
                <a:gd name="connsiteX0" fmla="*/ -117 w 89271"/>
                <a:gd name="connsiteY0" fmla="*/ -177 h 193436"/>
                <a:gd name="connsiteX1" fmla="*/ 89154 w 89271"/>
                <a:gd name="connsiteY1" fmla="*/ -177 h 193436"/>
                <a:gd name="connsiteX2" fmla="*/ 89154 w 89271"/>
                <a:gd name="connsiteY2" fmla="*/ 193259 h 193436"/>
                <a:gd name="connsiteX3" fmla="*/ -117 w 89271"/>
                <a:gd name="connsiteY3" fmla="*/ 193259 h 193436"/>
              </a:gdLst>
              <a:ahLst/>
              <a:cxnLst>
                <a:cxn ang="0">
                  <a:pos x="connsiteX0" y="connsiteY0"/>
                </a:cxn>
                <a:cxn ang="0">
                  <a:pos x="connsiteX1" y="connsiteY1"/>
                </a:cxn>
                <a:cxn ang="0">
                  <a:pos x="connsiteX2" y="connsiteY2"/>
                </a:cxn>
                <a:cxn ang="0">
                  <a:pos x="connsiteX3" y="connsiteY3"/>
                </a:cxn>
              </a:cxnLst>
              <a:rect l="l" t="t" r="r" b="b"/>
              <a:pathLst>
                <a:path w="89271" h="193436">
                  <a:moveTo>
                    <a:pt x="-117" y="-177"/>
                  </a:moveTo>
                  <a:lnTo>
                    <a:pt x="89154" y="-177"/>
                  </a:lnTo>
                  <a:lnTo>
                    <a:pt x="89154" y="193259"/>
                  </a:lnTo>
                  <a:lnTo>
                    <a:pt x="-117" y="193259"/>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37" name="Freeform: Shape 36">
              <a:extLst>
                <a:ext uri="{FF2B5EF4-FFF2-40B4-BE49-F238E27FC236}">
                  <a16:creationId xmlns:a16="http://schemas.microsoft.com/office/drawing/2014/main" id="{FEA6AC7D-E7FC-7DFD-8437-638FB56189B3}"/>
                </a:ext>
              </a:extLst>
            </p:cNvPr>
            <p:cNvSpPr/>
            <p:nvPr/>
          </p:nvSpPr>
          <p:spPr>
            <a:xfrm rot="10800000" flipV="1">
              <a:off x="9641490" y="5891396"/>
              <a:ext cx="69382" cy="113872"/>
            </a:xfrm>
            <a:custGeom>
              <a:avLst/>
              <a:gdLst>
                <a:gd name="connsiteX0" fmla="*/ -117 w 133158"/>
                <a:gd name="connsiteY0" fmla="*/ 218366 h 218543"/>
                <a:gd name="connsiteX1" fmla="*/ 133042 w 133158"/>
                <a:gd name="connsiteY1" fmla="*/ 218366 h 218543"/>
                <a:gd name="connsiteX2" fmla="*/ 112434 w 133158"/>
                <a:gd name="connsiteY2" fmla="*/ -177 h 218543"/>
                <a:gd name="connsiteX3" fmla="*/ 20491 w 133158"/>
                <a:gd name="connsiteY3" fmla="*/ -177 h 218543"/>
                <a:gd name="connsiteX4" fmla="*/ -117 w 133158"/>
                <a:gd name="connsiteY4" fmla="*/ 218366 h 218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158" h="218543">
                  <a:moveTo>
                    <a:pt x="-117" y="218366"/>
                  </a:moveTo>
                  <a:lnTo>
                    <a:pt x="133042" y="218366"/>
                  </a:lnTo>
                  <a:lnTo>
                    <a:pt x="112434" y="-177"/>
                  </a:lnTo>
                  <a:lnTo>
                    <a:pt x="20491" y="-177"/>
                  </a:lnTo>
                  <a:lnTo>
                    <a:pt x="-117" y="218366"/>
                  </a:ln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39" name="Freeform: Shape 38">
              <a:extLst>
                <a:ext uri="{FF2B5EF4-FFF2-40B4-BE49-F238E27FC236}">
                  <a16:creationId xmlns:a16="http://schemas.microsoft.com/office/drawing/2014/main" id="{CCAAEBE5-329C-D174-83DB-2053318C49FA}"/>
                </a:ext>
              </a:extLst>
            </p:cNvPr>
            <p:cNvSpPr/>
            <p:nvPr/>
          </p:nvSpPr>
          <p:spPr>
            <a:xfrm rot="10800000" flipV="1">
              <a:off x="9475637" y="5951182"/>
              <a:ext cx="395238" cy="122349"/>
            </a:xfrm>
            <a:custGeom>
              <a:avLst/>
              <a:gdLst>
                <a:gd name="connsiteX0" fmla="*/ 76688 w 758541"/>
                <a:gd name="connsiteY0" fmla="*/ 173483 h 234813"/>
                <a:gd name="connsiteX1" fmla="*/ 378933 w 758541"/>
                <a:gd name="connsiteY1" fmla="*/ 87873 h 234813"/>
                <a:gd name="connsiteX2" fmla="*/ 695979 w 758541"/>
                <a:gd name="connsiteY2" fmla="*/ 173483 h 234813"/>
                <a:gd name="connsiteX3" fmla="*/ 744547 w 758541"/>
                <a:gd name="connsiteY3" fmla="*/ 198303 h 234813"/>
                <a:gd name="connsiteX4" fmla="*/ 750524 w 758541"/>
                <a:gd name="connsiteY4" fmla="*/ 159503 h 234813"/>
                <a:gd name="connsiteX5" fmla="*/ 372963 w 758541"/>
                <a:gd name="connsiteY5" fmla="*/ -177 h 234813"/>
                <a:gd name="connsiteX6" fmla="*/ 22268 w 758541"/>
                <a:gd name="connsiteY6" fmla="*/ 153533 h 234813"/>
                <a:gd name="connsiteX7" fmla="*/ -117 w 758541"/>
                <a:gd name="connsiteY7" fmla="*/ 231133 h 234813"/>
                <a:gd name="connsiteX8" fmla="*/ 76688 w 758541"/>
                <a:gd name="connsiteY8" fmla="*/ 173483 h 234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8541" h="234813">
                  <a:moveTo>
                    <a:pt x="76688" y="173483"/>
                  </a:moveTo>
                  <a:lnTo>
                    <a:pt x="378933" y="87873"/>
                  </a:lnTo>
                  <a:lnTo>
                    <a:pt x="695979" y="173483"/>
                  </a:lnTo>
                  <a:cubicBezTo>
                    <a:pt x="716755" y="173483"/>
                    <a:pt x="744547" y="198303"/>
                    <a:pt x="744547" y="198303"/>
                  </a:cubicBezTo>
                  <a:cubicBezTo>
                    <a:pt x="744547" y="177526"/>
                    <a:pt x="771294" y="159503"/>
                    <a:pt x="750524" y="159503"/>
                  </a:cubicBezTo>
                  <a:lnTo>
                    <a:pt x="372963" y="-177"/>
                  </a:lnTo>
                  <a:lnTo>
                    <a:pt x="22268" y="153533"/>
                  </a:lnTo>
                  <a:cubicBezTo>
                    <a:pt x="1498" y="153533"/>
                    <a:pt x="-117" y="231133"/>
                    <a:pt x="-117" y="231133"/>
                  </a:cubicBezTo>
                  <a:cubicBezTo>
                    <a:pt x="-117" y="251909"/>
                    <a:pt x="55912" y="173483"/>
                    <a:pt x="76688" y="173483"/>
                  </a:cubicBez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45" name="Freeform: Shape 44">
              <a:extLst>
                <a:ext uri="{FF2B5EF4-FFF2-40B4-BE49-F238E27FC236}">
                  <a16:creationId xmlns:a16="http://schemas.microsoft.com/office/drawing/2014/main" id="{DB5ED3B6-E9D6-D161-0A24-B604CFD74168}"/>
                </a:ext>
              </a:extLst>
            </p:cNvPr>
            <p:cNvSpPr/>
            <p:nvPr/>
          </p:nvSpPr>
          <p:spPr>
            <a:xfrm rot="10800000" flipV="1">
              <a:off x="9661799" y="5984617"/>
              <a:ext cx="28769" cy="59874"/>
            </a:xfrm>
            <a:custGeom>
              <a:avLst/>
              <a:gdLst>
                <a:gd name="connsiteX0" fmla="*/ -117 w 55214"/>
                <a:gd name="connsiteY0" fmla="*/ -177 h 114910"/>
                <a:gd name="connsiteX1" fmla="*/ 55098 w 55214"/>
                <a:gd name="connsiteY1" fmla="*/ -177 h 114910"/>
                <a:gd name="connsiteX2" fmla="*/ 55098 w 55214"/>
                <a:gd name="connsiteY2" fmla="*/ 114733 h 114910"/>
                <a:gd name="connsiteX3" fmla="*/ -117 w 55214"/>
                <a:gd name="connsiteY3" fmla="*/ 114733 h 114910"/>
              </a:gdLst>
              <a:ahLst/>
              <a:cxnLst>
                <a:cxn ang="0">
                  <a:pos x="connsiteX0" y="connsiteY0"/>
                </a:cxn>
                <a:cxn ang="0">
                  <a:pos x="connsiteX1" y="connsiteY1"/>
                </a:cxn>
                <a:cxn ang="0">
                  <a:pos x="connsiteX2" y="connsiteY2"/>
                </a:cxn>
                <a:cxn ang="0">
                  <a:pos x="connsiteX3" y="connsiteY3"/>
                </a:cxn>
              </a:cxnLst>
              <a:rect l="l" t="t" r="r" b="b"/>
              <a:pathLst>
                <a:path w="55214" h="114910">
                  <a:moveTo>
                    <a:pt x="-117" y="-177"/>
                  </a:moveTo>
                  <a:lnTo>
                    <a:pt x="55098" y="-177"/>
                  </a:lnTo>
                  <a:lnTo>
                    <a:pt x="55098" y="114733"/>
                  </a:lnTo>
                  <a:lnTo>
                    <a:pt x="-117" y="114733"/>
                  </a:ln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56" name="Freeform: Shape 55">
              <a:extLst>
                <a:ext uri="{FF2B5EF4-FFF2-40B4-BE49-F238E27FC236}">
                  <a16:creationId xmlns:a16="http://schemas.microsoft.com/office/drawing/2014/main" id="{BD9F4AF9-4D38-C08D-1767-1BDA72E10233}"/>
                </a:ext>
              </a:extLst>
            </p:cNvPr>
            <p:cNvSpPr/>
            <p:nvPr/>
          </p:nvSpPr>
          <p:spPr>
            <a:xfrm rot="10800000" flipV="1">
              <a:off x="9644683" y="6027728"/>
              <a:ext cx="62998" cy="72802"/>
            </a:xfrm>
            <a:custGeom>
              <a:avLst/>
              <a:gdLst>
                <a:gd name="connsiteX0" fmla="*/ -117 w 120905"/>
                <a:gd name="connsiteY0" fmla="*/ 69681 h 139723"/>
                <a:gd name="connsiteX1" fmla="*/ 60336 w 120905"/>
                <a:gd name="connsiteY1" fmla="*/ 139546 h 139723"/>
                <a:gd name="connsiteX2" fmla="*/ 120788 w 120905"/>
                <a:gd name="connsiteY2" fmla="*/ 69681 h 139723"/>
                <a:gd name="connsiteX3" fmla="*/ 60336 w 120905"/>
                <a:gd name="connsiteY3" fmla="*/ -177 h 139723"/>
                <a:gd name="connsiteX4" fmla="*/ -117 w 120905"/>
                <a:gd name="connsiteY4" fmla="*/ 69681 h 139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905" h="139723">
                  <a:moveTo>
                    <a:pt x="-117" y="69681"/>
                  </a:moveTo>
                  <a:cubicBezTo>
                    <a:pt x="-117" y="108268"/>
                    <a:pt x="26949" y="139546"/>
                    <a:pt x="60336" y="139546"/>
                  </a:cubicBezTo>
                  <a:cubicBezTo>
                    <a:pt x="93723" y="139546"/>
                    <a:pt x="120788" y="108268"/>
                    <a:pt x="120788" y="69681"/>
                  </a:cubicBezTo>
                  <a:cubicBezTo>
                    <a:pt x="120788" y="31100"/>
                    <a:pt x="93723" y="-177"/>
                    <a:pt x="60336" y="-177"/>
                  </a:cubicBezTo>
                  <a:cubicBezTo>
                    <a:pt x="26949" y="-177"/>
                    <a:pt x="-117" y="31100"/>
                    <a:pt x="-117" y="69681"/>
                  </a:cubicBez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62" name="Freeform: Shape 61">
              <a:extLst>
                <a:ext uri="{FF2B5EF4-FFF2-40B4-BE49-F238E27FC236}">
                  <a16:creationId xmlns:a16="http://schemas.microsoft.com/office/drawing/2014/main" id="{BC29DB73-5044-5254-8CC3-63EF198B419D}"/>
                </a:ext>
              </a:extLst>
            </p:cNvPr>
            <p:cNvSpPr/>
            <p:nvPr/>
          </p:nvSpPr>
          <p:spPr>
            <a:xfrm rot="10800000" flipV="1">
              <a:off x="9653937" y="6047358"/>
              <a:ext cx="18977" cy="33540"/>
            </a:xfrm>
            <a:custGeom>
              <a:avLst/>
              <a:gdLst>
                <a:gd name="connsiteX0" fmla="*/ -117 w 36421"/>
                <a:gd name="connsiteY0" fmla="*/ 32008 h 64370"/>
                <a:gd name="connsiteX1" fmla="*/ 18094 w 36421"/>
                <a:gd name="connsiteY1" fmla="*/ 64193 h 64370"/>
                <a:gd name="connsiteX2" fmla="*/ 36305 w 36421"/>
                <a:gd name="connsiteY2" fmla="*/ 32008 h 64370"/>
                <a:gd name="connsiteX3" fmla="*/ 18094 w 36421"/>
                <a:gd name="connsiteY3" fmla="*/ -177 h 64370"/>
                <a:gd name="connsiteX4" fmla="*/ -117 w 36421"/>
                <a:gd name="connsiteY4" fmla="*/ 32008 h 6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21" h="64370">
                  <a:moveTo>
                    <a:pt x="-117" y="32008"/>
                  </a:moveTo>
                  <a:cubicBezTo>
                    <a:pt x="-117" y="49787"/>
                    <a:pt x="8037" y="64193"/>
                    <a:pt x="18094" y="64193"/>
                  </a:cubicBezTo>
                  <a:cubicBezTo>
                    <a:pt x="28151" y="64193"/>
                    <a:pt x="36305" y="49787"/>
                    <a:pt x="36305" y="32008"/>
                  </a:cubicBezTo>
                  <a:cubicBezTo>
                    <a:pt x="36305" y="14235"/>
                    <a:pt x="28151" y="-177"/>
                    <a:pt x="18094" y="-177"/>
                  </a:cubicBezTo>
                  <a:cubicBezTo>
                    <a:pt x="8037" y="-177"/>
                    <a:pt x="-117" y="14235"/>
                    <a:pt x="-117" y="32008"/>
                  </a:cubicBez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68" name="Freeform: Shape 67">
              <a:extLst>
                <a:ext uri="{FF2B5EF4-FFF2-40B4-BE49-F238E27FC236}">
                  <a16:creationId xmlns:a16="http://schemas.microsoft.com/office/drawing/2014/main" id="{BDFECC78-0621-33B8-4194-4B752C09B8C1}"/>
                </a:ext>
              </a:extLst>
            </p:cNvPr>
            <p:cNvSpPr/>
            <p:nvPr/>
          </p:nvSpPr>
          <p:spPr>
            <a:xfrm rot="10800000" flipV="1">
              <a:off x="9456840" y="6027728"/>
              <a:ext cx="72802" cy="72802"/>
            </a:xfrm>
            <a:custGeom>
              <a:avLst/>
              <a:gdLst>
                <a:gd name="connsiteX0" fmla="*/ -117 w 139723"/>
                <a:gd name="connsiteY0" fmla="*/ 69681 h 139723"/>
                <a:gd name="connsiteX1" fmla="*/ 69748 w 139723"/>
                <a:gd name="connsiteY1" fmla="*/ 139546 h 139723"/>
                <a:gd name="connsiteX2" fmla="*/ 139607 w 139723"/>
                <a:gd name="connsiteY2" fmla="*/ 69681 h 139723"/>
                <a:gd name="connsiteX3" fmla="*/ 69748 w 139723"/>
                <a:gd name="connsiteY3" fmla="*/ -177 h 139723"/>
                <a:gd name="connsiteX4" fmla="*/ -117 w 139723"/>
                <a:gd name="connsiteY4" fmla="*/ 69681 h 139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723" h="139723">
                  <a:moveTo>
                    <a:pt x="-117" y="69681"/>
                  </a:moveTo>
                  <a:cubicBezTo>
                    <a:pt x="-117" y="108268"/>
                    <a:pt x="31161" y="139546"/>
                    <a:pt x="69748" y="139546"/>
                  </a:cubicBezTo>
                  <a:cubicBezTo>
                    <a:pt x="108329" y="139546"/>
                    <a:pt x="139607" y="108268"/>
                    <a:pt x="139607" y="69681"/>
                  </a:cubicBezTo>
                  <a:cubicBezTo>
                    <a:pt x="139607" y="31100"/>
                    <a:pt x="108329" y="-177"/>
                    <a:pt x="69748" y="-177"/>
                  </a:cubicBezTo>
                  <a:cubicBezTo>
                    <a:pt x="31161" y="-177"/>
                    <a:pt x="-117" y="31100"/>
                    <a:pt x="-117" y="69681"/>
                  </a:cubicBez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69" name="Freeform: Shape 68">
              <a:extLst>
                <a:ext uri="{FF2B5EF4-FFF2-40B4-BE49-F238E27FC236}">
                  <a16:creationId xmlns:a16="http://schemas.microsoft.com/office/drawing/2014/main" id="{62B43A61-8EF2-EA7A-4441-8AA9A5EB7C7D}"/>
                </a:ext>
              </a:extLst>
            </p:cNvPr>
            <p:cNvSpPr/>
            <p:nvPr/>
          </p:nvSpPr>
          <p:spPr>
            <a:xfrm rot="10800000" flipV="1">
              <a:off x="9469596" y="6052245"/>
              <a:ext cx="18977" cy="28652"/>
            </a:xfrm>
            <a:custGeom>
              <a:avLst/>
              <a:gdLst>
                <a:gd name="connsiteX0" fmla="*/ -117 w 36421"/>
                <a:gd name="connsiteY0" fmla="*/ 27320 h 54989"/>
                <a:gd name="connsiteX1" fmla="*/ 18094 w 36421"/>
                <a:gd name="connsiteY1" fmla="*/ 54812 h 54989"/>
                <a:gd name="connsiteX2" fmla="*/ 36305 w 36421"/>
                <a:gd name="connsiteY2" fmla="*/ 27320 h 54989"/>
                <a:gd name="connsiteX3" fmla="*/ 18094 w 36421"/>
                <a:gd name="connsiteY3" fmla="*/ -177 h 54989"/>
                <a:gd name="connsiteX4" fmla="*/ -117 w 36421"/>
                <a:gd name="connsiteY4" fmla="*/ 27320 h 54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21" h="54989">
                  <a:moveTo>
                    <a:pt x="-117" y="27320"/>
                  </a:moveTo>
                  <a:cubicBezTo>
                    <a:pt x="-117" y="42503"/>
                    <a:pt x="8038" y="54812"/>
                    <a:pt x="18094" y="54812"/>
                  </a:cubicBezTo>
                  <a:cubicBezTo>
                    <a:pt x="28157" y="54812"/>
                    <a:pt x="36305" y="42503"/>
                    <a:pt x="36305" y="27320"/>
                  </a:cubicBezTo>
                  <a:cubicBezTo>
                    <a:pt x="36305" y="12132"/>
                    <a:pt x="28157" y="-177"/>
                    <a:pt x="18094" y="-177"/>
                  </a:cubicBezTo>
                  <a:cubicBezTo>
                    <a:pt x="8038" y="-177"/>
                    <a:pt x="-117" y="12132"/>
                    <a:pt x="-117" y="27320"/>
                  </a:cubicBez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70" name="Freeform: Shape 69">
              <a:extLst>
                <a:ext uri="{FF2B5EF4-FFF2-40B4-BE49-F238E27FC236}">
                  <a16:creationId xmlns:a16="http://schemas.microsoft.com/office/drawing/2014/main" id="{239781F1-FBAA-A7BF-206D-4888B5F27B5E}"/>
                </a:ext>
              </a:extLst>
            </p:cNvPr>
            <p:cNvSpPr/>
            <p:nvPr/>
          </p:nvSpPr>
          <p:spPr>
            <a:xfrm rot="10800000" flipV="1">
              <a:off x="9813180" y="6027728"/>
              <a:ext cx="72802" cy="72802"/>
            </a:xfrm>
            <a:custGeom>
              <a:avLst/>
              <a:gdLst>
                <a:gd name="connsiteX0" fmla="*/ 139607 w 139723"/>
                <a:gd name="connsiteY0" fmla="*/ 69681 h 139723"/>
                <a:gd name="connsiteX1" fmla="*/ 69748 w 139723"/>
                <a:gd name="connsiteY1" fmla="*/ 139546 h 139723"/>
                <a:gd name="connsiteX2" fmla="*/ -117 w 139723"/>
                <a:gd name="connsiteY2" fmla="*/ 69681 h 139723"/>
                <a:gd name="connsiteX3" fmla="*/ 69748 w 139723"/>
                <a:gd name="connsiteY3" fmla="*/ -177 h 139723"/>
                <a:gd name="connsiteX4" fmla="*/ 139607 w 139723"/>
                <a:gd name="connsiteY4" fmla="*/ 69681 h 139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723" h="139723">
                  <a:moveTo>
                    <a:pt x="139607" y="69681"/>
                  </a:moveTo>
                  <a:cubicBezTo>
                    <a:pt x="139607" y="108268"/>
                    <a:pt x="108329" y="139546"/>
                    <a:pt x="69748" y="139546"/>
                  </a:cubicBezTo>
                  <a:cubicBezTo>
                    <a:pt x="31167" y="139546"/>
                    <a:pt x="-117" y="108268"/>
                    <a:pt x="-117" y="69681"/>
                  </a:cubicBezTo>
                  <a:cubicBezTo>
                    <a:pt x="-117" y="31100"/>
                    <a:pt x="31167" y="-177"/>
                    <a:pt x="69748" y="-177"/>
                  </a:cubicBezTo>
                  <a:cubicBezTo>
                    <a:pt x="108329" y="-177"/>
                    <a:pt x="139607" y="31100"/>
                    <a:pt x="139607" y="69681"/>
                  </a:cubicBez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71" name="Freeform: Shape 70">
              <a:extLst>
                <a:ext uri="{FF2B5EF4-FFF2-40B4-BE49-F238E27FC236}">
                  <a16:creationId xmlns:a16="http://schemas.microsoft.com/office/drawing/2014/main" id="{40CF1345-04D2-EB59-7ACA-129E2AE8473F}"/>
                </a:ext>
              </a:extLst>
            </p:cNvPr>
            <p:cNvSpPr/>
            <p:nvPr/>
          </p:nvSpPr>
          <p:spPr>
            <a:xfrm rot="10800000" flipV="1">
              <a:off x="9822199" y="6052245"/>
              <a:ext cx="18981" cy="28652"/>
            </a:xfrm>
            <a:custGeom>
              <a:avLst/>
              <a:gdLst>
                <a:gd name="connsiteX0" fmla="*/ -117 w 36428"/>
                <a:gd name="connsiteY0" fmla="*/ 27320 h 54989"/>
                <a:gd name="connsiteX1" fmla="*/ 18094 w 36428"/>
                <a:gd name="connsiteY1" fmla="*/ 54812 h 54989"/>
                <a:gd name="connsiteX2" fmla="*/ 36311 w 36428"/>
                <a:gd name="connsiteY2" fmla="*/ 27320 h 54989"/>
                <a:gd name="connsiteX3" fmla="*/ 18094 w 36428"/>
                <a:gd name="connsiteY3" fmla="*/ -177 h 54989"/>
                <a:gd name="connsiteX4" fmla="*/ -117 w 36428"/>
                <a:gd name="connsiteY4" fmla="*/ 27320 h 54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28" h="54989">
                  <a:moveTo>
                    <a:pt x="-117" y="27320"/>
                  </a:moveTo>
                  <a:cubicBezTo>
                    <a:pt x="-117" y="42503"/>
                    <a:pt x="8038" y="54812"/>
                    <a:pt x="18094" y="54812"/>
                  </a:cubicBezTo>
                  <a:cubicBezTo>
                    <a:pt x="28151" y="54812"/>
                    <a:pt x="36311" y="42503"/>
                    <a:pt x="36311" y="27320"/>
                  </a:cubicBezTo>
                  <a:cubicBezTo>
                    <a:pt x="36311" y="12132"/>
                    <a:pt x="28151" y="-177"/>
                    <a:pt x="18094" y="-177"/>
                  </a:cubicBezTo>
                  <a:cubicBezTo>
                    <a:pt x="8038" y="-177"/>
                    <a:pt x="-117" y="12132"/>
                    <a:pt x="-117" y="27320"/>
                  </a:cubicBez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72" name="Freeform: Shape 71">
              <a:extLst>
                <a:ext uri="{FF2B5EF4-FFF2-40B4-BE49-F238E27FC236}">
                  <a16:creationId xmlns:a16="http://schemas.microsoft.com/office/drawing/2014/main" id="{5F1A8AB2-5725-5384-8C18-2781C2D33E0B}"/>
                </a:ext>
              </a:extLst>
            </p:cNvPr>
            <p:cNvSpPr/>
            <p:nvPr/>
          </p:nvSpPr>
          <p:spPr>
            <a:xfrm rot="10800000" flipV="1">
              <a:off x="9461901" y="5614107"/>
              <a:ext cx="491582" cy="85444"/>
            </a:xfrm>
            <a:custGeom>
              <a:avLst/>
              <a:gdLst>
                <a:gd name="connsiteX0" fmla="*/ 943328 w 943444"/>
                <a:gd name="connsiteY0" fmla="*/ 33898 h 163985"/>
                <a:gd name="connsiteX1" fmla="*/ 521654 w 943444"/>
                <a:gd name="connsiteY1" fmla="*/ 163808 h 163985"/>
                <a:gd name="connsiteX2" fmla="*/ -117 w 943444"/>
                <a:gd name="connsiteY2" fmla="*/ -177 h 163985"/>
                <a:gd name="connsiteX3" fmla="*/ 943328 w 943444"/>
                <a:gd name="connsiteY3" fmla="*/ 33898 h 163985"/>
              </a:gdLst>
              <a:ahLst/>
              <a:cxnLst>
                <a:cxn ang="0">
                  <a:pos x="connsiteX0" y="connsiteY0"/>
                </a:cxn>
                <a:cxn ang="0">
                  <a:pos x="connsiteX1" y="connsiteY1"/>
                </a:cxn>
                <a:cxn ang="0">
                  <a:pos x="connsiteX2" y="connsiteY2"/>
                </a:cxn>
                <a:cxn ang="0">
                  <a:pos x="connsiteX3" y="connsiteY3"/>
                </a:cxn>
              </a:cxnLst>
              <a:rect l="l" t="t" r="r" b="b"/>
              <a:pathLst>
                <a:path w="943444" h="163985">
                  <a:moveTo>
                    <a:pt x="943328" y="33898"/>
                  </a:moveTo>
                  <a:cubicBezTo>
                    <a:pt x="943328" y="33898"/>
                    <a:pt x="715454" y="163808"/>
                    <a:pt x="521654" y="163808"/>
                  </a:cubicBezTo>
                  <a:cubicBezTo>
                    <a:pt x="327855" y="163808"/>
                    <a:pt x="-117" y="-177"/>
                    <a:pt x="-117" y="-177"/>
                  </a:cubicBezTo>
                  <a:lnTo>
                    <a:pt x="943328" y="33898"/>
                  </a:lnTo>
                  <a:close/>
                </a:path>
              </a:pathLst>
            </a:custGeom>
            <a:solidFill>
              <a:srgbClr val="D0D0D0"/>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73" name="Freeform: Shape 72">
              <a:extLst>
                <a:ext uri="{FF2B5EF4-FFF2-40B4-BE49-F238E27FC236}">
                  <a16:creationId xmlns:a16="http://schemas.microsoft.com/office/drawing/2014/main" id="{363F9A00-06D5-CA9F-7D38-088F4B6CF808}"/>
                </a:ext>
              </a:extLst>
            </p:cNvPr>
            <p:cNvSpPr/>
            <p:nvPr/>
          </p:nvSpPr>
          <p:spPr>
            <a:xfrm rot="10800000" flipV="1">
              <a:off x="9302094" y="5045777"/>
              <a:ext cx="407746" cy="558796"/>
            </a:xfrm>
            <a:custGeom>
              <a:avLst/>
              <a:gdLst>
                <a:gd name="connsiteX0" fmla="*/ 276729 w 782546"/>
                <a:gd name="connsiteY0" fmla="*/ -177 h 1072441"/>
                <a:gd name="connsiteX1" fmla="*/ 782429 w 782546"/>
                <a:gd name="connsiteY1" fmla="*/ -177 h 1072441"/>
                <a:gd name="connsiteX2" fmla="*/ 522614 w 782546"/>
                <a:gd name="connsiteY2" fmla="*/ 455922 h 1072441"/>
                <a:gd name="connsiteX3" fmla="*/ 539654 w 782546"/>
                <a:gd name="connsiteY3" fmla="*/ 905281 h 1072441"/>
                <a:gd name="connsiteX4" fmla="*/ 488539 w 782546"/>
                <a:gd name="connsiteY4" fmla="*/ 1058616 h 1072441"/>
                <a:gd name="connsiteX5" fmla="*/ 29335 w 782546"/>
                <a:gd name="connsiteY5" fmla="*/ 1052226 h 1072441"/>
                <a:gd name="connsiteX6" fmla="*/ 30400 w 782546"/>
                <a:gd name="connsiteY6" fmla="*/ 853107 h 1072441"/>
                <a:gd name="connsiteX7" fmla="*/ 54894 w 782546"/>
                <a:gd name="connsiteY7" fmla="*/ 349441 h 1072441"/>
                <a:gd name="connsiteX8" fmla="*/ 276729 w 782546"/>
                <a:gd name="connsiteY8" fmla="*/ -177 h 1072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2546" h="1072441">
                  <a:moveTo>
                    <a:pt x="276729" y="-177"/>
                  </a:moveTo>
                  <a:lnTo>
                    <a:pt x="782429" y="-177"/>
                  </a:lnTo>
                  <a:cubicBezTo>
                    <a:pt x="782429" y="-177"/>
                    <a:pt x="553491" y="250407"/>
                    <a:pt x="522614" y="455922"/>
                  </a:cubicBezTo>
                  <a:cubicBezTo>
                    <a:pt x="491730" y="661436"/>
                    <a:pt x="531131" y="855235"/>
                    <a:pt x="539654" y="905281"/>
                  </a:cubicBezTo>
                  <a:cubicBezTo>
                    <a:pt x="548172" y="955327"/>
                    <a:pt x="577985" y="1024541"/>
                    <a:pt x="488539" y="1058616"/>
                  </a:cubicBezTo>
                  <a:cubicBezTo>
                    <a:pt x="399092" y="1092691"/>
                    <a:pt x="29335" y="1052226"/>
                    <a:pt x="29335" y="1052226"/>
                  </a:cubicBezTo>
                  <a:cubicBezTo>
                    <a:pt x="29335" y="1052226"/>
                    <a:pt x="50632" y="977687"/>
                    <a:pt x="30400" y="853107"/>
                  </a:cubicBezTo>
                  <a:cubicBezTo>
                    <a:pt x="10167" y="728516"/>
                    <a:pt x="-37751" y="561338"/>
                    <a:pt x="54894" y="349441"/>
                  </a:cubicBezTo>
                  <a:cubicBezTo>
                    <a:pt x="147531" y="137537"/>
                    <a:pt x="276729" y="-177"/>
                    <a:pt x="276729" y="-177"/>
                  </a:cubicBez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74" name="Freeform: Shape 73">
              <a:extLst>
                <a:ext uri="{FF2B5EF4-FFF2-40B4-BE49-F238E27FC236}">
                  <a16:creationId xmlns:a16="http://schemas.microsoft.com/office/drawing/2014/main" id="{A3FFB507-DAD6-B10C-FA45-CBB1FAEA2FC5}"/>
                </a:ext>
              </a:extLst>
            </p:cNvPr>
            <p:cNvSpPr/>
            <p:nvPr/>
          </p:nvSpPr>
          <p:spPr>
            <a:xfrm rot="10800000" flipV="1">
              <a:off x="9284016" y="5045586"/>
              <a:ext cx="466769" cy="591268"/>
            </a:xfrm>
            <a:custGeom>
              <a:avLst/>
              <a:gdLst>
                <a:gd name="connsiteX0" fmla="*/ 104950 w 895822"/>
                <a:gd name="connsiteY0" fmla="*/ 1133521 h 1134762"/>
                <a:gd name="connsiteX1" fmla="*/ 526624 w 895822"/>
                <a:gd name="connsiteY1" fmla="*/ 1134586 h 1134762"/>
                <a:gd name="connsiteX2" fmla="*/ 614386 w 895822"/>
                <a:gd name="connsiteY2" fmla="*/ 1096668 h 1134762"/>
                <a:gd name="connsiteX3" fmla="*/ 664332 w 895822"/>
                <a:gd name="connsiteY3" fmla="*/ 950474 h 1134762"/>
                <a:gd name="connsiteX4" fmla="*/ 641884 w 895822"/>
                <a:gd name="connsiteY4" fmla="*/ 833917 h 1134762"/>
                <a:gd name="connsiteX5" fmla="*/ 618366 w 895822"/>
                <a:gd name="connsiteY5" fmla="*/ 730747 h 1134762"/>
                <a:gd name="connsiteX6" fmla="*/ 650145 w 895822"/>
                <a:gd name="connsiteY6" fmla="*/ 421506 h 1134762"/>
                <a:gd name="connsiteX7" fmla="*/ 813417 w 895822"/>
                <a:gd name="connsiteY7" fmla="*/ 96375 h 1134762"/>
                <a:gd name="connsiteX8" fmla="*/ 884402 w 895822"/>
                <a:gd name="connsiteY8" fmla="*/ 48101 h 1134762"/>
                <a:gd name="connsiteX9" fmla="*/ 889021 w 895822"/>
                <a:gd name="connsiteY9" fmla="*/ 10120 h 1134762"/>
                <a:gd name="connsiteX10" fmla="*/ 832579 w 895822"/>
                <a:gd name="connsiteY10" fmla="*/ 11191 h 1134762"/>
                <a:gd name="connsiteX11" fmla="*/ 621746 w 895822"/>
                <a:gd name="connsiteY11" fmla="*/ 333480 h 1134762"/>
                <a:gd name="connsiteX12" fmla="*/ 569748 w 895822"/>
                <a:gd name="connsiteY12" fmla="*/ 746192 h 1134762"/>
                <a:gd name="connsiteX13" fmla="*/ 596144 w 895822"/>
                <a:gd name="connsiteY13" fmla="*/ 863280 h 1134762"/>
                <a:gd name="connsiteX14" fmla="*/ 614649 w 895822"/>
                <a:gd name="connsiteY14" fmla="*/ 952401 h 1134762"/>
                <a:gd name="connsiteX15" fmla="*/ 503550 w 895822"/>
                <a:gd name="connsiteY15" fmla="*/ 1028192 h 1134762"/>
                <a:gd name="connsiteX16" fmla="*/ 53834 w 895822"/>
                <a:gd name="connsiteY16" fmla="*/ 1018912 h 1134762"/>
                <a:gd name="connsiteX17" fmla="*/ -117 w 895822"/>
                <a:gd name="connsiteY17" fmla="*/ 1079214 h 1134762"/>
                <a:gd name="connsiteX18" fmla="*/ 104950 w 895822"/>
                <a:gd name="connsiteY18" fmla="*/ 1133521 h 1134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5822" h="1134762">
                  <a:moveTo>
                    <a:pt x="104950" y="1133521"/>
                  </a:moveTo>
                  <a:lnTo>
                    <a:pt x="526624" y="1134586"/>
                  </a:lnTo>
                  <a:cubicBezTo>
                    <a:pt x="559184" y="1134586"/>
                    <a:pt x="590355" y="1121118"/>
                    <a:pt x="614386" y="1096668"/>
                  </a:cubicBezTo>
                  <a:cubicBezTo>
                    <a:pt x="647648" y="1062824"/>
                    <a:pt x="665383" y="1010901"/>
                    <a:pt x="664332" y="950474"/>
                  </a:cubicBezTo>
                  <a:cubicBezTo>
                    <a:pt x="663681" y="913176"/>
                    <a:pt x="653092" y="874676"/>
                    <a:pt x="641884" y="833917"/>
                  </a:cubicBezTo>
                  <a:cubicBezTo>
                    <a:pt x="632829" y="800994"/>
                    <a:pt x="623492" y="766957"/>
                    <a:pt x="618366" y="730747"/>
                  </a:cubicBezTo>
                  <a:cubicBezTo>
                    <a:pt x="604499" y="632771"/>
                    <a:pt x="622265" y="523362"/>
                    <a:pt x="650145" y="421506"/>
                  </a:cubicBezTo>
                  <a:cubicBezTo>
                    <a:pt x="688238" y="282314"/>
                    <a:pt x="749435" y="157379"/>
                    <a:pt x="813417" y="96375"/>
                  </a:cubicBezTo>
                  <a:cubicBezTo>
                    <a:pt x="842198" y="68934"/>
                    <a:pt x="868644" y="56274"/>
                    <a:pt x="884402" y="48101"/>
                  </a:cubicBezTo>
                  <a:cubicBezTo>
                    <a:pt x="902075" y="38939"/>
                    <a:pt x="895285" y="17655"/>
                    <a:pt x="889021" y="10120"/>
                  </a:cubicBezTo>
                  <a:cubicBezTo>
                    <a:pt x="874377" y="-7458"/>
                    <a:pt x="849607" y="589"/>
                    <a:pt x="832579" y="11191"/>
                  </a:cubicBezTo>
                  <a:cubicBezTo>
                    <a:pt x="722863" y="79510"/>
                    <a:pt x="653455" y="238596"/>
                    <a:pt x="621746" y="333480"/>
                  </a:cubicBezTo>
                  <a:cubicBezTo>
                    <a:pt x="571719" y="483160"/>
                    <a:pt x="554735" y="639568"/>
                    <a:pt x="569748" y="746192"/>
                  </a:cubicBezTo>
                  <a:cubicBezTo>
                    <a:pt x="575843" y="789461"/>
                    <a:pt x="586626" y="828680"/>
                    <a:pt x="596144" y="863280"/>
                  </a:cubicBezTo>
                  <a:cubicBezTo>
                    <a:pt x="605850" y="898588"/>
                    <a:pt x="614649" y="929071"/>
                    <a:pt x="614649" y="952401"/>
                  </a:cubicBezTo>
                  <a:cubicBezTo>
                    <a:pt x="614649" y="1041947"/>
                    <a:pt x="540466" y="1027128"/>
                    <a:pt x="503550" y="1028192"/>
                  </a:cubicBezTo>
                  <a:cubicBezTo>
                    <a:pt x="466634" y="1029256"/>
                    <a:pt x="53834" y="1018912"/>
                    <a:pt x="53834" y="1018912"/>
                  </a:cubicBezTo>
                  <a:cubicBezTo>
                    <a:pt x="23257" y="1018912"/>
                    <a:pt x="-117" y="1048631"/>
                    <a:pt x="-117" y="1079214"/>
                  </a:cubicBezTo>
                  <a:cubicBezTo>
                    <a:pt x="-117" y="1109797"/>
                    <a:pt x="74367" y="1133521"/>
                    <a:pt x="104950" y="1133521"/>
                  </a:cubicBez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75" name="Freeform: Shape 74">
              <a:extLst>
                <a:ext uri="{FF2B5EF4-FFF2-40B4-BE49-F238E27FC236}">
                  <a16:creationId xmlns:a16="http://schemas.microsoft.com/office/drawing/2014/main" id="{71739755-94E3-EE14-3A8E-32313D14CDCD}"/>
                </a:ext>
              </a:extLst>
            </p:cNvPr>
            <p:cNvSpPr/>
            <p:nvPr/>
          </p:nvSpPr>
          <p:spPr>
            <a:xfrm rot="10800000" flipV="1">
              <a:off x="9549996" y="5045591"/>
              <a:ext cx="204332" cy="555867"/>
            </a:xfrm>
            <a:custGeom>
              <a:avLst/>
              <a:gdLst>
                <a:gd name="connsiteX0" fmla="*/ 380729 w 392154"/>
                <a:gd name="connsiteY0" fmla="*/ 48065 h 1066820"/>
                <a:gd name="connsiteX1" fmla="*/ 309725 w 392154"/>
                <a:gd name="connsiteY1" fmla="*/ 96364 h 1066820"/>
                <a:gd name="connsiteX2" fmla="*/ 146497 w 392154"/>
                <a:gd name="connsiteY2" fmla="*/ 421495 h 1066820"/>
                <a:gd name="connsiteX3" fmla="*/ 114743 w 392154"/>
                <a:gd name="connsiteY3" fmla="*/ 730743 h 1066820"/>
                <a:gd name="connsiteX4" fmla="*/ 138186 w 392154"/>
                <a:gd name="connsiteY4" fmla="*/ 833869 h 1066820"/>
                <a:gd name="connsiteX5" fmla="*/ 160665 w 392154"/>
                <a:gd name="connsiteY5" fmla="*/ 950432 h 1066820"/>
                <a:gd name="connsiteX6" fmla="*/ 154138 w 392154"/>
                <a:gd name="connsiteY6" fmla="*/ 1014245 h 1066820"/>
                <a:gd name="connsiteX7" fmla="*/ 105394 w 392154"/>
                <a:gd name="connsiteY7" fmla="*/ 1066643 h 1066820"/>
                <a:gd name="connsiteX8" fmla="*/ -117 w 392154"/>
                <a:gd name="connsiteY8" fmla="*/ 1014245 h 1066820"/>
                <a:gd name="connsiteX9" fmla="*/ 110957 w 392154"/>
                <a:gd name="connsiteY9" fmla="*/ 952359 h 1066820"/>
                <a:gd name="connsiteX10" fmla="*/ 92484 w 392154"/>
                <a:gd name="connsiteY10" fmla="*/ 863257 h 1066820"/>
                <a:gd name="connsiteX11" fmla="*/ 66068 w 392154"/>
                <a:gd name="connsiteY11" fmla="*/ 746175 h 1066820"/>
                <a:gd name="connsiteX12" fmla="*/ 118079 w 392154"/>
                <a:gd name="connsiteY12" fmla="*/ 333494 h 1066820"/>
                <a:gd name="connsiteX13" fmla="*/ 328944 w 392154"/>
                <a:gd name="connsiteY13" fmla="*/ 11192 h 1066820"/>
                <a:gd name="connsiteX14" fmla="*/ 385335 w 392154"/>
                <a:gd name="connsiteY14" fmla="*/ 10078 h 1066820"/>
                <a:gd name="connsiteX15" fmla="*/ 380729 w 392154"/>
                <a:gd name="connsiteY15" fmla="*/ 48065 h 1066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2154" h="1066820">
                  <a:moveTo>
                    <a:pt x="380729" y="48065"/>
                  </a:moveTo>
                  <a:cubicBezTo>
                    <a:pt x="365003" y="56300"/>
                    <a:pt x="338513" y="68910"/>
                    <a:pt x="309725" y="96364"/>
                  </a:cubicBezTo>
                  <a:cubicBezTo>
                    <a:pt x="245774" y="157355"/>
                    <a:pt x="184558" y="282304"/>
                    <a:pt x="146497" y="421495"/>
                  </a:cubicBezTo>
                  <a:cubicBezTo>
                    <a:pt x="118599" y="523363"/>
                    <a:pt x="100869" y="632729"/>
                    <a:pt x="114743" y="730743"/>
                  </a:cubicBezTo>
                  <a:cubicBezTo>
                    <a:pt x="119862" y="766946"/>
                    <a:pt x="129137" y="801002"/>
                    <a:pt x="138186" y="833869"/>
                  </a:cubicBezTo>
                  <a:cubicBezTo>
                    <a:pt x="149463" y="874678"/>
                    <a:pt x="160002" y="913190"/>
                    <a:pt x="160665" y="950432"/>
                  </a:cubicBezTo>
                  <a:cubicBezTo>
                    <a:pt x="161041" y="973061"/>
                    <a:pt x="158813" y="994507"/>
                    <a:pt x="154138" y="1014245"/>
                  </a:cubicBezTo>
                  <a:lnTo>
                    <a:pt x="105394" y="1066643"/>
                  </a:lnTo>
                  <a:lnTo>
                    <a:pt x="-117" y="1014245"/>
                  </a:lnTo>
                  <a:cubicBezTo>
                    <a:pt x="36837" y="1013200"/>
                    <a:pt x="112515" y="1014170"/>
                    <a:pt x="110957" y="952359"/>
                  </a:cubicBezTo>
                  <a:cubicBezTo>
                    <a:pt x="110363" y="929067"/>
                    <a:pt x="102202" y="898571"/>
                    <a:pt x="92484" y="863257"/>
                  </a:cubicBezTo>
                  <a:cubicBezTo>
                    <a:pt x="82984" y="828681"/>
                    <a:pt x="72151" y="789431"/>
                    <a:pt x="66068" y="746175"/>
                  </a:cubicBezTo>
                  <a:cubicBezTo>
                    <a:pt x="51080" y="639550"/>
                    <a:pt x="68071" y="483149"/>
                    <a:pt x="118079" y="333494"/>
                  </a:cubicBezTo>
                  <a:cubicBezTo>
                    <a:pt x="149764" y="238597"/>
                    <a:pt x="219209" y="79524"/>
                    <a:pt x="328944" y="11192"/>
                  </a:cubicBezTo>
                  <a:cubicBezTo>
                    <a:pt x="345935" y="579"/>
                    <a:pt x="370717" y="-7432"/>
                    <a:pt x="385335" y="10078"/>
                  </a:cubicBezTo>
                  <a:cubicBezTo>
                    <a:pt x="391643" y="17644"/>
                    <a:pt x="398390" y="38940"/>
                    <a:pt x="380729" y="48065"/>
                  </a:cubicBez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76" name="Freeform: Shape 75">
              <a:extLst>
                <a:ext uri="{FF2B5EF4-FFF2-40B4-BE49-F238E27FC236}">
                  <a16:creationId xmlns:a16="http://schemas.microsoft.com/office/drawing/2014/main" id="{C2CB1D6C-AB8F-6A1C-8EEA-3BC2E4550F40}"/>
                </a:ext>
              </a:extLst>
            </p:cNvPr>
            <p:cNvSpPr/>
            <p:nvPr/>
          </p:nvSpPr>
          <p:spPr>
            <a:xfrm rot="10800000" flipV="1">
              <a:off x="9619431" y="5574156"/>
              <a:ext cx="356261" cy="64985"/>
            </a:xfrm>
            <a:custGeom>
              <a:avLst/>
              <a:gdLst>
                <a:gd name="connsiteX0" fmla="*/ 646284 w 683736"/>
                <a:gd name="connsiteY0" fmla="*/ 3133 h 124719"/>
                <a:gd name="connsiteX1" fmla="*/ 640582 w 683736"/>
                <a:gd name="connsiteY1" fmla="*/ 110434 h 124719"/>
                <a:gd name="connsiteX2" fmla="*/ 447797 w 683736"/>
                <a:gd name="connsiteY2" fmla="*/ 120165 h 124719"/>
                <a:gd name="connsiteX3" fmla="*/ 55305 w 683736"/>
                <a:gd name="connsiteY3" fmla="*/ 99908 h 124719"/>
                <a:gd name="connsiteX4" fmla="*/ -117 w 683736"/>
                <a:gd name="connsiteY4" fmla="*/ 64812 h 124719"/>
                <a:gd name="connsiteX5" fmla="*/ 55305 w 683736"/>
                <a:gd name="connsiteY5" fmla="*/ 9391 h 124719"/>
                <a:gd name="connsiteX6" fmla="*/ 424724 w 683736"/>
                <a:gd name="connsiteY6" fmla="*/ -177 h 124719"/>
                <a:gd name="connsiteX7" fmla="*/ 646284 w 683736"/>
                <a:gd name="connsiteY7" fmla="*/ 3133 h 124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3736" h="124719">
                  <a:moveTo>
                    <a:pt x="646284" y="3133"/>
                  </a:moveTo>
                  <a:cubicBezTo>
                    <a:pt x="722763" y="37377"/>
                    <a:pt x="661428" y="89288"/>
                    <a:pt x="640582" y="110434"/>
                  </a:cubicBezTo>
                  <a:cubicBezTo>
                    <a:pt x="616539" y="134846"/>
                    <a:pt x="480376" y="120165"/>
                    <a:pt x="447797" y="120165"/>
                  </a:cubicBezTo>
                  <a:lnTo>
                    <a:pt x="55305" y="99908"/>
                  </a:lnTo>
                  <a:cubicBezTo>
                    <a:pt x="24734" y="99908"/>
                    <a:pt x="-117" y="95383"/>
                    <a:pt x="-117" y="64812"/>
                  </a:cubicBezTo>
                  <a:cubicBezTo>
                    <a:pt x="-117" y="34173"/>
                    <a:pt x="24734" y="9391"/>
                    <a:pt x="55305" y="9391"/>
                  </a:cubicBezTo>
                  <a:cubicBezTo>
                    <a:pt x="55305" y="9391"/>
                    <a:pt x="387776" y="930"/>
                    <a:pt x="424724" y="-177"/>
                  </a:cubicBezTo>
                  <a:lnTo>
                    <a:pt x="646284" y="3133"/>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77" name="Freeform: Shape 76">
              <a:extLst>
                <a:ext uri="{FF2B5EF4-FFF2-40B4-BE49-F238E27FC236}">
                  <a16:creationId xmlns:a16="http://schemas.microsoft.com/office/drawing/2014/main" id="{6BFAFED9-A4F0-DF6A-7F62-F74A05DC7636}"/>
                </a:ext>
              </a:extLst>
            </p:cNvPr>
            <p:cNvSpPr/>
            <p:nvPr/>
          </p:nvSpPr>
          <p:spPr>
            <a:xfrm rot="10800000" flipV="1">
              <a:off x="9417654" y="5379334"/>
              <a:ext cx="176342" cy="278396"/>
            </a:xfrm>
            <a:custGeom>
              <a:avLst/>
              <a:gdLst>
                <a:gd name="connsiteX0" fmla="*/ 292869 w 338436"/>
                <a:gd name="connsiteY0" fmla="*/ 33701 h 534297"/>
                <a:gd name="connsiteX1" fmla="*/ 24793 w 338436"/>
                <a:gd name="connsiteY1" fmla="*/ 39152 h 534297"/>
                <a:gd name="connsiteX2" fmla="*/ 69187 w 338436"/>
                <a:gd name="connsiteY2" fmla="*/ 505001 h 534297"/>
                <a:gd name="connsiteX3" fmla="*/ 112093 w 338436"/>
                <a:gd name="connsiteY3" fmla="*/ 533050 h 534297"/>
                <a:gd name="connsiteX4" fmla="*/ 126417 w 338436"/>
                <a:gd name="connsiteY4" fmla="*/ 497266 h 534297"/>
                <a:gd name="connsiteX5" fmla="*/ 92949 w 338436"/>
                <a:gd name="connsiteY5" fmla="*/ 65417 h 534297"/>
                <a:gd name="connsiteX6" fmla="*/ 275828 w 338436"/>
                <a:gd name="connsiteY6" fmla="*/ 84097 h 534297"/>
                <a:gd name="connsiteX7" fmla="*/ 336882 w 338436"/>
                <a:gd name="connsiteY7" fmla="*/ 79128 h 534297"/>
                <a:gd name="connsiteX8" fmla="*/ 292869 w 338436"/>
                <a:gd name="connsiteY8" fmla="*/ 33701 h 534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436" h="534297">
                  <a:moveTo>
                    <a:pt x="292869" y="33701"/>
                  </a:moveTo>
                  <a:cubicBezTo>
                    <a:pt x="292869" y="33701"/>
                    <a:pt x="90108" y="-46039"/>
                    <a:pt x="24793" y="39152"/>
                  </a:cubicBezTo>
                  <a:cubicBezTo>
                    <a:pt x="-28639" y="108842"/>
                    <a:pt x="12189" y="396918"/>
                    <a:pt x="69187" y="505001"/>
                  </a:cubicBezTo>
                  <a:cubicBezTo>
                    <a:pt x="81854" y="529019"/>
                    <a:pt x="90797" y="537311"/>
                    <a:pt x="112093" y="533050"/>
                  </a:cubicBezTo>
                  <a:cubicBezTo>
                    <a:pt x="133389" y="528788"/>
                    <a:pt x="135460" y="514713"/>
                    <a:pt x="126417" y="497266"/>
                  </a:cubicBezTo>
                  <a:cubicBezTo>
                    <a:pt x="75508" y="399027"/>
                    <a:pt x="23022" y="87120"/>
                    <a:pt x="92949" y="65417"/>
                  </a:cubicBezTo>
                  <a:cubicBezTo>
                    <a:pt x="155711" y="45942"/>
                    <a:pt x="172189" y="62807"/>
                    <a:pt x="275828" y="84097"/>
                  </a:cubicBezTo>
                  <a:cubicBezTo>
                    <a:pt x="302200" y="89517"/>
                    <a:pt x="333133" y="91113"/>
                    <a:pt x="336882" y="79128"/>
                  </a:cubicBezTo>
                  <a:cubicBezTo>
                    <a:pt x="343979" y="56411"/>
                    <a:pt x="324103" y="39371"/>
                    <a:pt x="292869" y="33701"/>
                  </a:cubicBezTo>
                  <a:close/>
                </a:path>
              </a:pathLst>
            </a:custGeom>
            <a:solidFill>
              <a:srgbClr val="D0D0D0"/>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78" name="Freeform: Shape 77">
              <a:extLst>
                <a:ext uri="{FF2B5EF4-FFF2-40B4-BE49-F238E27FC236}">
                  <a16:creationId xmlns:a16="http://schemas.microsoft.com/office/drawing/2014/main" id="{0C504C3E-C874-64A5-6CBA-132519E3C7DA}"/>
                </a:ext>
              </a:extLst>
            </p:cNvPr>
            <p:cNvSpPr/>
            <p:nvPr/>
          </p:nvSpPr>
          <p:spPr>
            <a:xfrm rot="10800000" flipV="1">
              <a:off x="11145425" y="5379334"/>
              <a:ext cx="176341" cy="278396"/>
            </a:xfrm>
            <a:custGeom>
              <a:avLst/>
              <a:gdLst>
                <a:gd name="connsiteX0" fmla="*/ 45336 w 338434"/>
                <a:gd name="connsiteY0" fmla="*/ 33701 h 534297"/>
                <a:gd name="connsiteX1" fmla="*/ 313406 w 338434"/>
                <a:gd name="connsiteY1" fmla="*/ 39152 h 534297"/>
                <a:gd name="connsiteX2" fmla="*/ 269018 w 338434"/>
                <a:gd name="connsiteY2" fmla="*/ 505001 h 534297"/>
                <a:gd name="connsiteX3" fmla="*/ 226112 w 338434"/>
                <a:gd name="connsiteY3" fmla="*/ 533050 h 534297"/>
                <a:gd name="connsiteX4" fmla="*/ 211788 w 338434"/>
                <a:gd name="connsiteY4" fmla="*/ 497266 h 534297"/>
                <a:gd name="connsiteX5" fmla="*/ 245256 w 338434"/>
                <a:gd name="connsiteY5" fmla="*/ 65417 h 534297"/>
                <a:gd name="connsiteX6" fmla="*/ 62377 w 338434"/>
                <a:gd name="connsiteY6" fmla="*/ 84097 h 534297"/>
                <a:gd name="connsiteX7" fmla="*/ 1323 w 338434"/>
                <a:gd name="connsiteY7" fmla="*/ 79128 h 534297"/>
                <a:gd name="connsiteX8" fmla="*/ 45336 w 338434"/>
                <a:gd name="connsiteY8" fmla="*/ 33701 h 534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434" h="534297">
                  <a:moveTo>
                    <a:pt x="45336" y="33701"/>
                  </a:moveTo>
                  <a:cubicBezTo>
                    <a:pt x="45336" y="33701"/>
                    <a:pt x="248097" y="-46039"/>
                    <a:pt x="313406" y="39152"/>
                  </a:cubicBezTo>
                  <a:cubicBezTo>
                    <a:pt x="366837" y="108842"/>
                    <a:pt x="326016" y="396918"/>
                    <a:pt x="269018" y="505001"/>
                  </a:cubicBezTo>
                  <a:cubicBezTo>
                    <a:pt x="256345" y="529019"/>
                    <a:pt x="247408" y="537311"/>
                    <a:pt x="226112" y="533050"/>
                  </a:cubicBezTo>
                  <a:cubicBezTo>
                    <a:pt x="204816" y="528788"/>
                    <a:pt x="202745" y="514713"/>
                    <a:pt x="211788" y="497266"/>
                  </a:cubicBezTo>
                  <a:cubicBezTo>
                    <a:pt x="262697" y="399027"/>
                    <a:pt x="315183" y="87120"/>
                    <a:pt x="245256" y="65417"/>
                  </a:cubicBezTo>
                  <a:cubicBezTo>
                    <a:pt x="182494" y="45942"/>
                    <a:pt x="166016" y="62807"/>
                    <a:pt x="62377" y="84097"/>
                  </a:cubicBezTo>
                  <a:cubicBezTo>
                    <a:pt x="35999" y="89517"/>
                    <a:pt x="5066" y="91113"/>
                    <a:pt x="1323" y="79128"/>
                  </a:cubicBezTo>
                  <a:cubicBezTo>
                    <a:pt x="-5780" y="56411"/>
                    <a:pt x="14102" y="39371"/>
                    <a:pt x="45336" y="33701"/>
                  </a:cubicBezTo>
                  <a:close/>
                </a:path>
              </a:pathLst>
            </a:custGeom>
            <a:solidFill>
              <a:srgbClr val="D0D0D0"/>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79" name="Freeform: Shape 78">
              <a:extLst>
                <a:ext uri="{FF2B5EF4-FFF2-40B4-BE49-F238E27FC236}">
                  <a16:creationId xmlns:a16="http://schemas.microsoft.com/office/drawing/2014/main" id="{9133C917-DA0B-14E5-6E6B-70635386EC8A}"/>
                </a:ext>
              </a:extLst>
            </p:cNvPr>
            <p:cNvSpPr/>
            <p:nvPr/>
          </p:nvSpPr>
          <p:spPr>
            <a:xfrm rot="10800000" flipV="1">
              <a:off x="11336100" y="5709536"/>
              <a:ext cx="29868" cy="153624"/>
            </a:xfrm>
            <a:custGeom>
              <a:avLst/>
              <a:gdLst>
                <a:gd name="connsiteX0" fmla="*/ -117 w 57323"/>
                <a:gd name="connsiteY0" fmla="*/ -177 h 294835"/>
                <a:gd name="connsiteX1" fmla="*/ 57207 w 57323"/>
                <a:gd name="connsiteY1" fmla="*/ -177 h 294835"/>
                <a:gd name="connsiteX2" fmla="*/ 57207 w 57323"/>
                <a:gd name="connsiteY2" fmla="*/ 294658 h 294835"/>
                <a:gd name="connsiteX3" fmla="*/ -117 w 57323"/>
                <a:gd name="connsiteY3" fmla="*/ 294658 h 294835"/>
              </a:gdLst>
              <a:ahLst/>
              <a:cxnLst>
                <a:cxn ang="0">
                  <a:pos x="connsiteX0" y="connsiteY0"/>
                </a:cxn>
                <a:cxn ang="0">
                  <a:pos x="connsiteX1" y="connsiteY1"/>
                </a:cxn>
                <a:cxn ang="0">
                  <a:pos x="connsiteX2" y="connsiteY2"/>
                </a:cxn>
                <a:cxn ang="0">
                  <a:pos x="connsiteX3" y="connsiteY3"/>
                </a:cxn>
              </a:cxnLst>
              <a:rect l="l" t="t" r="r" b="b"/>
              <a:pathLst>
                <a:path w="57323" h="294835">
                  <a:moveTo>
                    <a:pt x="-117" y="-177"/>
                  </a:moveTo>
                  <a:lnTo>
                    <a:pt x="57207" y="-177"/>
                  </a:lnTo>
                  <a:lnTo>
                    <a:pt x="57207" y="294658"/>
                  </a:lnTo>
                  <a:lnTo>
                    <a:pt x="-117" y="294658"/>
                  </a:ln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80" name="Freeform: Shape 79">
              <a:extLst>
                <a:ext uri="{FF2B5EF4-FFF2-40B4-BE49-F238E27FC236}">
                  <a16:creationId xmlns:a16="http://schemas.microsoft.com/office/drawing/2014/main" id="{D29F2255-0309-1309-A5D2-E411455B8568}"/>
                </a:ext>
              </a:extLst>
            </p:cNvPr>
            <p:cNvSpPr/>
            <p:nvPr/>
          </p:nvSpPr>
          <p:spPr>
            <a:xfrm rot="10800000" flipV="1">
              <a:off x="11317931" y="5682652"/>
              <a:ext cx="65583" cy="34847"/>
            </a:xfrm>
            <a:custGeom>
              <a:avLst/>
              <a:gdLst>
                <a:gd name="connsiteX0" fmla="*/ 25610 w 125868"/>
                <a:gd name="connsiteY0" fmla="*/ 66702 h 66879"/>
                <a:gd name="connsiteX1" fmla="*/ 100025 w 125868"/>
                <a:gd name="connsiteY1" fmla="*/ 66702 h 66879"/>
                <a:gd name="connsiteX2" fmla="*/ 125751 w 125868"/>
                <a:gd name="connsiteY2" fmla="*/ 40969 h 66879"/>
                <a:gd name="connsiteX3" fmla="*/ 125751 w 125868"/>
                <a:gd name="connsiteY3" fmla="*/ 25556 h 66879"/>
                <a:gd name="connsiteX4" fmla="*/ 100025 w 125868"/>
                <a:gd name="connsiteY4" fmla="*/ -177 h 66879"/>
                <a:gd name="connsiteX5" fmla="*/ 25610 w 125868"/>
                <a:gd name="connsiteY5" fmla="*/ -177 h 66879"/>
                <a:gd name="connsiteX6" fmla="*/ -117 w 125868"/>
                <a:gd name="connsiteY6" fmla="*/ 25556 h 66879"/>
                <a:gd name="connsiteX7" fmla="*/ -117 w 125868"/>
                <a:gd name="connsiteY7" fmla="*/ 40969 h 66879"/>
                <a:gd name="connsiteX8" fmla="*/ 25610 w 125868"/>
                <a:gd name="connsiteY8" fmla="*/ 66702 h 66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868" h="66879">
                  <a:moveTo>
                    <a:pt x="25610" y="66702"/>
                  </a:moveTo>
                  <a:lnTo>
                    <a:pt x="100025" y="66702"/>
                  </a:lnTo>
                  <a:cubicBezTo>
                    <a:pt x="114237" y="66702"/>
                    <a:pt x="125751" y="55181"/>
                    <a:pt x="125751" y="40969"/>
                  </a:cubicBezTo>
                  <a:lnTo>
                    <a:pt x="125751" y="25556"/>
                  </a:lnTo>
                  <a:cubicBezTo>
                    <a:pt x="125751" y="11344"/>
                    <a:pt x="114237" y="-177"/>
                    <a:pt x="100025" y="-177"/>
                  </a:cubicBezTo>
                  <a:lnTo>
                    <a:pt x="25610" y="-177"/>
                  </a:lnTo>
                  <a:cubicBezTo>
                    <a:pt x="11404" y="-177"/>
                    <a:pt x="-117" y="11344"/>
                    <a:pt x="-117" y="25556"/>
                  </a:cubicBezTo>
                  <a:lnTo>
                    <a:pt x="-117" y="40969"/>
                  </a:lnTo>
                  <a:cubicBezTo>
                    <a:pt x="-117" y="55181"/>
                    <a:pt x="11404" y="66702"/>
                    <a:pt x="25610" y="66702"/>
                  </a:cubicBez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81" name="Freeform: Shape 80">
              <a:extLst>
                <a:ext uri="{FF2B5EF4-FFF2-40B4-BE49-F238E27FC236}">
                  <a16:creationId xmlns:a16="http://schemas.microsoft.com/office/drawing/2014/main" id="{45973228-86B6-C399-C001-FB8DC08533AB}"/>
                </a:ext>
              </a:extLst>
            </p:cNvPr>
            <p:cNvSpPr/>
            <p:nvPr/>
          </p:nvSpPr>
          <p:spPr>
            <a:xfrm rot="10800000" flipV="1">
              <a:off x="11327779" y="5847767"/>
              <a:ext cx="46511" cy="100790"/>
            </a:xfrm>
            <a:custGeom>
              <a:avLst/>
              <a:gdLst>
                <a:gd name="connsiteX0" fmla="*/ -117 w 89264"/>
                <a:gd name="connsiteY0" fmla="*/ -177 h 193436"/>
                <a:gd name="connsiteX1" fmla="*/ 89148 w 89264"/>
                <a:gd name="connsiteY1" fmla="*/ -177 h 193436"/>
                <a:gd name="connsiteX2" fmla="*/ 89148 w 89264"/>
                <a:gd name="connsiteY2" fmla="*/ 193259 h 193436"/>
                <a:gd name="connsiteX3" fmla="*/ -117 w 89264"/>
                <a:gd name="connsiteY3" fmla="*/ 193259 h 193436"/>
              </a:gdLst>
              <a:ahLst/>
              <a:cxnLst>
                <a:cxn ang="0">
                  <a:pos x="connsiteX0" y="connsiteY0"/>
                </a:cxn>
                <a:cxn ang="0">
                  <a:pos x="connsiteX1" y="connsiteY1"/>
                </a:cxn>
                <a:cxn ang="0">
                  <a:pos x="connsiteX2" y="connsiteY2"/>
                </a:cxn>
                <a:cxn ang="0">
                  <a:pos x="connsiteX3" y="connsiteY3"/>
                </a:cxn>
              </a:cxnLst>
              <a:rect l="l" t="t" r="r" b="b"/>
              <a:pathLst>
                <a:path w="89264" h="193436">
                  <a:moveTo>
                    <a:pt x="-117" y="-177"/>
                  </a:moveTo>
                  <a:lnTo>
                    <a:pt x="89148" y="-177"/>
                  </a:lnTo>
                  <a:lnTo>
                    <a:pt x="89148" y="193259"/>
                  </a:lnTo>
                  <a:lnTo>
                    <a:pt x="-117" y="193259"/>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82" name="Freeform: Shape 81">
              <a:extLst>
                <a:ext uri="{FF2B5EF4-FFF2-40B4-BE49-F238E27FC236}">
                  <a16:creationId xmlns:a16="http://schemas.microsoft.com/office/drawing/2014/main" id="{EC66BE6D-C2B3-CF80-D06B-7B8B6D98FC21}"/>
                </a:ext>
              </a:extLst>
            </p:cNvPr>
            <p:cNvSpPr/>
            <p:nvPr/>
          </p:nvSpPr>
          <p:spPr>
            <a:xfrm rot="10800000" flipV="1">
              <a:off x="11316412" y="5891396"/>
              <a:ext cx="69382" cy="113872"/>
            </a:xfrm>
            <a:custGeom>
              <a:avLst/>
              <a:gdLst>
                <a:gd name="connsiteX0" fmla="*/ 133042 w 133158"/>
                <a:gd name="connsiteY0" fmla="*/ 218366 h 218543"/>
                <a:gd name="connsiteX1" fmla="*/ -117 w 133158"/>
                <a:gd name="connsiteY1" fmla="*/ 218366 h 218543"/>
                <a:gd name="connsiteX2" fmla="*/ 20491 w 133158"/>
                <a:gd name="connsiteY2" fmla="*/ -177 h 218543"/>
                <a:gd name="connsiteX3" fmla="*/ 112434 w 133158"/>
                <a:gd name="connsiteY3" fmla="*/ -177 h 218543"/>
                <a:gd name="connsiteX4" fmla="*/ 133042 w 133158"/>
                <a:gd name="connsiteY4" fmla="*/ 218366 h 218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158" h="218543">
                  <a:moveTo>
                    <a:pt x="133042" y="218366"/>
                  </a:moveTo>
                  <a:lnTo>
                    <a:pt x="-117" y="218366"/>
                  </a:lnTo>
                  <a:lnTo>
                    <a:pt x="20491" y="-177"/>
                  </a:lnTo>
                  <a:lnTo>
                    <a:pt x="112434" y="-177"/>
                  </a:lnTo>
                  <a:lnTo>
                    <a:pt x="133042" y="218366"/>
                  </a:ln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83" name="Freeform: Shape 82">
              <a:extLst>
                <a:ext uri="{FF2B5EF4-FFF2-40B4-BE49-F238E27FC236}">
                  <a16:creationId xmlns:a16="http://schemas.microsoft.com/office/drawing/2014/main" id="{98701974-5574-26A3-0784-424B3557B358}"/>
                </a:ext>
              </a:extLst>
            </p:cNvPr>
            <p:cNvSpPr/>
            <p:nvPr/>
          </p:nvSpPr>
          <p:spPr>
            <a:xfrm rot="10800000" flipV="1">
              <a:off x="11156413" y="5951182"/>
              <a:ext cx="395235" cy="122349"/>
            </a:xfrm>
            <a:custGeom>
              <a:avLst/>
              <a:gdLst>
                <a:gd name="connsiteX0" fmla="*/ 681615 w 758536"/>
                <a:gd name="connsiteY0" fmla="*/ 173483 h 234813"/>
                <a:gd name="connsiteX1" fmla="*/ 379370 w 758536"/>
                <a:gd name="connsiteY1" fmla="*/ 87873 h 234813"/>
                <a:gd name="connsiteX2" fmla="*/ 62331 w 758536"/>
                <a:gd name="connsiteY2" fmla="*/ 173483 h 234813"/>
                <a:gd name="connsiteX3" fmla="*/ 13756 w 758536"/>
                <a:gd name="connsiteY3" fmla="*/ 198303 h 234813"/>
                <a:gd name="connsiteX4" fmla="*/ 7786 w 758536"/>
                <a:gd name="connsiteY4" fmla="*/ 159503 h 234813"/>
                <a:gd name="connsiteX5" fmla="*/ 385340 w 758536"/>
                <a:gd name="connsiteY5" fmla="*/ -177 h 234813"/>
                <a:gd name="connsiteX6" fmla="*/ 736041 w 758536"/>
                <a:gd name="connsiteY6" fmla="*/ 153533 h 234813"/>
                <a:gd name="connsiteX7" fmla="*/ 758420 w 758536"/>
                <a:gd name="connsiteY7" fmla="*/ 231133 h 234813"/>
                <a:gd name="connsiteX8" fmla="*/ 681615 w 758536"/>
                <a:gd name="connsiteY8" fmla="*/ 173483 h 234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8536" h="234813">
                  <a:moveTo>
                    <a:pt x="681615" y="173483"/>
                  </a:moveTo>
                  <a:lnTo>
                    <a:pt x="379370" y="87873"/>
                  </a:lnTo>
                  <a:lnTo>
                    <a:pt x="62331" y="173483"/>
                  </a:lnTo>
                  <a:cubicBezTo>
                    <a:pt x="41554" y="173483"/>
                    <a:pt x="13756" y="198303"/>
                    <a:pt x="13756" y="198303"/>
                  </a:cubicBezTo>
                  <a:cubicBezTo>
                    <a:pt x="13756" y="177526"/>
                    <a:pt x="-12985" y="159503"/>
                    <a:pt x="7786" y="159503"/>
                  </a:cubicBezTo>
                  <a:lnTo>
                    <a:pt x="385340" y="-177"/>
                  </a:lnTo>
                  <a:lnTo>
                    <a:pt x="736041" y="153533"/>
                  </a:lnTo>
                  <a:cubicBezTo>
                    <a:pt x="756812" y="153533"/>
                    <a:pt x="758420" y="231133"/>
                    <a:pt x="758420" y="231133"/>
                  </a:cubicBezTo>
                  <a:cubicBezTo>
                    <a:pt x="758420" y="251909"/>
                    <a:pt x="702392" y="173483"/>
                    <a:pt x="681615" y="173483"/>
                  </a:cubicBez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84" name="Freeform: Shape 83">
              <a:extLst>
                <a:ext uri="{FF2B5EF4-FFF2-40B4-BE49-F238E27FC236}">
                  <a16:creationId xmlns:a16="http://schemas.microsoft.com/office/drawing/2014/main" id="{311D4572-12AC-1ACD-23B3-AD36C605413D}"/>
                </a:ext>
              </a:extLst>
            </p:cNvPr>
            <p:cNvSpPr/>
            <p:nvPr/>
          </p:nvSpPr>
          <p:spPr>
            <a:xfrm rot="10800000" flipV="1">
              <a:off x="11336720" y="5984617"/>
              <a:ext cx="28769" cy="59874"/>
            </a:xfrm>
            <a:custGeom>
              <a:avLst/>
              <a:gdLst>
                <a:gd name="connsiteX0" fmla="*/ -117 w 55214"/>
                <a:gd name="connsiteY0" fmla="*/ -177 h 114910"/>
                <a:gd name="connsiteX1" fmla="*/ 55098 w 55214"/>
                <a:gd name="connsiteY1" fmla="*/ -177 h 114910"/>
                <a:gd name="connsiteX2" fmla="*/ 55098 w 55214"/>
                <a:gd name="connsiteY2" fmla="*/ 114733 h 114910"/>
                <a:gd name="connsiteX3" fmla="*/ -117 w 55214"/>
                <a:gd name="connsiteY3" fmla="*/ 114733 h 114910"/>
              </a:gdLst>
              <a:ahLst/>
              <a:cxnLst>
                <a:cxn ang="0">
                  <a:pos x="connsiteX0" y="connsiteY0"/>
                </a:cxn>
                <a:cxn ang="0">
                  <a:pos x="connsiteX1" y="connsiteY1"/>
                </a:cxn>
                <a:cxn ang="0">
                  <a:pos x="connsiteX2" y="connsiteY2"/>
                </a:cxn>
                <a:cxn ang="0">
                  <a:pos x="connsiteX3" y="connsiteY3"/>
                </a:cxn>
              </a:cxnLst>
              <a:rect l="l" t="t" r="r" b="b"/>
              <a:pathLst>
                <a:path w="55214" h="114910">
                  <a:moveTo>
                    <a:pt x="-117" y="-177"/>
                  </a:moveTo>
                  <a:lnTo>
                    <a:pt x="55098" y="-177"/>
                  </a:lnTo>
                  <a:lnTo>
                    <a:pt x="55098" y="114733"/>
                  </a:lnTo>
                  <a:lnTo>
                    <a:pt x="-117" y="114733"/>
                  </a:ln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85" name="Freeform: Shape 84">
              <a:extLst>
                <a:ext uri="{FF2B5EF4-FFF2-40B4-BE49-F238E27FC236}">
                  <a16:creationId xmlns:a16="http://schemas.microsoft.com/office/drawing/2014/main" id="{8DAE9DAF-F203-A481-0ADA-BFE9F8835D14}"/>
                </a:ext>
              </a:extLst>
            </p:cNvPr>
            <p:cNvSpPr/>
            <p:nvPr/>
          </p:nvSpPr>
          <p:spPr>
            <a:xfrm rot="10800000" flipV="1">
              <a:off x="11319604" y="6027728"/>
              <a:ext cx="62998" cy="72802"/>
            </a:xfrm>
            <a:custGeom>
              <a:avLst/>
              <a:gdLst>
                <a:gd name="connsiteX0" fmla="*/ 120789 w 120905"/>
                <a:gd name="connsiteY0" fmla="*/ 69681 h 139723"/>
                <a:gd name="connsiteX1" fmla="*/ 60336 w 120905"/>
                <a:gd name="connsiteY1" fmla="*/ 139546 h 139723"/>
                <a:gd name="connsiteX2" fmla="*/ -117 w 120905"/>
                <a:gd name="connsiteY2" fmla="*/ 69681 h 139723"/>
                <a:gd name="connsiteX3" fmla="*/ 60336 w 120905"/>
                <a:gd name="connsiteY3" fmla="*/ -177 h 139723"/>
                <a:gd name="connsiteX4" fmla="*/ 120789 w 120905"/>
                <a:gd name="connsiteY4" fmla="*/ 69681 h 139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905" h="139723">
                  <a:moveTo>
                    <a:pt x="120789" y="69681"/>
                  </a:moveTo>
                  <a:cubicBezTo>
                    <a:pt x="120789" y="108268"/>
                    <a:pt x="93723" y="139546"/>
                    <a:pt x="60336" y="139546"/>
                  </a:cubicBezTo>
                  <a:cubicBezTo>
                    <a:pt x="26949" y="139546"/>
                    <a:pt x="-117" y="108268"/>
                    <a:pt x="-117" y="69681"/>
                  </a:cubicBezTo>
                  <a:cubicBezTo>
                    <a:pt x="-117" y="31100"/>
                    <a:pt x="26949" y="-177"/>
                    <a:pt x="60336" y="-177"/>
                  </a:cubicBezTo>
                  <a:cubicBezTo>
                    <a:pt x="93723" y="-177"/>
                    <a:pt x="120789" y="31100"/>
                    <a:pt x="120789" y="69681"/>
                  </a:cubicBez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86" name="Freeform: Shape 85">
              <a:extLst>
                <a:ext uri="{FF2B5EF4-FFF2-40B4-BE49-F238E27FC236}">
                  <a16:creationId xmlns:a16="http://schemas.microsoft.com/office/drawing/2014/main" id="{430016E0-0DB3-1FEB-B4BC-E369F8642DB2}"/>
                </a:ext>
              </a:extLst>
            </p:cNvPr>
            <p:cNvSpPr/>
            <p:nvPr/>
          </p:nvSpPr>
          <p:spPr>
            <a:xfrm rot="10800000" flipV="1">
              <a:off x="11354370" y="6047358"/>
              <a:ext cx="18981" cy="33540"/>
            </a:xfrm>
            <a:custGeom>
              <a:avLst/>
              <a:gdLst>
                <a:gd name="connsiteX0" fmla="*/ 36311 w 36428"/>
                <a:gd name="connsiteY0" fmla="*/ 32008 h 64370"/>
                <a:gd name="connsiteX1" fmla="*/ 18100 w 36428"/>
                <a:gd name="connsiteY1" fmla="*/ 64193 h 64370"/>
                <a:gd name="connsiteX2" fmla="*/ -117 w 36428"/>
                <a:gd name="connsiteY2" fmla="*/ 32008 h 64370"/>
                <a:gd name="connsiteX3" fmla="*/ 18100 w 36428"/>
                <a:gd name="connsiteY3" fmla="*/ -177 h 64370"/>
                <a:gd name="connsiteX4" fmla="*/ 36311 w 36428"/>
                <a:gd name="connsiteY4" fmla="*/ 32008 h 6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28" h="64370">
                  <a:moveTo>
                    <a:pt x="36311" y="32008"/>
                  </a:moveTo>
                  <a:cubicBezTo>
                    <a:pt x="36311" y="49787"/>
                    <a:pt x="28157" y="64193"/>
                    <a:pt x="18100" y="64193"/>
                  </a:cubicBezTo>
                  <a:cubicBezTo>
                    <a:pt x="8044" y="64193"/>
                    <a:pt x="-117" y="49787"/>
                    <a:pt x="-117" y="32008"/>
                  </a:cubicBezTo>
                  <a:cubicBezTo>
                    <a:pt x="-117" y="14235"/>
                    <a:pt x="8044" y="-177"/>
                    <a:pt x="18100" y="-177"/>
                  </a:cubicBezTo>
                  <a:cubicBezTo>
                    <a:pt x="28157" y="-177"/>
                    <a:pt x="36311" y="14235"/>
                    <a:pt x="36311" y="32008"/>
                  </a:cubicBez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87" name="Freeform: Shape 86">
              <a:extLst>
                <a:ext uri="{FF2B5EF4-FFF2-40B4-BE49-F238E27FC236}">
                  <a16:creationId xmlns:a16="http://schemas.microsoft.com/office/drawing/2014/main" id="{66D38446-A8F7-08AB-E31E-DC91F1CBD284}"/>
                </a:ext>
              </a:extLst>
            </p:cNvPr>
            <p:cNvSpPr/>
            <p:nvPr/>
          </p:nvSpPr>
          <p:spPr>
            <a:xfrm rot="10800000" flipV="1">
              <a:off x="11497645" y="6027728"/>
              <a:ext cx="72802" cy="72802"/>
            </a:xfrm>
            <a:custGeom>
              <a:avLst/>
              <a:gdLst>
                <a:gd name="connsiteX0" fmla="*/ 139607 w 139723"/>
                <a:gd name="connsiteY0" fmla="*/ 69681 h 139723"/>
                <a:gd name="connsiteX1" fmla="*/ 69748 w 139723"/>
                <a:gd name="connsiteY1" fmla="*/ 139546 h 139723"/>
                <a:gd name="connsiteX2" fmla="*/ -117 w 139723"/>
                <a:gd name="connsiteY2" fmla="*/ 69681 h 139723"/>
                <a:gd name="connsiteX3" fmla="*/ 69748 w 139723"/>
                <a:gd name="connsiteY3" fmla="*/ -177 h 139723"/>
                <a:gd name="connsiteX4" fmla="*/ 139607 w 139723"/>
                <a:gd name="connsiteY4" fmla="*/ 69681 h 139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723" h="139723">
                  <a:moveTo>
                    <a:pt x="139607" y="69681"/>
                  </a:moveTo>
                  <a:cubicBezTo>
                    <a:pt x="139607" y="108268"/>
                    <a:pt x="108329" y="139546"/>
                    <a:pt x="69748" y="139546"/>
                  </a:cubicBezTo>
                  <a:cubicBezTo>
                    <a:pt x="31161" y="139546"/>
                    <a:pt x="-117" y="108268"/>
                    <a:pt x="-117" y="69681"/>
                  </a:cubicBezTo>
                  <a:cubicBezTo>
                    <a:pt x="-117" y="31100"/>
                    <a:pt x="31161" y="-177"/>
                    <a:pt x="69748" y="-177"/>
                  </a:cubicBezTo>
                  <a:cubicBezTo>
                    <a:pt x="108329" y="-177"/>
                    <a:pt x="139607" y="31100"/>
                    <a:pt x="139607" y="69681"/>
                  </a:cubicBez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88" name="Freeform: Shape 87">
              <a:extLst>
                <a:ext uri="{FF2B5EF4-FFF2-40B4-BE49-F238E27FC236}">
                  <a16:creationId xmlns:a16="http://schemas.microsoft.com/office/drawing/2014/main" id="{155BB112-738B-74FB-857F-B99636A05187}"/>
                </a:ext>
              </a:extLst>
            </p:cNvPr>
            <p:cNvSpPr/>
            <p:nvPr/>
          </p:nvSpPr>
          <p:spPr>
            <a:xfrm rot="10800000" flipV="1">
              <a:off x="11538711" y="6052245"/>
              <a:ext cx="18981" cy="28652"/>
            </a:xfrm>
            <a:custGeom>
              <a:avLst/>
              <a:gdLst>
                <a:gd name="connsiteX0" fmla="*/ 36311 w 36428"/>
                <a:gd name="connsiteY0" fmla="*/ 27320 h 54989"/>
                <a:gd name="connsiteX1" fmla="*/ 18094 w 36428"/>
                <a:gd name="connsiteY1" fmla="*/ 54812 h 54989"/>
                <a:gd name="connsiteX2" fmla="*/ -117 w 36428"/>
                <a:gd name="connsiteY2" fmla="*/ 27320 h 54989"/>
                <a:gd name="connsiteX3" fmla="*/ 18094 w 36428"/>
                <a:gd name="connsiteY3" fmla="*/ -177 h 54989"/>
                <a:gd name="connsiteX4" fmla="*/ 36311 w 36428"/>
                <a:gd name="connsiteY4" fmla="*/ 27320 h 54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28" h="54989">
                  <a:moveTo>
                    <a:pt x="36311" y="27320"/>
                  </a:moveTo>
                  <a:cubicBezTo>
                    <a:pt x="36311" y="42503"/>
                    <a:pt x="28157" y="54812"/>
                    <a:pt x="18094" y="54812"/>
                  </a:cubicBezTo>
                  <a:cubicBezTo>
                    <a:pt x="8037" y="54812"/>
                    <a:pt x="-117" y="42503"/>
                    <a:pt x="-117" y="27320"/>
                  </a:cubicBezTo>
                  <a:cubicBezTo>
                    <a:pt x="-117" y="12132"/>
                    <a:pt x="8037" y="-177"/>
                    <a:pt x="18094" y="-177"/>
                  </a:cubicBezTo>
                  <a:cubicBezTo>
                    <a:pt x="28157" y="-177"/>
                    <a:pt x="36311" y="12132"/>
                    <a:pt x="36311" y="27320"/>
                  </a:cubicBez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89" name="Freeform: Shape 88">
              <a:extLst>
                <a:ext uri="{FF2B5EF4-FFF2-40B4-BE49-F238E27FC236}">
                  <a16:creationId xmlns:a16="http://schemas.microsoft.com/office/drawing/2014/main" id="{80DDCD59-F213-0A55-7DBA-83F3B82027ED}"/>
                </a:ext>
              </a:extLst>
            </p:cNvPr>
            <p:cNvSpPr/>
            <p:nvPr/>
          </p:nvSpPr>
          <p:spPr>
            <a:xfrm rot="10800000" flipV="1">
              <a:off x="11141306" y="6027728"/>
              <a:ext cx="72802" cy="72802"/>
            </a:xfrm>
            <a:custGeom>
              <a:avLst/>
              <a:gdLst>
                <a:gd name="connsiteX0" fmla="*/ -117 w 139723"/>
                <a:gd name="connsiteY0" fmla="*/ 69681 h 139723"/>
                <a:gd name="connsiteX1" fmla="*/ 69748 w 139723"/>
                <a:gd name="connsiteY1" fmla="*/ 139546 h 139723"/>
                <a:gd name="connsiteX2" fmla="*/ 139607 w 139723"/>
                <a:gd name="connsiteY2" fmla="*/ 69681 h 139723"/>
                <a:gd name="connsiteX3" fmla="*/ 69748 w 139723"/>
                <a:gd name="connsiteY3" fmla="*/ -177 h 139723"/>
                <a:gd name="connsiteX4" fmla="*/ -117 w 139723"/>
                <a:gd name="connsiteY4" fmla="*/ 69681 h 139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723" h="139723">
                  <a:moveTo>
                    <a:pt x="-117" y="69681"/>
                  </a:moveTo>
                  <a:cubicBezTo>
                    <a:pt x="-117" y="108268"/>
                    <a:pt x="31161" y="139546"/>
                    <a:pt x="69748" y="139546"/>
                  </a:cubicBezTo>
                  <a:cubicBezTo>
                    <a:pt x="108329" y="139546"/>
                    <a:pt x="139607" y="108268"/>
                    <a:pt x="139607" y="69681"/>
                  </a:cubicBezTo>
                  <a:cubicBezTo>
                    <a:pt x="139607" y="31100"/>
                    <a:pt x="108329" y="-177"/>
                    <a:pt x="69748" y="-177"/>
                  </a:cubicBezTo>
                  <a:cubicBezTo>
                    <a:pt x="31161" y="-177"/>
                    <a:pt x="-117" y="31100"/>
                    <a:pt x="-117" y="69681"/>
                  </a:cubicBez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90" name="Freeform: Shape 89">
              <a:extLst>
                <a:ext uri="{FF2B5EF4-FFF2-40B4-BE49-F238E27FC236}">
                  <a16:creationId xmlns:a16="http://schemas.microsoft.com/office/drawing/2014/main" id="{0CEE715A-47B9-229F-7A7C-A05673BCBA34}"/>
                </a:ext>
              </a:extLst>
            </p:cNvPr>
            <p:cNvSpPr/>
            <p:nvPr/>
          </p:nvSpPr>
          <p:spPr>
            <a:xfrm rot="10800000" flipV="1">
              <a:off x="11186105" y="6052245"/>
              <a:ext cx="18981" cy="28652"/>
            </a:xfrm>
            <a:custGeom>
              <a:avLst/>
              <a:gdLst>
                <a:gd name="connsiteX0" fmla="*/ 36311 w 36428"/>
                <a:gd name="connsiteY0" fmla="*/ 27320 h 54989"/>
                <a:gd name="connsiteX1" fmla="*/ 18100 w 36428"/>
                <a:gd name="connsiteY1" fmla="*/ 54812 h 54989"/>
                <a:gd name="connsiteX2" fmla="*/ -117 w 36428"/>
                <a:gd name="connsiteY2" fmla="*/ 27320 h 54989"/>
                <a:gd name="connsiteX3" fmla="*/ 18100 w 36428"/>
                <a:gd name="connsiteY3" fmla="*/ -177 h 54989"/>
                <a:gd name="connsiteX4" fmla="*/ 36311 w 36428"/>
                <a:gd name="connsiteY4" fmla="*/ 27320 h 54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28" h="54989">
                  <a:moveTo>
                    <a:pt x="36311" y="27320"/>
                  </a:moveTo>
                  <a:cubicBezTo>
                    <a:pt x="36311" y="42503"/>
                    <a:pt x="28157" y="54812"/>
                    <a:pt x="18100" y="54812"/>
                  </a:cubicBezTo>
                  <a:cubicBezTo>
                    <a:pt x="8037" y="54812"/>
                    <a:pt x="-117" y="42503"/>
                    <a:pt x="-117" y="27320"/>
                  </a:cubicBezTo>
                  <a:cubicBezTo>
                    <a:pt x="-117" y="12132"/>
                    <a:pt x="8037" y="-177"/>
                    <a:pt x="18100" y="-177"/>
                  </a:cubicBezTo>
                  <a:cubicBezTo>
                    <a:pt x="28157" y="-177"/>
                    <a:pt x="36311" y="12132"/>
                    <a:pt x="36311" y="27320"/>
                  </a:cubicBez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91" name="Freeform: Shape 90">
              <a:extLst>
                <a:ext uri="{FF2B5EF4-FFF2-40B4-BE49-F238E27FC236}">
                  <a16:creationId xmlns:a16="http://schemas.microsoft.com/office/drawing/2014/main" id="{274D4250-8861-1A42-701C-5B2D6C7F20CC}"/>
                </a:ext>
              </a:extLst>
            </p:cNvPr>
            <p:cNvSpPr/>
            <p:nvPr/>
          </p:nvSpPr>
          <p:spPr>
            <a:xfrm rot="10800000" flipV="1">
              <a:off x="11073805" y="5614107"/>
              <a:ext cx="491579" cy="85444"/>
            </a:xfrm>
            <a:custGeom>
              <a:avLst/>
              <a:gdLst>
                <a:gd name="connsiteX0" fmla="*/ -117 w 943438"/>
                <a:gd name="connsiteY0" fmla="*/ 33898 h 163985"/>
                <a:gd name="connsiteX1" fmla="*/ 421557 w 943438"/>
                <a:gd name="connsiteY1" fmla="*/ 163808 h 163985"/>
                <a:gd name="connsiteX2" fmla="*/ 943322 w 943438"/>
                <a:gd name="connsiteY2" fmla="*/ -177 h 163985"/>
                <a:gd name="connsiteX3" fmla="*/ -117 w 943438"/>
                <a:gd name="connsiteY3" fmla="*/ 33898 h 163985"/>
              </a:gdLst>
              <a:ahLst/>
              <a:cxnLst>
                <a:cxn ang="0">
                  <a:pos x="connsiteX0" y="connsiteY0"/>
                </a:cxn>
                <a:cxn ang="0">
                  <a:pos x="connsiteX1" y="connsiteY1"/>
                </a:cxn>
                <a:cxn ang="0">
                  <a:pos x="connsiteX2" y="connsiteY2"/>
                </a:cxn>
                <a:cxn ang="0">
                  <a:pos x="connsiteX3" y="connsiteY3"/>
                </a:cxn>
              </a:cxnLst>
              <a:rect l="l" t="t" r="r" b="b"/>
              <a:pathLst>
                <a:path w="943438" h="163985">
                  <a:moveTo>
                    <a:pt x="-117" y="33898"/>
                  </a:moveTo>
                  <a:cubicBezTo>
                    <a:pt x="-117" y="33898"/>
                    <a:pt x="227758" y="163808"/>
                    <a:pt x="421557" y="163808"/>
                  </a:cubicBezTo>
                  <a:cubicBezTo>
                    <a:pt x="615356" y="163808"/>
                    <a:pt x="943322" y="-177"/>
                    <a:pt x="943322" y="-177"/>
                  </a:cubicBezTo>
                  <a:lnTo>
                    <a:pt x="-117" y="33898"/>
                  </a:lnTo>
                  <a:close/>
                </a:path>
              </a:pathLst>
            </a:custGeom>
            <a:solidFill>
              <a:srgbClr val="D0D0D0"/>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92" name="Freeform: Shape 91">
              <a:extLst>
                <a:ext uri="{FF2B5EF4-FFF2-40B4-BE49-F238E27FC236}">
                  <a16:creationId xmlns:a16="http://schemas.microsoft.com/office/drawing/2014/main" id="{024EA889-F23A-B2D8-CA3B-FD28B3CAA862}"/>
                </a:ext>
              </a:extLst>
            </p:cNvPr>
            <p:cNvSpPr/>
            <p:nvPr/>
          </p:nvSpPr>
          <p:spPr>
            <a:xfrm rot="10800000" flipV="1">
              <a:off x="11317447" y="5045777"/>
              <a:ext cx="407747" cy="558796"/>
            </a:xfrm>
            <a:custGeom>
              <a:avLst/>
              <a:gdLst>
                <a:gd name="connsiteX0" fmla="*/ 505584 w 782547"/>
                <a:gd name="connsiteY0" fmla="*/ -177 h 1072441"/>
                <a:gd name="connsiteX1" fmla="*/ -117 w 782547"/>
                <a:gd name="connsiteY1" fmla="*/ -177 h 1072441"/>
                <a:gd name="connsiteX2" fmla="*/ 259705 w 782547"/>
                <a:gd name="connsiteY2" fmla="*/ 455922 h 1072441"/>
                <a:gd name="connsiteX3" fmla="*/ 242664 w 782547"/>
                <a:gd name="connsiteY3" fmla="*/ 905281 h 1072441"/>
                <a:gd name="connsiteX4" fmla="*/ 293774 w 782547"/>
                <a:gd name="connsiteY4" fmla="*/ 1058616 h 1072441"/>
                <a:gd name="connsiteX5" fmla="*/ 752977 w 782547"/>
                <a:gd name="connsiteY5" fmla="*/ 1052226 h 1072441"/>
                <a:gd name="connsiteX6" fmla="*/ 751913 w 782547"/>
                <a:gd name="connsiteY6" fmla="*/ 853107 h 1072441"/>
                <a:gd name="connsiteX7" fmla="*/ 727425 w 782547"/>
                <a:gd name="connsiteY7" fmla="*/ 349441 h 1072441"/>
                <a:gd name="connsiteX8" fmla="*/ 505584 w 782547"/>
                <a:gd name="connsiteY8" fmla="*/ -177 h 1072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2547" h="1072441">
                  <a:moveTo>
                    <a:pt x="505584" y="-177"/>
                  </a:moveTo>
                  <a:lnTo>
                    <a:pt x="-117" y="-177"/>
                  </a:lnTo>
                  <a:cubicBezTo>
                    <a:pt x="-117" y="-177"/>
                    <a:pt x="228821" y="250407"/>
                    <a:pt x="259705" y="455922"/>
                  </a:cubicBezTo>
                  <a:cubicBezTo>
                    <a:pt x="290582" y="661436"/>
                    <a:pt x="251181" y="855235"/>
                    <a:pt x="242664" y="905281"/>
                  </a:cubicBezTo>
                  <a:cubicBezTo>
                    <a:pt x="234147" y="955327"/>
                    <a:pt x="204327" y="1024541"/>
                    <a:pt x="293774" y="1058616"/>
                  </a:cubicBezTo>
                  <a:cubicBezTo>
                    <a:pt x="383220" y="1092691"/>
                    <a:pt x="752977" y="1052226"/>
                    <a:pt x="752977" y="1052226"/>
                  </a:cubicBezTo>
                  <a:cubicBezTo>
                    <a:pt x="752977" y="1052226"/>
                    <a:pt x="731687" y="977687"/>
                    <a:pt x="751913" y="853107"/>
                  </a:cubicBezTo>
                  <a:cubicBezTo>
                    <a:pt x="772145" y="728516"/>
                    <a:pt x="820063" y="561338"/>
                    <a:pt x="727425" y="349441"/>
                  </a:cubicBezTo>
                  <a:cubicBezTo>
                    <a:pt x="634787" y="137537"/>
                    <a:pt x="505584" y="-177"/>
                    <a:pt x="505584" y="-177"/>
                  </a:cubicBez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93" name="Freeform: Shape 92">
              <a:extLst>
                <a:ext uri="{FF2B5EF4-FFF2-40B4-BE49-F238E27FC236}">
                  <a16:creationId xmlns:a16="http://schemas.microsoft.com/office/drawing/2014/main" id="{689886F5-9E8E-BF34-33CE-43DBDF7D1935}"/>
                </a:ext>
              </a:extLst>
            </p:cNvPr>
            <p:cNvSpPr/>
            <p:nvPr/>
          </p:nvSpPr>
          <p:spPr>
            <a:xfrm rot="10800000" flipV="1">
              <a:off x="11276503" y="5045586"/>
              <a:ext cx="466769" cy="591268"/>
            </a:xfrm>
            <a:custGeom>
              <a:avLst/>
              <a:gdLst>
                <a:gd name="connsiteX0" fmla="*/ 790645 w 895822"/>
                <a:gd name="connsiteY0" fmla="*/ 1133521 h 1134762"/>
                <a:gd name="connsiteX1" fmla="*/ 368972 w 895822"/>
                <a:gd name="connsiteY1" fmla="*/ 1134586 h 1134762"/>
                <a:gd name="connsiteX2" fmla="*/ 281209 w 895822"/>
                <a:gd name="connsiteY2" fmla="*/ 1096668 h 1134762"/>
                <a:gd name="connsiteX3" fmla="*/ 231263 w 895822"/>
                <a:gd name="connsiteY3" fmla="*/ 950474 h 1134762"/>
                <a:gd name="connsiteX4" fmla="*/ 253711 w 895822"/>
                <a:gd name="connsiteY4" fmla="*/ 833917 h 1134762"/>
                <a:gd name="connsiteX5" fmla="*/ 277222 w 895822"/>
                <a:gd name="connsiteY5" fmla="*/ 730747 h 1134762"/>
                <a:gd name="connsiteX6" fmla="*/ 245450 w 895822"/>
                <a:gd name="connsiteY6" fmla="*/ 421506 h 1134762"/>
                <a:gd name="connsiteX7" fmla="*/ 82178 w 895822"/>
                <a:gd name="connsiteY7" fmla="*/ 96375 h 1134762"/>
                <a:gd name="connsiteX8" fmla="*/ 11186 w 895822"/>
                <a:gd name="connsiteY8" fmla="*/ 48101 h 1134762"/>
                <a:gd name="connsiteX9" fmla="*/ 6574 w 895822"/>
                <a:gd name="connsiteY9" fmla="*/ 10120 h 1134762"/>
                <a:gd name="connsiteX10" fmla="*/ 63009 w 895822"/>
                <a:gd name="connsiteY10" fmla="*/ 11191 h 1134762"/>
                <a:gd name="connsiteX11" fmla="*/ 273843 w 895822"/>
                <a:gd name="connsiteY11" fmla="*/ 333480 h 1134762"/>
                <a:gd name="connsiteX12" fmla="*/ 325847 w 895822"/>
                <a:gd name="connsiteY12" fmla="*/ 746192 h 1134762"/>
                <a:gd name="connsiteX13" fmla="*/ 299451 w 895822"/>
                <a:gd name="connsiteY13" fmla="*/ 863280 h 1134762"/>
                <a:gd name="connsiteX14" fmla="*/ 280946 w 895822"/>
                <a:gd name="connsiteY14" fmla="*/ 952401 h 1134762"/>
                <a:gd name="connsiteX15" fmla="*/ 392045 w 895822"/>
                <a:gd name="connsiteY15" fmla="*/ 1028192 h 1134762"/>
                <a:gd name="connsiteX16" fmla="*/ 841755 w 895822"/>
                <a:gd name="connsiteY16" fmla="*/ 1018912 h 1134762"/>
                <a:gd name="connsiteX17" fmla="*/ 895705 w 895822"/>
                <a:gd name="connsiteY17" fmla="*/ 1079214 h 1134762"/>
                <a:gd name="connsiteX18" fmla="*/ 790645 w 895822"/>
                <a:gd name="connsiteY18" fmla="*/ 1133521 h 1134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5822" h="1134762">
                  <a:moveTo>
                    <a:pt x="790645" y="1133521"/>
                  </a:moveTo>
                  <a:lnTo>
                    <a:pt x="368972" y="1134586"/>
                  </a:lnTo>
                  <a:cubicBezTo>
                    <a:pt x="336405" y="1134586"/>
                    <a:pt x="305240" y="1121118"/>
                    <a:pt x="281209" y="1096668"/>
                  </a:cubicBezTo>
                  <a:cubicBezTo>
                    <a:pt x="247947" y="1062824"/>
                    <a:pt x="230206" y="1010901"/>
                    <a:pt x="231263" y="950474"/>
                  </a:cubicBezTo>
                  <a:cubicBezTo>
                    <a:pt x="231914" y="913176"/>
                    <a:pt x="242503" y="874676"/>
                    <a:pt x="253711" y="833917"/>
                  </a:cubicBezTo>
                  <a:cubicBezTo>
                    <a:pt x="262760" y="800994"/>
                    <a:pt x="272097" y="766957"/>
                    <a:pt x="277222" y="730747"/>
                  </a:cubicBezTo>
                  <a:cubicBezTo>
                    <a:pt x="291096" y="632771"/>
                    <a:pt x="273324" y="523362"/>
                    <a:pt x="245450" y="421506"/>
                  </a:cubicBezTo>
                  <a:cubicBezTo>
                    <a:pt x="207351" y="282314"/>
                    <a:pt x="146154" y="157379"/>
                    <a:pt x="82178" y="96375"/>
                  </a:cubicBezTo>
                  <a:cubicBezTo>
                    <a:pt x="53397" y="68934"/>
                    <a:pt x="26944" y="56274"/>
                    <a:pt x="11186" y="48101"/>
                  </a:cubicBezTo>
                  <a:cubicBezTo>
                    <a:pt x="-6486" y="38939"/>
                    <a:pt x="304" y="17655"/>
                    <a:pt x="6574" y="10120"/>
                  </a:cubicBezTo>
                  <a:cubicBezTo>
                    <a:pt x="21218" y="-7458"/>
                    <a:pt x="45987" y="589"/>
                    <a:pt x="63009" y="11191"/>
                  </a:cubicBezTo>
                  <a:cubicBezTo>
                    <a:pt x="172732" y="79510"/>
                    <a:pt x="242140" y="238596"/>
                    <a:pt x="273843" y="333480"/>
                  </a:cubicBezTo>
                  <a:cubicBezTo>
                    <a:pt x="323870" y="483160"/>
                    <a:pt x="340860" y="639568"/>
                    <a:pt x="325847" y="746192"/>
                  </a:cubicBezTo>
                  <a:cubicBezTo>
                    <a:pt x="319752" y="789461"/>
                    <a:pt x="308963" y="828680"/>
                    <a:pt x="299451" y="863280"/>
                  </a:cubicBezTo>
                  <a:cubicBezTo>
                    <a:pt x="289738" y="898588"/>
                    <a:pt x="280946" y="929071"/>
                    <a:pt x="280946" y="952401"/>
                  </a:cubicBezTo>
                  <a:cubicBezTo>
                    <a:pt x="280946" y="1041947"/>
                    <a:pt x="355129" y="1027128"/>
                    <a:pt x="392045" y="1028192"/>
                  </a:cubicBezTo>
                  <a:cubicBezTo>
                    <a:pt x="428955" y="1029256"/>
                    <a:pt x="841755" y="1018912"/>
                    <a:pt x="841755" y="1018912"/>
                  </a:cubicBezTo>
                  <a:cubicBezTo>
                    <a:pt x="872338" y="1018912"/>
                    <a:pt x="895705" y="1048631"/>
                    <a:pt x="895705" y="1079214"/>
                  </a:cubicBezTo>
                  <a:cubicBezTo>
                    <a:pt x="895705" y="1109797"/>
                    <a:pt x="821228" y="1133521"/>
                    <a:pt x="790645" y="1133521"/>
                  </a:cubicBez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94" name="Freeform: Shape 93">
              <a:extLst>
                <a:ext uri="{FF2B5EF4-FFF2-40B4-BE49-F238E27FC236}">
                  <a16:creationId xmlns:a16="http://schemas.microsoft.com/office/drawing/2014/main" id="{46EB7F10-1168-AAE8-6431-B90BC2249E01}"/>
                </a:ext>
              </a:extLst>
            </p:cNvPr>
            <p:cNvSpPr/>
            <p:nvPr/>
          </p:nvSpPr>
          <p:spPr>
            <a:xfrm rot="10800000" flipV="1">
              <a:off x="11272960" y="5045591"/>
              <a:ext cx="204330" cy="555867"/>
            </a:xfrm>
            <a:custGeom>
              <a:avLst/>
              <a:gdLst>
                <a:gd name="connsiteX0" fmla="*/ 11189 w 392151"/>
                <a:gd name="connsiteY0" fmla="*/ 48065 h 1066820"/>
                <a:gd name="connsiteX1" fmla="*/ 82193 w 392151"/>
                <a:gd name="connsiteY1" fmla="*/ 96364 h 1066820"/>
                <a:gd name="connsiteX2" fmla="*/ 245428 w 392151"/>
                <a:gd name="connsiteY2" fmla="*/ 421495 h 1066820"/>
                <a:gd name="connsiteX3" fmla="*/ 277181 w 392151"/>
                <a:gd name="connsiteY3" fmla="*/ 730743 h 1066820"/>
                <a:gd name="connsiteX4" fmla="*/ 253732 w 392151"/>
                <a:gd name="connsiteY4" fmla="*/ 833869 h 1066820"/>
                <a:gd name="connsiteX5" fmla="*/ 231253 w 392151"/>
                <a:gd name="connsiteY5" fmla="*/ 950432 h 1066820"/>
                <a:gd name="connsiteX6" fmla="*/ 237787 w 392151"/>
                <a:gd name="connsiteY6" fmla="*/ 1014245 h 1066820"/>
                <a:gd name="connsiteX7" fmla="*/ 286524 w 392151"/>
                <a:gd name="connsiteY7" fmla="*/ 1066643 h 1066820"/>
                <a:gd name="connsiteX8" fmla="*/ 392035 w 392151"/>
                <a:gd name="connsiteY8" fmla="*/ 1014245 h 1066820"/>
                <a:gd name="connsiteX9" fmla="*/ 280961 w 392151"/>
                <a:gd name="connsiteY9" fmla="*/ 952359 h 1066820"/>
                <a:gd name="connsiteX10" fmla="*/ 299441 w 392151"/>
                <a:gd name="connsiteY10" fmla="*/ 863257 h 1066820"/>
                <a:gd name="connsiteX11" fmla="*/ 325850 w 392151"/>
                <a:gd name="connsiteY11" fmla="*/ 746175 h 1066820"/>
                <a:gd name="connsiteX12" fmla="*/ 273839 w 392151"/>
                <a:gd name="connsiteY12" fmla="*/ 333494 h 1066820"/>
                <a:gd name="connsiteX13" fmla="*/ 62974 w 392151"/>
                <a:gd name="connsiteY13" fmla="*/ 11192 h 1066820"/>
                <a:gd name="connsiteX14" fmla="*/ 6589 w 392151"/>
                <a:gd name="connsiteY14" fmla="*/ 10078 h 1066820"/>
                <a:gd name="connsiteX15" fmla="*/ 11189 w 392151"/>
                <a:gd name="connsiteY15" fmla="*/ 48065 h 1066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2151" h="1066820">
                  <a:moveTo>
                    <a:pt x="11189" y="48065"/>
                  </a:moveTo>
                  <a:cubicBezTo>
                    <a:pt x="26915" y="56300"/>
                    <a:pt x="53406" y="68910"/>
                    <a:pt x="82193" y="96364"/>
                  </a:cubicBezTo>
                  <a:cubicBezTo>
                    <a:pt x="146150" y="157355"/>
                    <a:pt x="207360" y="282304"/>
                    <a:pt x="245428" y="421495"/>
                  </a:cubicBezTo>
                  <a:cubicBezTo>
                    <a:pt x="273320" y="523363"/>
                    <a:pt x="291055" y="632729"/>
                    <a:pt x="277181" y="730743"/>
                  </a:cubicBezTo>
                  <a:cubicBezTo>
                    <a:pt x="272062" y="766946"/>
                    <a:pt x="262788" y="801002"/>
                    <a:pt x="253732" y="833869"/>
                  </a:cubicBezTo>
                  <a:cubicBezTo>
                    <a:pt x="242455" y="874678"/>
                    <a:pt x="231923" y="913190"/>
                    <a:pt x="231253" y="950432"/>
                  </a:cubicBezTo>
                  <a:cubicBezTo>
                    <a:pt x="230884" y="973061"/>
                    <a:pt x="233106" y="994507"/>
                    <a:pt x="237787" y="1014245"/>
                  </a:cubicBezTo>
                  <a:lnTo>
                    <a:pt x="286524" y="1066643"/>
                  </a:lnTo>
                  <a:lnTo>
                    <a:pt x="392035" y="1014245"/>
                  </a:lnTo>
                  <a:cubicBezTo>
                    <a:pt x="355088" y="1013200"/>
                    <a:pt x="279403" y="1014170"/>
                    <a:pt x="280961" y="952359"/>
                  </a:cubicBezTo>
                  <a:cubicBezTo>
                    <a:pt x="281562" y="929067"/>
                    <a:pt x="289716" y="898571"/>
                    <a:pt x="299441" y="863257"/>
                  </a:cubicBezTo>
                  <a:cubicBezTo>
                    <a:pt x="308935" y="828681"/>
                    <a:pt x="319767" y="789431"/>
                    <a:pt x="325850" y="746175"/>
                  </a:cubicBezTo>
                  <a:cubicBezTo>
                    <a:pt x="340838" y="639550"/>
                    <a:pt x="323847" y="483149"/>
                    <a:pt x="273839" y="333494"/>
                  </a:cubicBezTo>
                  <a:cubicBezTo>
                    <a:pt x="242161" y="238597"/>
                    <a:pt x="172716" y="79524"/>
                    <a:pt x="62974" y="11192"/>
                  </a:cubicBezTo>
                  <a:cubicBezTo>
                    <a:pt x="45990" y="579"/>
                    <a:pt x="21208" y="-7432"/>
                    <a:pt x="6589" y="10078"/>
                  </a:cubicBezTo>
                  <a:cubicBezTo>
                    <a:pt x="281" y="17644"/>
                    <a:pt x="-6471" y="38940"/>
                    <a:pt x="11189" y="48065"/>
                  </a:cubicBez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95" name="Freeform: Shape 94">
              <a:extLst>
                <a:ext uri="{FF2B5EF4-FFF2-40B4-BE49-F238E27FC236}">
                  <a16:creationId xmlns:a16="http://schemas.microsoft.com/office/drawing/2014/main" id="{49C39CF6-D686-9BD7-6FF0-C361904EFB19}"/>
                </a:ext>
              </a:extLst>
            </p:cNvPr>
            <p:cNvSpPr/>
            <p:nvPr/>
          </p:nvSpPr>
          <p:spPr>
            <a:xfrm rot="10800000" flipV="1">
              <a:off x="11051593" y="5574156"/>
              <a:ext cx="356263" cy="64985"/>
            </a:xfrm>
            <a:custGeom>
              <a:avLst/>
              <a:gdLst>
                <a:gd name="connsiteX0" fmla="*/ 37217 w 683740"/>
                <a:gd name="connsiteY0" fmla="*/ 3133 h 124719"/>
                <a:gd name="connsiteX1" fmla="*/ 42925 w 683740"/>
                <a:gd name="connsiteY1" fmla="*/ 110434 h 124719"/>
                <a:gd name="connsiteX2" fmla="*/ 235704 w 683740"/>
                <a:gd name="connsiteY2" fmla="*/ 120165 h 124719"/>
                <a:gd name="connsiteX3" fmla="*/ 628196 w 683740"/>
                <a:gd name="connsiteY3" fmla="*/ 99908 h 124719"/>
                <a:gd name="connsiteX4" fmla="*/ 683624 w 683740"/>
                <a:gd name="connsiteY4" fmla="*/ 64812 h 124719"/>
                <a:gd name="connsiteX5" fmla="*/ 628196 w 683740"/>
                <a:gd name="connsiteY5" fmla="*/ 9391 h 124719"/>
                <a:gd name="connsiteX6" fmla="*/ 258777 w 683740"/>
                <a:gd name="connsiteY6" fmla="*/ -177 h 124719"/>
                <a:gd name="connsiteX7" fmla="*/ 37217 w 683740"/>
                <a:gd name="connsiteY7" fmla="*/ 3133 h 124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3740" h="124719">
                  <a:moveTo>
                    <a:pt x="37217" y="3133"/>
                  </a:moveTo>
                  <a:cubicBezTo>
                    <a:pt x="-39262" y="37377"/>
                    <a:pt x="22079" y="89288"/>
                    <a:pt x="42925" y="110434"/>
                  </a:cubicBezTo>
                  <a:cubicBezTo>
                    <a:pt x="66968" y="134846"/>
                    <a:pt x="203131" y="120165"/>
                    <a:pt x="235704" y="120165"/>
                  </a:cubicBezTo>
                  <a:lnTo>
                    <a:pt x="628196" y="99908"/>
                  </a:lnTo>
                  <a:cubicBezTo>
                    <a:pt x="658767" y="99908"/>
                    <a:pt x="683624" y="95383"/>
                    <a:pt x="683624" y="64812"/>
                  </a:cubicBezTo>
                  <a:cubicBezTo>
                    <a:pt x="683624" y="34173"/>
                    <a:pt x="658767" y="9391"/>
                    <a:pt x="628196" y="9391"/>
                  </a:cubicBezTo>
                  <a:cubicBezTo>
                    <a:pt x="628196" y="9391"/>
                    <a:pt x="295725" y="930"/>
                    <a:pt x="258777" y="-177"/>
                  </a:cubicBezTo>
                  <a:lnTo>
                    <a:pt x="37217" y="3133"/>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96" name="Freeform: Shape 95">
              <a:extLst>
                <a:ext uri="{FF2B5EF4-FFF2-40B4-BE49-F238E27FC236}">
                  <a16:creationId xmlns:a16="http://schemas.microsoft.com/office/drawing/2014/main" id="{5FB973DD-76CF-EEE7-F7F6-5750F2F14EA1}"/>
                </a:ext>
              </a:extLst>
            </p:cNvPr>
            <p:cNvSpPr/>
            <p:nvPr/>
          </p:nvSpPr>
          <p:spPr>
            <a:xfrm rot="10800000" flipV="1">
              <a:off x="11433292" y="5379334"/>
              <a:ext cx="176340" cy="278396"/>
            </a:xfrm>
            <a:custGeom>
              <a:avLst/>
              <a:gdLst>
                <a:gd name="connsiteX0" fmla="*/ 45334 w 338430"/>
                <a:gd name="connsiteY0" fmla="*/ 33701 h 534297"/>
                <a:gd name="connsiteX1" fmla="*/ 313404 w 338430"/>
                <a:gd name="connsiteY1" fmla="*/ 39152 h 534297"/>
                <a:gd name="connsiteX2" fmla="*/ 269016 w 338430"/>
                <a:gd name="connsiteY2" fmla="*/ 505001 h 534297"/>
                <a:gd name="connsiteX3" fmla="*/ 226110 w 338430"/>
                <a:gd name="connsiteY3" fmla="*/ 533050 h 534297"/>
                <a:gd name="connsiteX4" fmla="*/ 211779 w 338430"/>
                <a:gd name="connsiteY4" fmla="*/ 497266 h 534297"/>
                <a:gd name="connsiteX5" fmla="*/ 245254 w 338430"/>
                <a:gd name="connsiteY5" fmla="*/ 65417 h 534297"/>
                <a:gd name="connsiteX6" fmla="*/ 62369 w 338430"/>
                <a:gd name="connsiteY6" fmla="*/ 84097 h 534297"/>
                <a:gd name="connsiteX7" fmla="*/ 1321 w 338430"/>
                <a:gd name="connsiteY7" fmla="*/ 79128 h 534297"/>
                <a:gd name="connsiteX8" fmla="*/ 45334 w 338430"/>
                <a:gd name="connsiteY8" fmla="*/ 33701 h 534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430" h="534297">
                  <a:moveTo>
                    <a:pt x="45334" y="33701"/>
                  </a:moveTo>
                  <a:cubicBezTo>
                    <a:pt x="45334" y="33701"/>
                    <a:pt x="248095" y="-46039"/>
                    <a:pt x="313404" y="39152"/>
                  </a:cubicBezTo>
                  <a:cubicBezTo>
                    <a:pt x="366835" y="108842"/>
                    <a:pt x="326008" y="396918"/>
                    <a:pt x="269016" y="505001"/>
                  </a:cubicBezTo>
                  <a:cubicBezTo>
                    <a:pt x="256343" y="529019"/>
                    <a:pt x="247407" y="537311"/>
                    <a:pt x="226110" y="533050"/>
                  </a:cubicBezTo>
                  <a:cubicBezTo>
                    <a:pt x="204814" y="528788"/>
                    <a:pt x="202743" y="514713"/>
                    <a:pt x="211779" y="497266"/>
                  </a:cubicBezTo>
                  <a:cubicBezTo>
                    <a:pt x="262695" y="399027"/>
                    <a:pt x="315175" y="87120"/>
                    <a:pt x="245254" y="65417"/>
                  </a:cubicBezTo>
                  <a:cubicBezTo>
                    <a:pt x="182492" y="45942"/>
                    <a:pt x="166014" y="62807"/>
                    <a:pt x="62369" y="84097"/>
                  </a:cubicBezTo>
                  <a:cubicBezTo>
                    <a:pt x="35997" y="89517"/>
                    <a:pt x="5070" y="91113"/>
                    <a:pt x="1321" y="79128"/>
                  </a:cubicBezTo>
                  <a:cubicBezTo>
                    <a:pt x="-5775" y="56411"/>
                    <a:pt x="14100" y="39371"/>
                    <a:pt x="45334" y="33701"/>
                  </a:cubicBezTo>
                  <a:close/>
                </a:path>
              </a:pathLst>
            </a:custGeom>
            <a:solidFill>
              <a:srgbClr val="D0D0D0"/>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97" name="Freeform: Shape 96">
              <a:extLst>
                <a:ext uri="{FF2B5EF4-FFF2-40B4-BE49-F238E27FC236}">
                  <a16:creationId xmlns:a16="http://schemas.microsoft.com/office/drawing/2014/main" id="{67788BD9-2EBF-4592-4169-94FD9842B0AA}"/>
                </a:ext>
              </a:extLst>
            </p:cNvPr>
            <p:cNvSpPr/>
            <p:nvPr/>
          </p:nvSpPr>
          <p:spPr>
            <a:xfrm rot="10800000" flipV="1">
              <a:off x="9797113" y="6024284"/>
              <a:ext cx="136682" cy="70331"/>
            </a:xfrm>
            <a:custGeom>
              <a:avLst/>
              <a:gdLst>
                <a:gd name="connsiteX0" fmla="*/ 195985 w 262319"/>
                <a:gd name="connsiteY0" fmla="*/ 22746 h 134980"/>
                <a:gd name="connsiteX1" fmla="*/ 137410 w 262319"/>
                <a:gd name="connsiteY1" fmla="*/ 88962 h 134980"/>
                <a:gd name="connsiteX2" fmla="*/ 11768 w 262319"/>
                <a:gd name="connsiteY2" fmla="*/ 113581 h 134980"/>
                <a:gd name="connsiteX3" fmla="*/ -117 w 262319"/>
                <a:gd name="connsiteY3" fmla="*/ 134803 h 134980"/>
                <a:gd name="connsiteX4" fmla="*/ 262202 w 262319"/>
                <a:gd name="connsiteY4" fmla="*/ 134803 h 134980"/>
                <a:gd name="connsiteX5" fmla="*/ 262202 w 262319"/>
                <a:gd name="connsiteY5" fmla="*/ -177 h 134980"/>
                <a:gd name="connsiteX6" fmla="*/ 195985 w 262319"/>
                <a:gd name="connsiteY6" fmla="*/ 22746 h 134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2319" h="134980">
                  <a:moveTo>
                    <a:pt x="195985" y="22746"/>
                  </a:moveTo>
                  <a:cubicBezTo>
                    <a:pt x="195985" y="22746"/>
                    <a:pt x="167968" y="76227"/>
                    <a:pt x="137410" y="88962"/>
                  </a:cubicBezTo>
                  <a:cubicBezTo>
                    <a:pt x="106852" y="101697"/>
                    <a:pt x="11768" y="113581"/>
                    <a:pt x="11768" y="113581"/>
                  </a:cubicBezTo>
                  <a:lnTo>
                    <a:pt x="-117" y="134803"/>
                  </a:lnTo>
                  <a:lnTo>
                    <a:pt x="262202" y="134803"/>
                  </a:lnTo>
                  <a:lnTo>
                    <a:pt x="262202" y="-177"/>
                  </a:lnTo>
                  <a:lnTo>
                    <a:pt x="195985" y="22746"/>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98" name="Freeform: Shape 97">
              <a:extLst>
                <a:ext uri="{FF2B5EF4-FFF2-40B4-BE49-F238E27FC236}">
                  <a16:creationId xmlns:a16="http://schemas.microsoft.com/office/drawing/2014/main" id="{629681C9-292B-E083-6F34-909FD634F256}"/>
                </a:ext>
              </a:extLst>
            </p:cNvPr>
            <p:cNvSpPr/>
            <p:nvPr/>
          </p:nvSpPr>
          <p:spPr>
            <a:xfrm rot="10800000" flipV="1">
              <a:off x="9744485" y="5093905"/>
              <a:ext cx="202617" cy="957954"/>
            </a:xfrm>
            <a:custGeom>
              <a:avLst/>
              <a:gdLst>
                <a:gd name="connsiteX0" fmla="*/ 104236 w 388862"/>
                <a:gd name="connsiteY0" fmla="*/ 88005 h 1838508"/>
                <a:gd name="connsiteX1" fmla="*/ -117 w 388862"/>
                <a:gd name="connsiteY1" fmla="*/ 964757 h 1838508"/>
                <a:gd name="connsiteX2" fmla="*/ 197757 w 388862"/>
                <a:gd name="connsiteY2" fmla="*/ 1838331 h 1838508"/>
                <a:gd name="connsiteX3" fmla="*/ 289706 w 388862"/>
                <a:gd name="connsiteY3" fmla="*/ 1837292 h 1838508"/>
                <a:gd name="connsiteX4" fmla="*/ 260130 w 388862"/>
                <a:gd name="connsiteY4" fmla="*/ 1039929 h 1838508"/>
                <a:gd name="connsiteX5" fmla="*/ 235055 w 388862"/>
                <a:gd name="connsiteY5" fmla="*/ 981423 h 1838508"/>
                <a:gd name="connsiteX6" fmla="*/ 388746 w 388862"/>
                <a:gd name="connsiteY6" fmla="*/ 187038 h 1838508"/>
                <a:gd name="connsiteX7" fmla="*/ 215454 w 388862"/>
                <a:gd name="connsiteY7" fmla="*/ -177 h 1838508"/>
                <a:gd name="connsiteX8" fmla="*/ 104236 w 388862"/>
                <a:gd name="connsiteY8" fmla="*/ 88005 h 1838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8862" h="1838508">
                  <a:moveTo>
                    <a:pt x="104236" y="88005"/>
                  </a:moveTo>
                  <a:lnTo>
                    <a:pt x="-117" y="964757"/>
                  </a:lnTo>
                  <a:lnTo>
                    <a:pt x="197757" y="1838331"/>
                  </a:lnTo>
                  <a:lnTo>
                    <a:pt x="289706" y="1837292"/>
                  </a:lnTo>
                  <a:lnTo>
                    <a:pt x="260130" y="1039929"/>
                  </a:lnTo>
                  <a:lnTo>
                    <a:pt x="235055" y="981423"/>
                  </a:lnTo>
                  <a:lnTo>
                    <a:pt x="388746" y="187038"/>
                  </a:lnTo>
                  <a:lnTo>
                    <a:pt x="215454" y="-177"/>
                  </a:lnTo>
                  <a:lnTo>
                    <a:pt x="104236" y="88005"/>
                  </a:ln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99" name="Freeform: Shape 98">
              <a:extLst>
                <a:ext uri="{FF2B5EF4-FFF2-40B4-BE49-F238E27FC236}">
                  <a16:creationId xmlns:a16="http://schemas.microsoft.com/office/drawing/2014/main" id="{7C2AADD5-5A62-FBC4-5929-8BFDD3197349}"/>
                </a:ext>
              </a:extLst>
            </p:cNvPr>
            <p:cNvSpPr/>
            <p:nvPr/>
          </p:nvSpPr>
          <p:spPr>
            <a:xfrm rot="10800000" flipV="1">
              <a:off x="9551246" y="6025390"/>
              <a:ext cx="80570" cy="69888"/>
            </a:xfrm>
            <a:custGeom>
              <a:avLst/>
              <a:gdLst>
                <a:gd name="connsiteX0" fmla="*/ 74980 w 154630"/>
                <a:gd name="connsiteY0" fmla="*/ -177 h 134129"/>
                <a:gd name="connsiteX1" fmla="*/ 111057 w 154630"/>
                <a:gd name="connsiteY1" fmla="*/ 70288 h 134129"/>
                <a:gd name="connsiteX2" fmla="*/ 154513 w 154630"/>
                <a:gd name="connsiteY2" fmla="*/ 132681 h 134129"/>
                <a:gd name="connsiteX3" fmla="*/ -117 w 154630"/>
                <a:gd name="connsiteY3" fmla="*/ 133952 h 134129"/>
                <a:gd name="connsiteX4" fmla="*/ 12230 w 154630"/>
                <a:gd name="connsiteY4" fmla="*/ 80082 h 134129"/>
                <a:gd name="connsiteX5" fmla="*/ 18951 w 154630"/>
                <a:gd name="connsiteY5" fmla="*/ 50757 h 134129"/>
                <a:gd name="connsiteX6" fmla="*/ 20647 w 154630"/>
                <a:gd name="connsiteY6" fmla="*/ -177 h 134129"/>
                <a:gd name="connsiteX7" fmla="*/ 74980 w 154630"/>
                <a:gd name="connsiteY7" fmla="*/ -177 h 134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630" h="134129">
                  <a:moveTo>
                    <a:pt x="74980" y="-177"/>
                  </a:moveTo>
                  <a:lnTo>
                    <a:pt x="111057" y="70288"/>
                  </a:lnTo>
                  <a:cubicBezTo>
                    <a:pt x="111057" y="70288"/>
                    <a:pt x="147204" y="93205"/>
                    <a:pt x="154513" y="132681"/>
                  </a:cubicBezTo>
                  <a:lnTo>
                    <a:pt x="-117" y="133952"/>
                  </a:lnTo>
                  <a:cubicBezTo>
                    <a:pt x="-117" y="110183"/>
                    <a:pt x="12230" y="80082"/>
                    <a:pt x="12230" y="80082"/>
                  </a:cubicBezTo>
                  <a:lnTo>
                    <a:pt x="18951" y="50757"/>
                  </a:lnTo>
                  <a:lnTo>
                    <a:pt x="20647" y="-177"/>
                  </a:lnTo>
                  <a:lnTo>
                    <a:pt x="74980" y="-177"/>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00" name="Freeform: Shape 99">
              <a:extLst>
                <a:ext uri="{FF2B5EF4-FFF2-40B4-BE49-F238E27FC236}">
                  <a16:creationId xmlns:a16="http://schemas.microsoft.com/office/drawing/2014/main" id="{55F2EC76-F67A-F784-0116-304321FCF003}"/>
                </a:ext>
              </a:extLst>
            </p:cNvPr>
            <p:cNvSpPr/>
            <p:nvPr/>
          </p:nvSpPr>
          <p:spPr>
            <a:xfrm rot="10800000" flipV="1">
              <a:off x="9575640" y="5084296"/>
              <a:ext cx="284368" cy="957821"/>
            </a:xfrm>
            <a:custGeom>
              <a:avLst/>
              <a:gdLst>
                <a:gd name="connsiteX0" fmla="*/ 418753 w 545758"/>
                <a:gd name="connsiteY0" fmla="*/ 1838074 h 1838251"/>
                <a:gd name="connsiteX1" fmla="*/ 244429 w 545758"/>
                <a:gd name="connsiteY1" fmla="*/ 949250 h 1838251"/>
                <a:gd name="connsiteX2" fmla="*/ -117 w 545758"/>
                <a:gd name="connsiteY2" fmla="*/ 77128 h 1838251"/>
                <a:gd name="connsiteX3" fmla="*/ 201223 w 545758"/>
                <a:gd name="connsiteY3" fmla="*/ 7345 h 1838251"/>
                <a:gd name="connsiteX4" fmla="*/ 341304 w 545758"/>
                <a:gd name="connsiteY4" fmla="*/ -177 h 1838251"/>
                <a:gd name="connsiteX5" fmla="*/ 449355 w 545758"/>
                <a:gd name="connsiteY5" fmla="*/ 848026 h 1838251"/>
                <a:gd name="connsiteX6" fmla="*/ 545641 w 545758"/>
                <a:gd name="connsiteY6" fmla="*/ 1833137 h 1838251"/>
                <a:gd name="connsiteX7" fmla="*/ 418753 w 545758"/>
                <a:gd name="connsiteY7" fmla="*/ 1838074 h 183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5758" h="1838251">
                  <a:moveTo>
                    <a:pt x="418753" y="1838074"/>
                  </a:moveTo>
                  <a:cubicBezTo>
                    <a:pt x="418753" y="1838074"/>
                    <a:pt x="348125" y="1393659"/>
                    <a:pt x="244429" y="949250"/>
                  </a:cubicBezTo>
                  <a:cubicBezTo>
                    <a:pt x="143712" y="517607"/>
                    <a:pt x="-117" y="77128"/>
                    <a:pt x="-117" y="77128"/>
                  </a:cubicBezTo>
                  <a:lnTo>
                    <a:pt x="201223" y="7345"/>
                  </a:lnTo>
                  <a:lnTo>
                    <a:pt x="341304" y="-177"/>
                  </a:lnTo>
                  <a:lnTo>
                    <a:pt x="449355" y="848026"/>
                  </a:lnTo>
                  <a:lnTo>
                    <a:pt x="545641" y="1833137"/>
                  </a:lnTo>
                  <a:lnTo>
                    <a:pt x="418753" y="1838074"/>
                  </a:ln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01" name="Freeform: Shape 100">
              <a:extLst>
                <a:ext uri="{FF2B5EF4-FFF2-40B4-BE49-F238E27FC236}">
                  <a16:creationId xmlns:a16="http://schemas.microsoft.com/office/drawing/2014/main" id="{58A1A3DC-4808-4693-FB02-5F1D5E15EDB4}"/>
                </a:ext>
              </a:extLst>
            </p:cNvPr>
            <p:cNvSpPr/>
            <p:nvPr/>
          </p:nvSpPr>
          <p:spPr>
            <a:xfrm rot="10800000" flipV="1">
              <a:off x="9832411" y="4458237"/>
              <a:ext cx="108910" cy="197594"/>
            </a:xfrm>
            <a:custGeom>
              <a:avLst/>
              <a:gdLst>
                <a:gd name="connsiteX0" fmla="*/ 208903 w 209020"/>
                <a:gd name="connsiteY0" fmla="*/ 223403 h 379224"/>
                <a:gd name="connsiteX1" fmla="*/ 117667 w 209020"/>
                <a:gd name="connsiteY1" fmla="*/ 377601 h 379224"/>
                <a:gd name="connsiteX2" fmla="*/ 43071 w 209020"/>
                <a:gd name="connsiteY2" fmla="*/ 273980 h 379224"/>
                <a:gd name="connsiteX3" fmla="*/ 27182 w 209020"/>
                <a:gd name="connsiteY3" fmla="*/ 209541 h 379224"/>
                <a:gd name="connsiteX4" fmla="*/ 8058 w 209020"/>
                <a:gd name="connsiteY4" fmla="*/ 136454 h 379224"/>
                <a:gd name="connsiteX5" fmla="*/ 867 w 209020"/>
                <a:gd name="connsiteY5" fmla="*/ 113993 h 379224"/>
                <a:gd name="connsiteX6" fmla="*/ 121810 w 209020"/>
                <a:gd name="connsiteY6" fmla="*/ 1167 h 379224"/>
                <a:gd name="connsiteX7" fmla="*/ 133243 w 209020"/>
                <a:gd name="connsiteY7" fmla="*/ 26068 h 379224"/>
                <a:gd name="connsiteX8" fmla="*/ 208903 w 209020"/>
                <a:gd name="connsiteY8" fmla="*/ 223403 h 379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020" h="379224">
                  <a:moveTo>
                    <a:pt x="208903" y="223403"/>
                  </a:moveTo>
                  <a:cubicBezTo>
                    <a:pt x="208903" y="223403"/>
                    <a:pt x="163626" y="361768"/>
                    <a:pt x="117667" y="377601"/>
                  </a:cubicBezTo>
                  <a:cubicBezTo>
                    <a:pt x="71714" y="393434"/>
                    <a:pt x="43071" y="273980"/>
                    <a:pt x="43071" y="273980"/>
                  </a:cubicBezTo>
                  <a:cubicBezTo>
                    <a:pt x="43071" y="273980"/>
                    <a:pt x="35868" y="243867"/>
                    <a:pt x="27182" y="209541"/>
                  </a:cubicBezTo>
                  <a:cubicBezTo>
                    <a:pt x="20793" y="183896"/>
                    <a:pt x="13621" y="155860"/>
                    <a:pt x="8058" y="136454"/>
                  </a:cubicBezTo>
                  <a:cubicBezTo>
                    <a:pt x="5022" y="125815"/>
                    <a:pt x="2519" y="117717"/>
                    <a:pt x="867" y="113993"/>
                  </a:cubicBezTo>
                  <a:cubicBezTo>
                    <a:pt x="-7682" y="94262"/>
                    <a:pt x="40061" y="-13364"/>
                    <a:pt x="121810" y="1167"/>
                  </a:cubicBezTo>
                  <a:cubicBezTo>
                    <a:pt x="126435" y="8633"/>
                    <a:pt x="130058" y="16656"/>
                    <a:pt x="133243" y="26068"/>
                  </a:cubicBezTo>
                  <a:cubicBezTo>
                    <a:pt x="155935" y="93135"/>
                    <a:pt x="208903" y="223403"/>
                    <a:pt x="208903" y="223403"/>
                  </a:cubicBezTo>
                  <a:close/>
                </a:path>
              </a:pathLst>
            </a:custGeom>
            <a:solidFill>
              <a:srgbClr val="D0D0D0"/>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02" name="Freeform: Shape 101">
              <a:extLst>
                <a:ext uri="{FF2B5EF4-FFF2-40B4-BE49-F238E27FC236}">
                  <a16:creationId xmlns:a16="http://schemas.microsoft.com/office/drawing/2014/main" id="{DFEFE577-FACE-EBFD-2138-B982AC5CC44A}"/>
                </a:ext>
              </a:extLst>
            </p:cNvPr>
            <p:cNvSpPr/>
            <p:nvPr/>
          </p:nvSpPr>
          <p:spPr>
            <a:xfrm rot="10800000" flipV="1">
              <a:off x="9867789" y="4521497"/>
              <a:ext cx="60928" cy="53848"/>
            </a:xfrm>
            <a:custGeom>
              <a:avLst/>
              <a:gdLst>
                <a:gd name="connsiteX0" fmla="*/ 6961 w 116932"/>
                <a:gd name="connsiteY0" fmla="*/ 103168 h 103345"/>
                <a:gd name="connsiteX1" fmla="*/ -117 w 116932"/>
                <a:gd name="connsiteY1" fmla="*/ 75232 h 103345"/>
                <a:gd name="connsiteX2" fmla="*/ 116777 w 116932"/>
                <a:gd name="connsiteY2" fmla="*/ -177 h 103345"/>
                <a:gd name="connsiteX3" fmla="*/ 115908 w 116932"/>
                <a:gd name="connsiteY3" fmla="*/ 12952 h 103345"/>
                <a:gd name="connsiteX4" fmla="*/ 6961 w 116932"/>
                <a:gd name="connsiteY4" fmla="*/ 103168 h 1033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932" h="103345">
                  <a:moveTo>
                    <a:pt x="6961" y="103168"/>
                  </a:moveTo>
                  <a:cubicBezTo>
                    <a:pt x="4965" y="95145"/>
                    <a:pt x="2499" y="85414"/>
                    <a:pt x="-117" y="75232"/>
                  </a:cubicBezTo>
                  <a:cubicBezTo>
                    <a:pt x="58866" y="69300"/>
                    <a:pt x="104243" y="28885"/>
                    <a:pt x="116777" y="-177"/>
                  </a:cubicBezTo>
                  <a:cubicBezTo>
                    <a:pt x="116921" y="5417"/>
                    <a:pt x="116671" y="9942"/>
                    <a:pt x="115908" y="12952"/>
                  </a:cubicBezTo>
                  <a:cubicBezTo>
                    <a:pt x="103598" y="61345"/>
                    <a:pt x="29640" y="99820"/>
                    <a:pt x="6961" y="103168"/>
                  </a:cubicBez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03" name="Freeform: Shape 102">
              <a:extLst>
                <a:ext uri="{FF2B5EF4-FFF2-40B4-BE49-F238E27FC236}">
                  <a16:creationId xmlns:a16="http://schemas.microsoft.com/office/drawing/2014/main" id="{2414C99C-71D4-F0E2-440E-166F5338111D}"/>
                </a:ext>
              </a:extLst>
            </p:cNvPr>
            <p:cNvSpPr/>
            <p:nvPr/>
          </p:nvSpPr>
          <p:spPr>
            <a:xfrm rot="10800000" flipV="1">
              <a:off x="10484951" y="4354035"/>
              <a:ext cx="65218" cy="154104"/>
            </a:xfrm>
            <a:custGeom>
              <a:avLst/>
              <a:gdLst>
                <a:gd name="connsiteX0" fmla="*/ 125050 w 125167"/>
                <a:gd name="connsiteY0" fmla="*/ 212850 h 295758"/>
                <a:gd name="connsiteX1" fmla="*/ 91088 w 125167"/>
                <a:gd name="connsiteY1" fmla="*/ 166541 h 295758"/>
                <a:gd name="connsiteX2" fmla="*/ 44165 w 125167"/>
                <a:gd name="connsiteY2" fmla="*/ 14038 h 295758"/>
                <a:gd name="connsiteX3" fmla="*/ 44165 w 125167"/>
                <a:gd name="connsiteY3" fmla="*/ 70530 h 295758"/>
                <a:gd name="connsiteX4" fmla="*/ 18232 w 125167"/>
                <a:gd name="connsiteY4" fmla="*/ -161 h 295758"/>
                <a:gd name="connsiteX5" fmla="*/ 18851 w 125167"/>
                <a:gd name="connsiteY5" fmla="*/ 61581 h 295758"/>
                <a:gd name="connsiteX6" fmla="*/ 947 w 125167"/>
                <a:gd name="connsiteY6" fmla="*/ 32562 h 295758"/>
                <a:gd name="connsiteX7" fmla="*/ 39227 w 125167"/>
                <a:gd name="connsiteY7" fmla="*/ 225817 h 295758"/>
                <a:gd name="connsiteX8" fmla="*/ 107140 w 125167"/>
                <a:gd name="connsiteY8" fmla="*/ 295582 h 295758"/>
                <a:gd name="connsiteX9" fmla="*/ 125050 w 125167"/>
                <a:gd name="connsiteY9" fmla="*/ 212850 h 295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167" h="295758">
                  <a:moveTo>
                    <a:pt x="125050" y="212850"/>
                  </a:moveTo>
                  <a:cubicBezTo>
                    <a:pt x="119487" y="207906"/>
                    <a:pt x="110844" y="202355"/>
                    <a:pt x="91088" y="166541"/>
                  </a:cubicBezTo>
                  <a:cubicBezTo>
                    <a:pt x="71331" y="130732"/>
                    <a:pt x="59935" y="14038"/>
                    <a:pt x="44165" y="14038"/>
                  </a:cubicBezTo>
                  <a:cubicBezTo>
                    <a:pt x="33051" y="14038"/>
                    <a:pt x="50142" y="72363"/>
                    <a:pt x="44165" y="70530"/>
                  </a:cubicBezTo>
                  <a:cubicBezTo>
                    <a:pt x="37669" y="68540"/>
                    <a:pt x="34284" y="-1394"/>
                    <a:pt x="18232" y="-161"/>
                  </a:cubicBezTo>
                  <a:cubicBezTo>
                    <a:pt x="2180" y="1071"/>
                    <a:pt x="24671" y="50410"/>
                    <a:pt x="18851" y="61581"/>
                  </a:cubicBezTo>
                  <a:cubicBezTo>
                    <a:pt x="13695" y="71475"/>
                    <a:pt x="2474" y="25121"/>
                    <a:pt x="947" y="32562"/>
                  </a:cubicBezTo>
                  <a:cubicBezTo>
                    <a:pt x="-7702" y="74547"/>
                    <a:pt x="39227" y="225817"/>
                    <a:pt x="39227" y="225817"/>
                  </a:cubicBezTo>
                  <a:lnTo>
                    <a:pt x="107140" y="295582"/>
                  </a:lnTo>
                  <a:lnTo>
                    <a:pt x="125050" y="212850"/>
                  </a:lnTo>
                  <a:close/>
                </a:path>
              </a:pathLst>
            </a:custGeom>
            <a:solidFill>
              <a:srgbClr val="D0D0D0"/>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04" name="Freeform: Shape 103">
              <a:extLst>
                <a:ext uri="{FF2B5EF4-FFF2-40B4-BE49-F238E27FC236}">
                  <a16:creationId xmlns:a16="http://schemas.microsoft.com/office/drawing/2014/main" id="{0F4D271E-C350-F2C8-03EB-128A6DAFE6D8}"/>
                </a:ext>
              </a:extLst>
            </p:cNvPr>
            <p:cNvSpPr/>
            <p:nvPr/>
          </p:nvSpPr>
          <p:spPr>
            <a:xfrm rot="10800000" flipV="1">
              <a:off x="10234665" y="4465033"/>
              <a:ext cx="269290" cy="236828"/>
            </a:xfrm>
            <a:custGeom>
              <a:avLst/>
              <a:gdLst>
                <a:gd name="connsiteX0" fmla="*/ 516704 w 516821"/>
                <a:gd name="connsiteY0" fmla="*/ 271491 h 454522"/>
                <a:gd name="connsiteX1" fmla="*/ 501397 w 516821"/>
                <a:gd name="connsiteY1" fmla="*/ 454345 h 454522"/>
                <a:gd name="connsiteX2" fmla="*/ -117 w 516821"/>
                <a:gd name="connsiteY2" fmla="*/ 77379 h 454522"/>
                <a:gd name="connsiteX3" fmla="*/ 36355 w 516821"/>
                <a:gd name="connsiteY3" fmla="*/ -177 h 454522"/>
                <a:gd name="connsiteX4" fmla="*/ 516704 w 516821"/>
                <a:gd name="connsiteY4" fmla="*/ 271491 h 4545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6821" h="454522">
                  <a:moveTo>
                    <a:pt x="516704" y="271491"/>
                  </a:moveTo>
                  <a:lnTo>
                    <a:pt x="501397" y="454345"/>
                  </a:lnTo>
                  <a:cubicBezTo>
                    <a:pt x="297747" y="359717"/>
                    <a:pt x="-117" y="77379"/>
                    <a:pt x="-117" y="77379"/>
                  </a:cubicBezTo>
                  <a:lnTo>
                    <a:pt x="36355" y="-177"/>
                  </a:lnTo>
                  <a:cubicBezTo>
                    <a:pt x="36355" y="-177"/>
                    <a:pt x="298142" y="223329"/>
                    <a:pt x="516704" y="271491"/>
                  </a:cubicBezTo>
                  <a:close/>
                </a:path>
              </a:pathLst>
            </a:custGeom>
            <a:solidFill>
              <a:srgbClr val="D0D0D0"/>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05" name="Freeform: Shape 104">
              <a:extLst>
                <a:ext uri="{FF2B5EF4-FFF2-40B4-BE49-F238E27FC236}">
                  <a16:creationId xmlns:a16="http://schemas.microsoft.com/office/drawing/2014/main" id="{D0710D18-2816-E656-6EFC-40A981C9152C}"/>
                </a:ext>
              </a:extLst>
            </p:cNvPr>
            <p:cNvSpPr/>
            <p:nvPr/>
          </p:nvSpPr>
          <p:spPr>
            <a:xfrm rot="10800000" flipV="1">
              <a:off x="9949306" y="4592016"/>
              <a:ext cx="293334" cy="158372"/>
            </a:xfrm>
            <a:custGeom>
              <a:avLst/>
              <a:gdLst>
                <a:gd name="connsiteX0" fmla="*/ 562851 w 562968"/>
                <a:gd name="connsiteY0" fmla="*/ 303770 h 303947"/>
                <a:gd name="connsiteX1" fmla="*/ 105713 w 562968"/>
                <a:gd name="connsiteY1" fmla="*/ 241102 h 303947"/>
                <a:gd name="connsiteX2" fmla="*/ -117 w 562968"/>
                <a:gd name="connsiteY2" fmla="*/ 210637 h 303947"/>
                <a:gd name="connsiteX3" fmla="*/ 6749 w 562968"/>
                <a:gd name="connsiteY3" fmla="*/ -177 h 303947"/>
                <a:gd name="connsiteX4" fmla="*/ 53884 w 562968"/>
                <a:gd name="connsiteY4" fmla="*/ 11444 h 303947"/>
                <a:gd name="connsiteX5" fmla="*/ 494595 w 562968"/>
                <a:gd name="connsiteY5" fmla="*/ 59606 h 303947"/>
                <a:gd name="connsiteX6" fmla="*/ 562851 w 562968"/>
                <a:gd name="connsiteY6" fmla="*/ 303770 h 303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2968" h="303947">
                  <a:moveTo>
                    <a:pt x="562851" y="303770"/>
                  </a:moveTo>
                  <a:cubicBezTo>
                    <a:pt x="562851" y="303770"/>
                    <a:pt x="287215" y="244775"/>
                    <a:pt x="105713" y="241102"/>
                  </a:cubicBezTo>
                  <a:cubicBezTo>
                    <a:pt x="76037" y="240501"/>
                    <a:pt x="39735" y="229180"/>
                    <a:pt x="-117" y="210637"/>
                  </a:cubicBezTo>
                  <a:lnTo>
                    <a:pt x="6749" y="-177"/>
                  </a:lnTo>
                  <a:cubicBezTo>
                    <a:pt x="25347" y="6149"/>
                    <a:pt x="41362" y="10236"/>
                    <a:pt x="53884" y="11444"/>
                  </a:cubicBezTo>
                  <a:cubicBezTo>
                    <a:pt x="168682" y="22583"/>
                    <a:pt x="494595" y="59606"/>
                    <a:pt x="494595" y="59606"/>
                  </a:cubicBezTo>
                  <a:lnTo>
                    <a:pt x="562851" y="303770"/>
                  </a:lnTo>
                  <a:close/>
                </a:path>
              </a:pathLst>
            </a:custGeom>
            <a:solidFill>
              <a:schemeClr val="accent1">
                <a:lumMod val="7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06" name="Freeform: Shape 105">
              <a:extLst>
                <a:ext uri="{FF2B5EF4-FFF2-40B4-BE49-F238E27FC236}">
                  <a16:creationId xmlns:a16="http://schemas.microsoft.com/office/drawing/2014/main" id="{04D7314F-8389-86A5-DD25-5FA698C76ABD}"/>
                </a:ext>
              </a:extLst>
            </p:cNvPr>
            <p:cNvSpPr/>
            <p:nvPr/>
          </p:nvSpPr>
          <p:spPr>
            <a:xfrm rot="10800000" flipV="1">
              <a:off x="10239063" y="4579283"/>
              <a:ext cx="75092" cy="122578"/>
            </a:xfrm>
            <a:custGeom>
              <a:avLst/>
              <a:gdLst>
                <a:gd name="connsiteX0" fmla="*/ 144000 w 144116"/>
                <a:gd name="connsiteY0" fmla="*/ 24260 h 235252"/>
                <a:gd name="connsiteX1" fmla="*/ 137134 w 144116"/>
                <a:gd name="connsiteY1" fmla="*/ 235075 h 235252"/>
                <a:gd name="connsiteX2" fmla="*/ -117 w 144116"/>
                <a:gd name="connsiteY2" fmla="*/ 169760 h 235252"/>
                <a:gd name="connsiteX3" fmla="*/ 57251 w 144116"/>
                <a:gd name="connsiteY3" fmla="*/ -177 h 235252"/>
                <a:gd name="connsiteX4" fmla="*/ 144000 w 144116"/>
                <a:gd name="connsiteY4" fmla="*/ 24260 h 235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116" h="235252">
                  <a:moveTo>
                    <a:pt x="144000" y="24260"/>
                  </a:moveTo>
                  <a:lnTo>
                    <a:pt x="137134" y="235075"/>
                  </a:lnTo>
                  <a:cubicBezTo>
                    <a:pt x="137134" y="235075"/>
                    <a:pt x="54422" y="204135"/>
                    <a:pt x="-117" y="169760"/>
                  </a:cubicBezTo>
                  <a:cubicBezTo>
                    <a:pt x="14151" y="125816"/>
                    <a:pt x="42500" y="42740"/>
                    <a:pt x="57251" y="-177"/>
                  </a:cubicBezTo>
                  <a:lnTo>
                    <a:pt x="144000" y="24260"/>
                  </a:lnTo>
                  <a:close/>
                </a:path>
              </a:pathLst>
            </a:custGeom>
            <a:solidFill>
              <a:schemeClr val="accent1">
                <a:lumMod val="7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07" name="Freeform: Shape 106">
              <a:extLst>
                <a:ext uri="{FF2B5EF4-FFF2-40B4-BE49-F238E27FC236}">
                  <a16:creationId xmlns:a16="http://schemas.microsoft.com/office/drawing/2014/main" id="{86F2D8C6-7246-58B7-5E0E-7070DD9A0D65}"/>
                </a:ext>
              </a:extLst>
            </p:cNvPr>
            <p:cNvSpPr/>
            <p:nvPr/>
          </p:nvSpPr>
          <p:spPr>
            <a:xfrm rot="10800000" flipV="1">
              <a:off x="10284264" y="4570404"/>
              <a:ext cx="53048" cy="97425"/>
            </a:xfrm>
            <a:custGeom>
              <a:avLst/>
              <a:gdLst>
                <a:gd name="connsiteX0" fmla="*/ 101693 w 101810"/>
                <a:gd name="connsiteY0" fmla="*/ 16863 h 186978"/>
                <a:gd name="connsiteX1" fmla="*/ 44326 w 101810"/>
                <a:gd name="connsiteY1" fmla="*/ 186801 h 186978"/>
                <a:gd name="connsiteX2" fmla="*/ 15370 w 101810"/>
                <a:gd name="connsiteY2" fmla="*/ 165554 h 186978"/>
                <a:gd name="connsiteX3" fmla="*/ 41316 w 101810"/>
                <a:gd name="connsiteY3" fmla="*/ -177 h 186978"/>
                <a:gd name="connsiteX4" fmla="*/ 101693 w 101810"/>
                <a:gd name="connsiteY4" fmla="*/ 16863 h 1869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810" h="186978">
                  <a:moveTo>
                    <a:pt x="101693" y="16863"/>
                  </a:moveTo>
                  <a:cubicBezTo>
                    <a:pt x="86943" y="59781"/>
                    <a:pt x="58594" y="142857"/>
                    <a:pt x="44326" y="186801"/>
                  </a:cubicBezTo>
                  <a:cubicBezTo>
                    <a:pt x="33186" y="179823"/>
                    <a:pt x="23192" y="172657"/>
                    <a:pt x="15370" y="165554"/>
                  </a:cubicBezTo>
                  <a:cubicBezTo>
                    <a:pt x="-30921" y="123895"/>
                    <a:pt x="41316" y="-177"/>
                    <a:pt x="41316" y="-177"/>
                  </a:cubicBezTo>
                  <a:lnTo>
                    <a:pt x="101693" y="16863"/>
                  </a:ln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08" name="Freeform: Shape 107">
              <a:extLst>
                <a:ext uri="{FF2B5EF4-FFF2-40B4-BE49-F238E27FC236}">
                  <a16:creationId xmlns:a16="http://schemas.microsoft.com/office/drawing/2014/main" id="{8C9B8B98-1556-880C-DFC6-04E1574FC94F}"/>
                </a:ext>
              </a:extLst>
            </p:cNvPr>
            <p:cNvSpPr/>
            <p:nvPr/>
          </p:nvSpPr>
          <p:spPr>
            <a:xfrm rot="10800000" flipV="1">
              <a:off x="9678751" y="4573720"/>
              <a:ext cx="307731" cy="567603"/>
            </a:xfrm>
            <a:custGeom>
              <a:avLst/>
              <a:gdLst>
                <a:gd name="connsiteX0" fmla="*/ 590481 w 590597"/>
                <a:gd name="connsiteY0" fmla="*/ 1011255 h 1089344"/>
                <a:gd name="connsiteX1" fmla="*/ 549153 w 590597"/>
                <a:gd name="connsiteY1" fmla="*/ 832043 h 1089344"/>
                <a:gd name="connsiteX2" fmla="*/ 522613 w 590597"/>
                <a:gd name="connsiteY2" fmla="*/ 87667 h 1089344"/>
                <a:gd name="connsiteX3" fmla="*/ 310290 w 590597"/>
                <a:gd name="connsiteY3" fmla="*/ -165 h 1089344"/>
                <a:gd name="connsiteX4" fmla="*/ 248729 w 590597"/>
                <a:gd name="connsiteY4" fmla="*/ 69262 h 1089344"/>
                <a:gd name="connsiteX5" fmla="*/ 188401 w 590597"/>
                <a:gd name="connsiteY5" fmla="*/ 111848 h 1089344"/>
                <a:gd name="connsiteX6" fmla="*/ 140177 w 590597"/>
                <a:gd name="connsiteY6" fmla="*/ 82792 h 1089344"/>
                <a:gd name="connsiteX7" fmla="*/ 117179 w 590597"/>
                <a:gd name="connsiteY7" fmla="*/ 59543 h 1089344"/>
                <a:gd name="connsiteX8" fmla="*/ 3852 w 590597"/>
                <a:gd name="connsiteY8" fmla="*/ 97542 h 1089344"/>
                <a:gd name="connsiteX9" fmla="*/ 180704 w 590597"/>
                <a:gd name="connsiteY9" fmla="*/ 1089168 h 1089344"/>
                <a:gd name="connsiteX10" fmla="*/ 590481 w 590597"/>
                <a:gd name="connsiteY10" fmla="*/ 1011255 h 1089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0597" h="1089344">
                  <a:moveTo>
                    <a:pt x="590481" y="1011255"/>
                  </a:moveTo>
                  <a:cubicBezTo>
                    <a:pt x="587703" y="972361"/>
                    <a:pt x="551756" y="881669"/>
                    <a:pt x="549153" y="832043"/>
                  </a:cubicBezTo>
                  <a:cubicBezTo>
                    <a:pt x="545117" y="755307"/>
                    <a:pt x="553258" y="105521"/>
                    <a:pt x="522613" y="87667"/>
                  </a:cubicBezTo>
                  <a:cubicBezTo>
                    <a:pt x="497493" y="73029"/>
                    <a:pt x="354015" y="6763"/>
                    <a:pt x="310290" y="-165"/>
                  </a:cubicBezTo>
                  <a:cubicBezTo>
                    <a:pt x="305189" y="-972"/>
                    <a:pt x="275244" y="36983"/>
                    <a:pt x="248729" y="69262"/>
                  </a:cubicBezTo>
                  <a:cubicBezTo>
                    <a:pt x="248729" y="69262"/>
                    <a:pt x="203408" y="95727"/>
                    <a:pt x="188401" y="111848"/>
                  </a:cubicBezTo>
                  <a:cubicBezTo>
                    <a:pt x="181899" y="105089"/>
                    <a:pt x="140177" y="82792"/>
                    <a:pt x="140177" y="82792"/>
                  </a:cubicBezTo>
                  <a:lnTo>
                    <a:pt x="117179" y="59543"/>
                  </a:lnTo>
                  <a:lnTo>
                    <a:pt x="3852" y="97542"/>
                  </a:lnTo>
                  <a:cubicBezTo>
                    <a:pt x="-28571" y="205881"/>
                    <a:pt x="147349" y="923780"/>
                    <a:pt x="180704" y="1089168"/>
                  </a:cubicBezTo>
                  <a:lnTo>
                    <a:pt x="590481" y="1011255"/>
                  </a:lnTo>
                  <a:close/>
                </a:path>
              </a:pathLst>
            </a:custGeom>
            <a:solidFill>
              <a:schemeClr val="accent1"/>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09" name="Freeform: Shape 108">
              <a:extLst>
                <a:ext uri="{FF2B5EF4-FFF2-40B4-BE49-F238E27FC236}">
                  <a16:creationId xmlns:a16="http://schemas.microsoft.com/office/drawing/2014/main" id="{1DA2BE93-FE26-29BD-58F8-8BE43CD65DFB}"/>
                </a:ext>
              </a:extLst>
            </p:cNvPr>
            <p:cNvSpPr/>
            <p:nvPr/>
          </p:nvSpPr>
          <p:spPr>
            <a:xfrm rot="10800000" flipV="1">
              <a:off x="9601203" y="5164410"/>
              <a:ext cx="57763" cy="111354"/>
            </a:xfrm>
            <a:custGeom>
              <a:avLst/>
              <a:gdLst>
                <a:gd name="connsiteX0" fmla="*/ 39906 w 110858"/>
                <a:gd name="connsiteY0" fmla="*/ 18990 h 213710"/>
                <a:gd name="connsiteX1" fmla="*/ 3196 w 110858"/>
                <a:gd name="connsiteY1" fmla="*/ 112842 h 213710"/>
                <a:gd name="connsiteX2" fmla="*/ 46464 w 110858"/>
                <a:gd name="connsiteY2" fmla="*/ 90613 h 213710"/>
                <a:gd name="connsiteX3" fmla="*/ 33354 w 110858"/>
                <a:gd name="connsiteY3" fmla="*/ 172118 h 213710"/>
                <a:gd name="connsiteX4" fmla="*/ 25481 w 110858"/>
                <a:gd name="connsiteY4" fmla="*/ 199278 h 213710"/>
                <a:gd name="connsiteX5" fmla="*/ 68749 w 110858"/>
                <a:gd name="connsiteY5" fmla="*/ 135071 h 213710"/>
                <a:gd name="connsiteX6" fmla="*/ 40231 w 110858"/>
                <a:gd name="connsiteY6" fmla="*/ 212864 h 213710"/>
                <a:gd name="connsiteX7" fmla="*/ 91372 w 110858"/>
                <a:gd name="connsiteY7" fmla="*/ 135071 h 213710"/>
                <a:gd name="connsiteX8" fmla="*/ 66784 w 110858"/>
                <a:gd name="connsiteY8" fmla="*/ 210086 h 213710"/>
                <a:gd name="connsiteX9" fmla="*/ 110052 w 110858"/>
                <a:gd name="connsiteY9" fmla="*/ 140008 h 213710"/>
                <a:gd name="connsiteX10" fmla="*/ 97273 w 110858"/>
                <a:gd name="connsiteY10" fmla="*/ 4484 h 213710"/>
                <a:gd name="connsiteX11" fmla="*/ 39906 w 110858"/>
                <a:gd name="connsiteY11" fmla="*/ 18990 h 213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0858" h="213710">
                  <a:moveTo>
                    <a:pt x="39906" y="18990"/>
                  </a:moveTo>
                  <a:cubicBezTo>
                    <a:pt x="39906" y="18990"/>
                    <a:pt x="-13763" y="100632"/>
                    <a:pt x="3196" y="112842"/>
                  </a:cubicBezTo>
                  <a:cubicBezTo>
                    <a:pt x="25481" y="128894"/>
                    <a:pt x="33354" y="69624"/>
                    <a:pt x="46464" y="90613"/>
                  </a:cubicBezTo>
                  <a:cubicBezTo>
                    <a:pt x="59575" y="111609"/>
                    <a:pt x="33354" y="172118"/>
                    <a:pt x="33354" y="172118"/>
                  </a:cubicBezTo>
                  <a:cubicBezTo>
                    <a:pt x="33354" y="172118"/>
                    <a:pt x="17953" y="195567"/>
                    <a:pt x="25481" y="199278"/>
                  </a:cubicBezTo>
                  <a:cubicBezTo>
                    <a:pt x="39255" y="206074"/>
                    <a:pt x="62060" y="135452"/>
                    <a:pt x="68749" y="135071"/>
                  </a:cubicBezTo>
                  <a:cubicBezTo>
                    <a:pt x="72942" y="134833"/>
                    <a:pt x="34661" y="207927"/>
                    <a:pt x="40231" y="212864"/>
                  </a:cubicBezTo>
                  <a:cubicBezTo>
                    <a:pt x="49218" y="220831"/>
                    <a:pt x="83831" y="155447"/>
                    <a:pt x="91372" y="135071"/>
                  </a:cubicBezTo>
                  <a:cubicBezTo>
                    <a:pt x="92836" y="131103"/>
                    <a:pt x="56327" y="207789"/>
                    <a:pt x="66784" y="210086"/>
                  </a:cubicBezTo>
                  <a:cubicBezTo>
                    <a:pt x="76622" y="212245"/>
                    <a:pt x="106122" y="153594"/>
                    <a:pt x="110052" y="140008"/>
                  </a:cubicBezTo>
                  <a:cubicBezTo>
                    <a:pt x="113989" y="126422"/>
                    <a:pt x="99895" y="20536"/>
                    <a:pt x="97273" y="4484"/>
                  </a:cubicBezTo>
                  <a:cubicBezTo>
                    <a:pt x="94645" y="-11568"/>
                    <a:pt x="39906" y="18990"/>
                    <a:pt x="39906" y="18990"/>
                  </a:cubicBezTo>
                  <a:close/>
                </a:path>
              </a:pathLst>
            </a:custGeom>
            <a:solidFill>
              <a:srgbClr val="D0D0D0"/>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10" name="Freeform: Shape 109">
              <a:extLst>
                <a:ext uri="{FF2B5EF4-FFF2-40B4-BE49-F238E27FC236}">
                  <a16:creationId xmlns:a16="http://schemas.microsoft.com/office/drawing/2014/main" id="{342EAED7-8D02-A479-4C76-CB85B3CEE807}"/>
                </a:ext>
              </a:extLst>
            </p:cNvPr>
            <p:cNvSpPr/>
            <p:nvPr/>
          </p:nvSpPr>
          <p:spPr>
            <a:xfrm rot="10800000" flipV="1">
              <a:off x="9592897" y="4870804"/>
              <a:ext cx="72818" cy="306827"/>
            </a:xfrm>
            <a:custGeom>
              <a:avLst/>
              <a:gdLst>
                <a:gd name="connsiteX0" fmla="*/ 111007 w 139751"/>
                <a:gd name="connsiteY0" fmla="*/ 571677 h 588863"/>
                <a:gd name="connsiteX1" fmla="*/ 52138 w 139751"/>
                <a:gd name="connsiteY1" fmla="*/ 588686 h 588863"/>
                <a:gd name="connsiteX2" fmla="*/ -117 w 139751"/>
                <a:gd name="connsiteY2" fmla="*/ 82535 h 588863"/>
                <a:gd name="connsiteX3" fmla="*/ 121602 w 139751"/>
                <a:gd name="connsiteY3" fmla="*/ -177 h 588863"/>
                <a:gd name="connsiteX4" fmla="*/ 122447 w 139751"/>
                <a:gd name="connsiteY4" fmla="*/ 3552 h 588863"/>
                <a:gd name="connsiteX5" fmla="*/ 111007 w 139751"/>
                <a:gd name="connsiteY5" fmla="*/ 571677 h 58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751" h="588863">
                  <a:moveTo>
                    <a:pt x="111007" y="571677"/>
                  </a:moveTo>
                  <a:lnTo>
                    <a:pt x="52138" y="588686"/>
                  </a:lnTo>
                  <a:cubicBezTo>
                    <a:pt x="52138" y="588686"/>
                    <a:pt x="48220" y="216357"/>
                    <a:pt x="-117" y="82535"/>
                  </a:cubicBezTo>
                  <a:lnTo>
                    <a:pt x="121602" y="-177"/>
                  </a:lnTo>
                  <a:cubicBezTo>
                    <a:pt x="121909" y="1087"/>
                    <a:pt x="122147" y="2351"/>
                    <a:pt x="122447" y="3552"/>
                  </a:cubicBezTo>
                  <a:cubicBezTo>
                    <a:pt x="166935" y="203535"/>
                    <a:pt x="111007" y="571677"/>
                    <a:pt x="111007" y="571677"/>
                  </a:cubicBezTo>
                  <a:close/>
                </a:path>
              </a:pathLst>
            </a:custGeom>
            <a:solidFill>
              <a:srgbClr val="D0D0D0"/>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11" name="Freeform: Shape 110">
              <a:extLst>
                <a:ext uri="{FF2B5EF4-FFF2-40B4-BE49-F238E27FC236}">
                  <a16:creationId xmlns:a16="http://schemas.microsoft.com/office/drawing/2014/main" id="{FDCBBA12-5905-354C-FB6B-E9CB43F81A3B}"/>
                </a:ext>
              </a:extLst>
            </p:cNvPr>
            <p:cNvSpPr/>
            <p:nvPr/>
          </p:nvSpPr>
          <p:spPr>
            <a:xfrm rot="10800000" flipV="1">
              <a:off x="9602294" y="4618021"/>
              <a:ext cx="148476" cy="295881"/>
            </a:xfrm>
            <a:custGeom>
              <a:avLst/>
              <a:gdLst>
                <a:gd name="connsiteX0" fmla="*/ 284841 w 284957"/>
                <a:gd name="connsiteY0" fmla="*/ 484965 h 567855"/>
                <a:gd name="connsiteX1" fmla="*/ 163122 w 284957"/>
                <a:gd name="connsiteY1" fmla="*/ 567678 h 567855"/>
                <a:gd name="connsiteX2" fmla="*/ 159811 w 284957"/>
                <a:gd name="connsiteY2" fmla="*/ 559004 h 567855"/>
                <a:gd name="connsiteX3" fmla="*/ 28818 w 284957"/>
                <a:gd name="connsiteY3" fmla="*/ 298288 h 567855"/>
                <a:gd name="connsiteX4" fmla="*/ 2390 w 284957"/>
                <a:gd name="connsiteY4" fmla="*/ 130691 h 567855"/>
                <a:gd name="connsiteX5" fmla="*/ 69089 w 284957"/>
                <a:gd name="connsiteY5" fmla="*/ -177 h 567855"/>
                <a:gd name="connsiteX6" fmla="*/ 284841 w 284957"/>
                <a:gd name="connsiteY6" fmla="*/ 484965 h 567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4957" h="567855">
                  <a:moveTo>
                    <a:pt x="284841" y="484965"/>
                  </a:moveTo>
                  <a:lnTo>
                    <a:pt x="163122" y="567678"/>
                  </a:lnTo>
                  <a:cubicBezTo>
                    <a:pt x="162039" y="564668"/>
                    <a:pt x="160957" y="561777"/>
                    <a:pt x="159811" y="559004"/>
                  </a:cubicBezTo>
                  <a:cubicBezTo>
                    <a:pt x="100516" y="414593"/>
                    <a:pt x="65841" y="367452"/>
                    <a:pt x="28818" y="298288"/>
                  </a:cubicBezTo>
                  <a:cubicBezTo>
                    <a:pt x="-2065" y="240676"/>
                    <a:pt x="-2967" y="184447"/>
                    <a:pt x="2390" y="130691"/>
                  </a:cubicBezTo>
                  <a:cubicBezTo>
                    <a:pt x="11239" y="42621"/>
                    <a:pt x="69089" y="-177"/>
                    <a:pt x="69089" y="-177"/>
                  </a:cubicBezTo>
                  <a:cubicBezTo>
                    <a:pt x="69089" y="-177"/>
                    <a:pt x="239151" y="285164"/>
                    <a:pt x="284841" y="484965"/>
                  </a:cubicBezTo>
                  <a:close/>
                </a:path>
              </a:pathLst>
            </a:custGeom>
            <a:solidFill>
              <a:schemeClr val="accent1">
                <a:lumMod val="7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12" name="Freeform: Shape 111">
              <a:extLst>
                <a:ext uri="{FF2B5EF4-FFF2-40B4-BE49-F238E27FC236}">
                  <a16:creationId xmlns:a16="http://schemas.microsoft.com/office/drawing/2014/main" id="{FFD64A74-F996-2397-9A0F-ACE5B2FF148C}"/>
                </a:ext>
              </a:extLst>
            </p:cNvPr>
            <p:cNvSpPr/>
            <p:nvPr/>
          </p:nvSpPr>
          <p:spPr>
            <a:xfrm rot="10800000" flipV="1">
              <a:off x="9816994" y="4629209"/>
              <a:ext cx="96169" cy="472784"/>
            </a:xfrm>
            <a:custGeom>
              <a:avLst/>
              <a:gdLst>
                <a:gd name="connsiteX0" fmla="*/ 104593 w 184568"/>
                <a:gd name="connsiteY0" fmla="*/ 11613 h 907366"/>
                <a:gd name="connsiteX1" fmla="*/ 72502 w 184568"/>
                <a:gd name="connsiteY1" fmla="*/ 59568 h 907366"/>
                <a:gd name="connsiteX2" fmla="*/ 184452 w 184568"/>
                <a:gd name="connsiteY2" fmla="*/ 795346 h 907366"/>
                <a:gd name="connsiteX3" fmla="*/ 150840 w 184568"/>
                <a:gd name="connsiteY3" fmla="*/ 907189 h 907366"/>
                <a:gd name="connsiteX4" fmla="*/ 81739 w 184568"/>
                <a:gd name="connsiteY4" fmla="*/ 818463 h 907366"/>
                <a:gd name="connsiteX5" fmla="*/ 34634 w 184568"/>
                <a:gd name="connsiteY5" fmla="*/ 54042 h 907366"/>
                <a:gd name="connsiteX6" fmla="*/ -117 w 184568"/>
                <a:gd name="connsiteY6" fmla="*/ 21726 h 907366"/>
                <a:gd name="connsiteX7" fmla="*/ 46812 w 184568"/>
                <a:gd name="connsiteY7" fmla="*/ -177 h 907366"/>
                <a:gd name="connsiteX8" fmla="*/ 104593 w 184568"/>
                <a:gd name="connsiteY8" fmla="*/ 11613 h 907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568" h="907366">
                  <a:moveTo>
                    <a:pt x="104593" y="11613"/>
                  </a:moveTo>
                  <a:lnTo>
                    <a:pt x="72502" y="59568"/>
                  </a:lnTo>
                  <a:cubicBezTo>
                    <a:pt x="72502" y="59568"/>
                    <a:pt x="91582" y="425432"/>
                    <a:pt x="184452" y="795346"/>
                  </a:cubicBezTo>
                  <a:lnTo>
                    <a:pt x="150840" y="907189"/>
                  </a:lnTo>
                  <a:lnTo>
                    <a:pt x="81739" y="818463"/>
                  </a:lnTo>
                  <a:lnTo>
                    <a:pt x="34634" y="54042"/>
                  </a:lnTo>
                  <a:lnTo>
                    <a:pt x="-117" y="21726"/>
                  </a:lnTo>
                  <a:lnTo>
                    <a:pt x="46812" y="-177"/>
                  </a:lnTo>
                  <a:lnTo>
                    <a:pt x="104593" y="11613"/>
                  </a:ln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13" name="Freeform: Shape 112">
              <a:extLst>
                <a:ext uri="{FF2B5EF4-FFF2-40B4-BE49-F238E27FC236}">
                  <a16:creationId xmlns:a16="http://schemas.microsoft.com/office/drawing/2014/main" id="{684741A0-8942-7811-EC55-9618B79C9A7E}"/>
                </a:ext>
              </a:extLst>
            </p:cNvPr>
            <p:cNvSpPr/>
            <p:nvPr/>
          </p:nvSpPr>
          <p:spPr>
            <a:xfrm rot="10800000" flipV="1">
              <a:off x="9813363" y="4557540"/>
              <a:ext cx="75349" cy="87137"/>
            </a:xfrm>
            <a:custGeom>
              <a:avLst/>
              <a:gdLst>
                <a:gd name="connsiteX0" fmla="*/ -117 w 144610"/>
                <a:gd name="connsiteY0" fmla="*/ 137368 h 167233"/>
                <a:gd name="connsiteX1" fmla="*/ 81244 w 144610"/>
                <a:gd name="connsiteY1" fmla="*/ 167056 h 167233"/>
                <a:gd name="connsiteX2" fmla="*/ 144494 w 144610"/>
                <a:gd name="connsiteY2" fmla="*/ 29167 h 167233"/>
                <a:gd name="connsiteX3" fmla="*/ 96382 w 144610"/>
                <a:gd name="connsiteY3" fmla="*/ -177 h 167233"/>
                <a:gd name="connsiteX4" fmla="*/ -117 w 144610"/>
                <a:gd name="connsiteY4" fmla="*/ 137368 h 1672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610" h="167233">
                  <a:moveTo>
                    <a:pt x="-117" y="137368"/>
                  </a:moveTo>
                  <a:cubicBezTo>
                    <a:pt x="-117" y="137368"/>
                    <a:pt x="64216" y="165285"/>
                    <a:pt x="81244" y="167056"/>
                  </a:cubicBezTo>
                  <a:cubicBezTo>
                    <a:pt x="129881" y="105289"/>
                    <a:pt x="144494" y="29167"/>
                    <a:pt x="144494" y="29167"/>
                  </a:cubicBezTo>
                  <a:lnTo>
                    <a:pt x="96382" y="-177"/>
                  </a:lnTo>
                  <a:cubicBezTo>
                    <a:pt x="96382" y="-177"/>
                    <a:pt x="77458" y="65263"/>
                    <a:pt x="-117" y="137368"/>
                  </a:cubicBez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14" name="Freeform: Shape 113">
              <a:extLst>
                <a:ext uri="{FF2B5EF4-FFF2-40B4-BE49-F238E27FC236}">
                  <a16:creationId xmlns:a16="http://schemas.microsoft.com/office/drawing/2014/main" id="{0C650ECA-3409-7669-E11A-8B2C10150E9E}"/>
                </a:ext>
              </a:extLst>
            </p:cNvPr>
            <p:cNvSpPr/>
            <p:nvPr/>
          </p:nvSpPr>
          <p:spPr>
            <a:xfrm rot="10800000" flipV="1">
              <a:off x="9888712" y="4588387"/>
              <a:ext cx="43586" cy="65906"/>
            </a:xfrm>
            <a:custGeom>
              <a:avLst/>
              <a:gdLst>
                <a:gd name="connsiteX0" fmla="*/ 83535 w 83651"/>
                <a:gd name="connsiteY0" fmla="*/ 78167 h 126487"/>
                <a:gd name="connsiteX1" fmla="*/ 27412 w 83651"/>
                <a:gd name="connsiteY1" fmla="*/ 126310 h 126487"/>
                <a:gd name="connsiteX2" fmla="*/ -117 w 83651"/>
                <a:gd name="connsiteY2" fmla="*/ 46464 h 126487"/>
                <a:gd name="connsiteX3" fmla="*/ 19996 w 83651"/>
                <a:gd name="connsiteY3" fmla="*/ -177 h 126487"/>
                <a:gd name="connsiteX4" fmla="*/ 83535 w 83651"/>
                <a:gd name="connsiteY4" fmla="*/ 78167 h 1264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651" h="126487">
                  <a:moveTo>
                    <a:pt x="83535" y="78167"/>
                  </a:moveTo>
                  <a:lnTo>
                    <a:pt x="27412" y="126310"/>
                  </a:lnTo>
                  <a:lnTo>
                    <a:pt x="-117" y="46464"/>
                  </a:lnTo>
                  <a:lnTo>
                    <a:pt x="19996" y="-177"/>
                  </a:lnTo>
                  <a:cubicBezTo>
                    <a:pt x="19996" y="-177"/>
                    <a:pt x="40692" y="68367"/>
                    <a:pt x="83535" y="78167"/>
                  </a:cubicBez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15" name="Freeform: Shape 114">
              <a:extLst>
                <a:ext uri="{FF2B5EF4-FFF2-40B4-BE49-F238E27FC236}">
                  <a16:creationId xmlns:a16="http://schemas.microsoft.com/office/drawing/2014/main" id="{7BC507ED-9B60-09A4-4263-11F66356ACA4}"/>
                </a:ext>
              </a:extLst>
            </p:cNvPr>
            <p:cNvSpPr/>
            <p:nvPr/>
          </p:nvSpPr>
          <p:spPr>
            <a:xfrm rot="10800000" flipV="1">
              <a:off x="9861471" y="4423537"/>
              <a:ext cx="133176" cy="137637"/>
            </a:xfrm>
            <a:custGeom>
              <a:avLst/>
              <a:gdLst>
                <a:gd name="connsiteX0" fmla="*/ -117 w 255591"/>
                <a:gd name="connsiteY0" fmla="*/ -177 h 264154"/>
                <a:gd name="connsiteX1" fmla="*/ 30917 w 255591"/>
                <a:gd name="connsiteY1" fmla="*/ 169109 h 264154"/>
                <a:gd name="connsiteX2" fmla="*/ 110839 w 255591"/>
                <a:gd name="connsiteY2" fmla="*/ 263975 h 264154"/>
                <a:gd name="connsiteX3" fmla="*/ 245731 w 255591"/>
                <a:gd name="connsiteY3" fmla="*/ 180893 h 264154"/>
                <a:gd name="connsiteX4" fmla="*/ 255475 w 255591"/>
                <a:gd name="connsiteY4" fmla="*/ 35325 h 264154"/>
                <a:gd name="connsiteX5" fmla="*/ -117 w 255591"/>
                <a:gd name="connsiteY5" fmla="*/ -177 h 264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5591" h="264154">
                  <a:moveTo>
                    <a:pt x="-117" y="-177"/>
                  </a:moveTo>
                  <a:cubicBezTo>
                    <a:pt x="-117" y="-177"/>
                    <a:pt x="13275" y="112073"/>
                    <a:pt x="30917" y="169109"/>
                  </a:cubicBezTo>
                  <a:cubicBezTo>
                    <a:pt x="56638" y="252229"/>
                    <a:pt x="83228" y="263812"/>
                    <a:pt x="110839" y="263975"/>
                  </a:cubicBezTo>
                  <a:cubicBezTo>
                    <a:pt x="182349" y="264394"/>
                    <a:pt x="237558" y="212315"/>
                    <a:pt x="245731" y="180893"/>
                  </a:cubicBezTo>
                  <a:cubicBezTo>
                    <a:pt x="253466" y="151142"/>
                    <a:pt x="255475" y="35325"/>
                    <a:pt x="255475" y="35325"/>
                  </a:cubicBezTo>
                  <a:lnTo>
                    <a:pt x="-117" y="-177"/>
                  </a:ln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16" name="Freeform: Shape 115">
              <a:extLst>
                <a:ext uri="{FF2B5EF4-FFF2-40B4-BE49-F238E27FC236}">
                  <a16:creationId xmlns:a16="http://schemas.microsoft.com/office/drawing/2014/main" id="{4F09995B-3162-B80D-B939-205ABBF9A8E4}"/>
                </a:ext>
              </a:extLst>
            </p:cNvPr>
            <p:cNvSpPr/>
            <p:nvPr/>
          </p:nvSpPr>
          <p:spPr>
            <a:xfrm rot="10800000" flipV="1">
              <a:off x="9855059" y="4334695"/>
              <a:ext cx="140485" cy="160126"/>
            </a:xfrm>
            <a:custGeom>
              <a:avLst/>
              <a:gdLst>
                <a:gd name="connsiteX0" fmla="*/ 268694 w 269619"/>
                <a:gd name="connsiteY0" fmla="*/ 140245 h 307314"/>
                <a:gd name="connsiteX1" fmla="*/ 146525 w 269619"/>
                <a:gd name="connsiteY1" fmla="*/ 306553 h 307314"/>
                <a:gd name="connsiteX2" fmla="*/ 774 w 269619"/>
                <a:gd name="connsiteY2" fmla="*/ 167224 h 307314"/>
                <a:gd name="connsiteX3" fmla="*/ 116942 w 269619"/>
                <a:gd name="connsiteY3" fmla="*/ 403 h 307314"/>
                <a:gd name="connsiteX4" fmla="*/ 268694 w 269619"/>
                <a:gd name="connsiteY4" fmla="*/ 140245 h 307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619" h="307314">
                  <a:moveTo>
                    <a:pt x="268694" y="140245"/>
                  </a:moveTo>
                  <a:cubicBezTo>
                    <a:pt x="276867" y="224785"/>
                    <a:pt x="222165" y="299243"/>
                    <a:pt x="146525" y="306553"/>
                  </a:cubicBezTo>
                  <a:cubicBezTo>
                    <a:pt x="70883" y="313862"/>
                    <a:pt x="8941" y="251764"/>
                    <a:pt x="774" y="167224"/>
                  </a:cubicBezTo>
                  <a:cubicBezTo>
                    <a:pt x="-7392" y="82684"/>
                    <a:pt x="41302" y="7712"/>
                    <a:pt x="116942" y="403"/>
                  </a:cubicBezTo>
                  <a:cubicBezTo>
                    <a:pt x="192590" y="-6907"/>
                    <a:pt x="260527" y="55699"/>
                    <a:pt x="268694" y="140245"/>
                  </a:cubicBez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17" name="Freeform: Shape 116">
              <a:extLst>
                <a:ext uri="{FF2B5EF4-FFF2-40B4-BE49-F238E27FC236}">
                  <a16:creationId xmlns:a16="http://schemas.microsoft.com/office/drawing/2014/main" id="{C7E7E030-DD9C-257A-FAF4-4F9E2A5FD3F7}"/>
                </a:ext>
              </a:extLst>
            </p:cNvPr>
            <p:cNvSpPr/>
            <p:nvPr/>
          </p:nvSpPr>
          <p:spPr>
            <a:xfrm rot="10800000" flipV="1">
              <a:off x="9905479" y="4408155"/>
              <a:ext cx="37465" cy="10480"/>
            </a:xfrm>
            <a:custGeom>
              <a:avLst/>
              <a:gdLst>
                <a:gd name="connsiteX0" fmla="*/ 3912 w 71903"/>
                <a:gd name="connsiteY0" fmla="*/ 4385 h 20112"/>
                <a:gd name="connsiteX1" fmla="*/ 44452 w 71903"/>
                <a:gd name="connsiteY1" fmla="*/ 981 h 20112"/>
                <a:gd name="connsiteX2" fmla="*/ 71787 w 71903"/>
                <a:gd name="connsiteY2" fmla="*/ 19504 h 20112"/>
                <a:gd name="connsiteX3" fmla="*/ 39495 w 71903"/>
                <a:gd name="connsiteY3" fmla="*/ 9310 h 20112"/>
                <a:gd name="connsiteX4" fmla="*/ 1478 w 71903"/>
                <a:gd name="connsiteY4" fmla="*/ 17827 h 20112"/>
                <a:gd name="connsiteX5" fmla="*/ 3912 w 71903"/>
                <a:gd name="connsiteY5" fmla="*/ 4385 h 20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903" h="20112">
                  <a:moveTo>
                    <a:pt x="3912" y="4385"/>
                  </a:moveTo>
                  <a:cubicBezTo>
                    <a:pt x="3912" y="4385"/>
                    <a:pt x="26479" y="-2950"/>
                    <a:pt x="44452" y="981"/>
                  </a:cubicBezTo>
                  <a:cubicBezTo>
                    <a:pt x="62425" y="4904"/>
                    <a:pt x="71787" y="19504"/>
                    <a:pt x="71787" y="19504"/>
                  </a:cubicBezTo>
                  <a:cubicBezTo>
                    <a:pt x="71787" y="19504"/>
                    <a:pt x="48332" y="7351"/>
                    <a:pt x="39495" y="9310"/>
                  </a:cubicBezTo>
                  <a:cubicBezTo>
                    <a:pt x="30653" y="11269"/>
                    <a:pt x="6159" y="25130"/>
                    <a:pt x="1478" y="17827"/>
                  </a:cubicBezTo>
                  <a:cubicBezTo>
                    <a:pt x="-3203" y="10530"/>
                    <a:pt x="3912" y="4385"/>
                    <a:pt x="3912" y="4385"/>
                  </a:cubicBezTo>
                  <a:close/>
                </a:path>
              </a:pathLst>
            </a:custGeom>
            <a:solidFill>
              <a:srgbClr val="332D2B"/>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18" name="Freeform: Shape 117">
              <a:extLst>
                <a:ext uri="{FF2B5EF4-FFF2-40B4-BE49-F238E27FC236}">
                  <a16:creationId xmlns:a16="http://schemas.microsoft.com/office/drawing/2014/main" id="{C94B5873-A1C0-8DB7-112E-05BBBF64D5E6}"/>
                </a:ext>
              </a:extLst>
            </p:cNvPr>
            <p:cNvSpPr/>
            <p:nvPr/>
          </p:nvSpPr>
          <p:spPr>
            <a:xfrm rot="10800000" flipV="1">
              <a:off x="9806859" y="4307278"/>
              <a:ext cx="224286" cy="219505"/>
            </a:xfrm>
            <a:custGeom>
              <a:avLst/>
              <a:gdLst>
                <a:gd name="connsiteX0" fmla="*/ 363559 w 430449"/>
                <a:gd name="connsiteY0" fmla="*/ 382168 h 421274"/>
                <a:gd name="connsiteX1" fmla="*/ 365999 w 430449"/>
                <a:gd name="connsiteY1" fmla="*/ 334269 h 421274"/>
                <a:gd name="connsiteX2" fmla="*/ 429280 w 430449"/>
                <a:gd name="connsiteY2" fmla="*/ 175333 h 421274"/>
                <a:gd name="connsiteX3" fmla="*/ 408279 w 430449"/>
                <a:gd name="connsiteY3" fmla="*/ 112790 h 421274"/>
                <a:gd name="connsiteX4" fmla="*/ 402709 w 430449"/>
                <a:gd name="connsiteY4" fmla="*/ 101444 h 421274"/>
                <a:gd name="connsiteX5" fmla="*/ 403879 w 430449"/>
                <a:gd name="connsiteY5" fmla="*/ 100305 h 421274"/>
                <a:gd name="connsiteX6" fmla="*/ 353589 w 430449"/>
                <a:gd name="connsiteY6" fmla="*/ 21560 h 421274"/>
                <a:gd name="connsiteX7" fmla="*/ 390161 w 430449"/>
                <a:gd name="connsiteY7" fmla="*/ 84266 h 421274"/>
                <a:gd name="connsiteX8" fmla="*/ 352244 w 430449"/>
                <a:gd name="connsiteY8" fmla="*/ 55335 h 421274"/>
                <a:gd name="connsiteX9" fmla="*/ 345410 w 430449"/>
                <a:gd name="connsiteY9" fmla="*/ 38251 h 421274"/>
                <a:gd name="connsiteX10" fmla="*/ 305734 w 430449"/>
                <a:gd name="connsiteY10" fmla="*/ 31892 h 421274"/>
                <a:gd name="connsiteX11" fmla="*/ 254637 w 430449"/>
                <a:gd name="connsiteY11" fmla="*/ 2448 h 421274"/>
                <a:gd name="connsiteX12" fmla="*/ 221726 w 430449"/>
                <a:gd name="connsiteY12" fmla="*/ 18181 h 421274"/>
                <a:gd name="connsiteX13" fmla="*/ 221526 w 430449"/>
                <a:gd name="connsiteY13" fmla="*/ 18162 h 421274"/>
                <a:gd name="connsiteX14" fmla="*/ 170573 w 430449"/>
                <a:gd name="connsiteY14" fmla="*/ 383 h 421274"/>
                <a:gd name="connsiteX15" fmla="*/ 129119 w 430449"/>
                <a:gd name="connsiteY15" fmla="*/ 26367 h 421274"/>
                <a:gd name="connsiteX16" fmla="*/ 94857 w 430449"/>
                <a:gd name="connsiteY16" fmla="*/ 28188 h 421274"/>
                <a:gd name="connsiteX17" fmla="*/ 7613 w 430449"/>
                <a:gd name="connsiteY17" fmla="*/ 47938 h 421274"/>
                <a:gd name="connsiteX18" fmla="*/ 13984 w 430449"/>
                <a:gd name="connsiteY18" fmla="*/ 113829 h 421274"/>
                <a:gd name="connsiteX19" fmla="*/ 37145 w 430449"/>
                <a:gd name="connsiteY19" fmla="*/ 109448 h 421274"/>
                <a:gd name="connsiteX20" fmla="*/ 59843 w 430449"/>
                <a:gd name="connsiteY20" fmla="*/ 105149 h 421274"/>
                <a:gd name="connsiteX21" fmla="*/ 53816 w 430449"/>
                <a:gd name="connsiteY21" fmla="*/ 145351 h 421274"/>
                <a:gd name="connsiteX22" fmla="*/ 192445 w 430449"/>
                <a:gd name="connsiteY22" fmla="*/ 127253 h 421274"/>
                <a:gd name="connsiteX23" fmla="*/ 280214 w 430449"/>
                <a:gd name="connsiteY23" fmla="*/ 126908 h 421274"/>
                <a:gd name="connsiteX24" fmla="*/ 292736 w 430449"/>
                <a:gd name="connsiteY24" fmla="*/ 185966 h 421274"/>
                <a:gd name="connsiteX25" fmla="*/ 296998 w 430449"/>
                <a:gd name="connsiteY25" fmla="*/ 228965 h 421274"/>
                <a:gd name="connsiteX26" fmla="*/ 297743 w 430449"/>
                <a:gd name="connsiteY26" fmla="*/ 283203 h 421274"/>
                <a:gd name="connsiteX27" fmla="*/ 327368 w 430449"/>
                <a:gd name="connsiteY27" fmla="*/ 281789 h 421274"/>
                <a:gd name="connsiteX28" fmla="*/ 324108 w 430449"/>
                <a:gd name="connsiteY28" fmla="*/ 301070 h 421274"/>
                <a:gd name="connsiteX29" fmla="*/ 320816 w 430449"/>
                <a:gd name="connsiteY29" fmla="*/ 355233 h 421274"/>
                <a:gd name="connsiteX30" fmla="*/ 334646 w 430449"/>
                <a:gd name="connsiteY30" fmla="*/ 395222 h 421274"/>
                <a:gd name="connsiteX31" fmla="*/ 388922 w 430449"/>
                <a:gd name="connsiteY31" fmla="*/ 421093 h 421274"/>
                <a:gd name="connsiteX32" fmla="*/ 363559 w 430449"/>
                <a:gd name="connsiteY32" fmla="*/ 382168 h 421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30449" h="421274">
                  <a:moveTo>
                    <a:pt x="363559" y="382168"/>
                  </a:moveTo>
                  <a:cubicBezTo>
                    <a:pt x="359660" y="368963"/>
                    <a:pt x="362826" y="348838"/>
                    <a:pt x="365999" y="334269"/>
                  </a:cubicBezTo>
                  <a:cubicBezTo>
                    <a:pt x="375999" y="288347"/>
                    <a:pt x="419386" y="223132"/>
                    <a:pt x="429280" y="175333"/>
                  </a:cubicBezTo>
                  <a:cubicBezTo>
                    <a:pt x="435219" y="146646"/>
                    <a:pt x="414361" y="128266"/>
                    <a:pt x="408279" y="112790"/>
                  </a:cubicBezTo>
                  <a:cubicBezTo>
                    <a:pt x="406720" y="108829"/>
                    <a:pt x="404799" y="105086"/>
                    <a:pt x="402709" y="101444"/>
                  </a:cubicBezTo>
                  <a:lnTo>
                    <a:pt x="403879" y="100305"/>
                  </a:lnTo>
                  <a:cubicBezTo>
                    <a:pt x="403879" y="100305"/>
                    <a:pt x="420206" y="39940"/>
                    <a:pt x="353589" y="21560"/>
                  </a:cubicBezTo>
                  <a:cubicBezTo>
                    <a:pt x="353589" y="21560"/>
                    <a:pt x="400024" y="58126"/>
                    <a:pt x="390161" y="84266"/>
                  </a:cubicBezTo>
                  <a:cubicBezTo>
                    <a:pt x="379798" y="72845"/>
                    <a:pt x="366750" y="63302"/>
                    <a:pt x="352244" y="55335"/>
                  </a:cubicBezTo>
                  <a:cubicBezTo>
                    <a:pt x="350773" y="49759"/>
                    <a:pt x="348621" y="43852"/>
                    <a:pt x="345410" y="38251"/>
                  </a:cubicBezTo>
                  <a:cubicBezTo>
                    <a:pt x="334352" y="18944"/>
                    <a:pt x="305734" y="31892"/>
                    <a:pt x="305734" y="31892"/>
                  </a:cubicBezTo>
                  <a:cubicBezTo>
                    <a:pt x="305734" y="31892"/>
                    <a:pt x="286872" y="3155"/>
                    <a:pt x="254637" y="2448"/>
                  </a:cubicBezTo>
                  <a:cubicBezTo>
                    <a:pt x="224354" y="1785"/>
                    <a:pt x="221908" y="16404"/>
                    <a:pt x="221726" y="18181"/>
                  </a:cubicBezTo>
                  <a:lnTo>
                    <a:pt x="221526" y="18162"/>
                  </a:lnTo>
                  <a:cubicBezTo>
                    <a:pt x="219661" y="16116"/>
                    <a:pt x="200699" y="-3735"/>
                    <a:pt x="170573" y="383"/>
                  </a:cubicBezTo>
                  <a:cubicBezTo>
                    <a:pt x="153332" y="2736"/>
                    <a:pt x="138819" y="15334"/>
                    <a:pt x="129119" y="26367"/>
                  </a:cubicBezTo>
                  <a:cubicBezTo>
                    <a:pt x="118712" y="28169"/>
                    <a:pt x="106115" y="29483"/>
                    <a:pt x="94857" y="28188"/>
                  </a:cubicBezTo>
                  <a:cubicBezTo>
                    <a:pt x="70187" y="25340"/>
                    <a:pt x="23402" y="20941"/>
                    <a:pt x="7613" y="47938"/>
                  </a:cubicBezTo>
                  <a:cubicBezTo>
                    <a:pt x="-2494" y="65223"/>
                    <a:pt x="-4878" y="99329"/>
                    <a:pt x="13984" y="113829"/>
                  </a:cubicBezTo>
                  <a:cubicBezTo>
                    <a:pt x="17476" y="116508"/>
                    <a:pt x="27357" y="112978"/>
                    <a:pt x="37145" y="109448"/>
                  </a:cubicBezTo>
                  <a:cubicBezTo>
                    <a:pt x="47020" y="105888"/>
                    <a:pt x="56808" y="102327"/>
                    <a:pt x="59843" y="105149"/>
                  </a:cubicBezTo>
                  <a:cubicBezTo>
                    <a:pt x="73204" y="117596"/>
                    <a:pt x="31700" y="130914"/>
                    <a:pt x="53816" y="145351"/>
                  </a:cubicBezTo>
                  <a:cubicBezTo>
                    <a:pt x="114232" y="184802"/>
                    <a:pt x="160040" y="136427"/>
                    <a:pt x="192445" y="127253"/>
                  </a:cubicBezTo>
                  <a:cubicBezTo>
                    <a:pt x="243135" y="112909"/>
                    <a:pt x="269506" y="116921"/>
                    <a:pt x="280214" y="126908"/>
                  </a:cubicBezTo>
                  <a:cubicBezTo>
                    <a:pt x="292010" y="137910"/>
                    <a:pt x="288762" y="160007"/>
                    <a:pt x="292736" y="185966"/>
                  </a:cubicBezTo>
                  <a:cubicBezTo>
                    <a:pt x="294776" y="199270"/>
                    <a:pt x="296091" y="213839"/>
                    <a:pt x="296998" y="228965"/>
                  </a:cubicBezTo>
                  <a:cubicBezTo>
                    <a:pt x="298431" y="252783"/>
                    <a:pt x="297743" y="283203"/>
                    <a:pt x="297743" y="283203"/>
                  </a:cubicBezTo>
                  <a:lnTo>
                    <a:pt x="327368" y="281789"/>
                  </a:lnTo>
                  <a:lnTo>
                    <a:pt x="324108" y="301070"/>
                  </a:lnTo>
                  <a:cubicBezTo>
                    <a:pt x="324108" y="301070"/>
                    <a:pt x="318713" y="329406"/>
                    <a:pt x="320816" y="355233"/>
                  </a:cubicBezTo>
                  <a:cubicBezTo>
                    <a:pt x="322205" y="372330"/>
                    <a:pt x="329358" y="387738"/>
                    <a:pt x="334646" y="395222"/>
                  </a:cubicBezTo>
                  <a:cubicBezTo>
                    <a:pt x="347920" y="413996"/>
                    <a:pt x="356887" y="419541"/>
                    <a:pt x="388922" y="421093"/>
                  </a:cubicBezTo>
                  <a:cubicBezTo>
                    <a:pt x="393935" y="421331"/>
                    <a:pt x="371907" y="410448"/>
                    <a:pt x="363559" y="382168"/>
                  </a:cubicBezTo>
                  <a:close/>
                </a:path>
              </a:pathLst>
            </a:custGeom>
            <a:solidFill>
              <a:schemeClr val="tx1"/>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19" name="Freeform: Shape 118">
              <a:extLst>
                <a:ext uri="{FF2B5EF4-FFF2-40B4-BE49-F238E27FC236}">
                  <a16:creationId xmlns:a16="http://schemas.microsoft.com/office/drawing/2014/main" id="{ADF60A6B-AFA1-97DF-2254-D07745596B40}"/>
                </a:ext>
              </a:extLst>
            </p:cNvPr>
            <p:cNvSpPr/>
            <p:nvPr/>
          </p:nvSpPr>
          <p:spPr>
            <a:xfrm rot="10800000" flipV="1">
              <a:off x="9920553" y="4429777"/>
              <a:ext cx="10773" cy="13164"/>
            </a:xfrm>
            <a:custGeom>
              <a:avLst/>
              <a:gdLst>
                <a:gd name="connsiteX0" fmla="*/ 20522 w 20676"/>
                <a:gd name="connsiteY0" fmla="*/ 11757 h 25264"/>
                <a:gd name="connsiteX1" fmla="*/ 11091 w 20676"/>
                <a:gd name="connsiteY1" fmla="*/ 25068 h 25264"/>
                <a:gd name="connsiteX2" fmla="*/ -79 w 20676"/>
                <a:gd name="connsiteY2" fmla="*/ 13153 h 25264"/>
                <a:gd name="connsiteX3" fmla="*/ 9339 w 20676"/>
                <a:gd name="connsiteY3" fmla="*/ -158 h 25264"/>
                <a:gd name="connsiteX4" fmla="*/ 20522 w 20676"/>
                <a:gd name="connsiteY4" fmla="*/ 11757 h 252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76" h="25264">
                  <a:moveTo>
                    <a:pt x="20522" y="11757"/>
                  </a:moveTo>
                  <a:cubicBezTo>
                    <a:pt x="21004" y="18722"/>
                    <a:pt x="16786" y="24680"/>
                    <a:pt x="11091" y="25068"/>
                  </a:cubicBezTo>
                  <a:cubicBezTo>
                    <a:pt x="5396" y="25444"/>
                    <a:pt x="403" y="20118"/>
                    <a:pt x="-79" y="13153"/>
                  </a:cubicBezTo>
                  <a:cubicBezTo>
                    <a:pt x="-561" y="6188"/>
                    <a:pt x="3657" y="230"/>
                    <a:pt x="9339" y="-158"/>
                  </a:cubicBezTo>
                  <a:cubicBezTo>
                    <a:pt x="15040" y="-540"/>
                    <a:pt x="20040" y="4805"/>
                    <a:pt x="20522" y="11757"/>
                  </a:cubicBezTo>
                  <a:close/>
                </a:path>
              </a:pathLst>
            </a:custGeom>
            <a:solidFill>
              <a:srgbClr val="332D2B"/>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20" name="Freeform: Shape 119">
              <a:extLst>
                <a:ext uri="{FF2B5EF4-FFF2-40B4-BE49-F238E27FC236}">
                  <a16:creationId xmlns:a16="http://schemas.microsoft.com/office/drawing/2014/main" id="{1972375E-C03D-BB79-D135-41A03F695659}"/>
                </a:ext>
              </a:extLst>
            </p:cNvPr>
            <p:cNvSpPr/>
            <p:nvPr/>
          </p:nvSpPr>
          <p:spPr>
            <a:xfrm rot="10800000" flipV="1">
              <a:off x="9966722" y="4434238"/>
              <a:ext cx="10773" cy="13164"/>
            </a:xfrm>
            <a:custGeom>
              <a:avLst/>
              <a:gdLst>
                <a:gd name="connsiteX0" fmla="*/ 20522 w 20675"/>
                <a:gd name="connsiteY0" fmla="*/ 11757 h 25264"/>
                <a:gd name="connsiteX1" fmla="*/ 11097 w 20675"/>
                <a:gd name="connsiteY1" fmla="*/ 25068 h 25264"/>
                <a:gd name="connsiteX2" fmla="*/ -80 w 20675"/>
                <a:gd name="connsiteY2" fmla="*/ 13146 h 25264"/>
                <a:gd name="connsiteX3" fmla="*/ 9345 w 20675"/>
                <a:gd name="connsiteY3" fmla="*/ -158 h 25264"/>
                <a:gd name="connsiteX4" fmla="*/ 20522 w 20675"/>
                <a:gd name="connsiteY4" fmla="*/ 11757 h 252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75" h="25264">
                  <a:moveTo>
                    <a:pt x="20522" y="11757"/>
                  </a:moveTo>
                  <a:cubicBezTo>
                    <a:pt x="21003" y="18722"/>
                    <a:pt x="16792" y="24680"/>
                    <a:pt x="11097" y="25068"/>
                  </a:cubicBezTo>
                  <a:cubicBezTo>
                    <a:pt x="5402" y="25444"/>
                    <a:pt x="408" y="20118"/>
                    <a:pt x="-80" y="13146"/>
                  </a:cubicBezTo>
                  <a:cubicBezTo>
                    <a:pt x="-556" y="6187"/>
                    <a:pt x="3662" y="236"/>
                    <a:pt x="9345" y="-158"/>
                  </a:cubicBezTo>
                  <a:cubicBezTo>
                    <a:pt x="15039" y="-540"/>
                    <a:pt x="20040" y="4798"/>
                    <a:pt x="20522" y="11757"/>
                  </a:cubicBezTo>
                  <a:close/>
                </a:path>
              </a:pathLst>
            </a:custGeom>
            <a:solidFill>
              <a:srgbClr val="332D2B"/>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21" name="Freeform: Shape 120">
              <a:extLst>
                <a:ext uri="{FF2B5EF4-FFF2-40B4-BE49-F238E27FC236}">
                  <a16:creationId xmlns:a16="http://schemas.microsoft.com/office/drawing/2014/main" id="{EAEEAE93-45A3-DBB8-E2B8-7C95D94EBEB1}"/>
                </a:ext>
              </a:extLst>
            </p:cNvPr>
            <p:cNvSpPr/>
            <p:nvPr/>
          </p:nvSpPr>
          <p:spPr>
            <a:xfrm rot="10800000" flipV="1">
              <a:off x="9838888" y="4415727"/>
              <a:ext cx="28279" cy="58162"/>
            </a:xfrm>
            <a:custGeom>
              <a:avLst/>
              <a:gdLst>
                <a:gd name="connsiteX0" fmla="*/ 1304 w 54274"/>
                <a:gd name="connsiteY0" fmla="*/ 20148 h 111624"/>
                <a:gd name="connsiteX1" fmla="*/ 40773 w 54274"/>
                <a:gd name="connsiteY1" fmla="*/ 7738 h 111624"/>
                <a:gd name="connsiteX2" fmla="*/ 22412 w 54274"/>
                <a:gd name="connsiteY2" fmla="*/ 110533 h 111624"/>
                <a:gd name="connsiteX3" fmla="*/ 1304 w 54274"/>
                <a:gd name="connsiteY3" fmla="*/ 20148 h 111624"/>
              </a:gdLst>
              <a:ahLst/>
              <a:cxnLst>
                <a:cxn ang="0">
                  <a:pos x="connsiteX0" y="connsiteY0"/>
                </a:cxn>
                <a:cxn ang="0">
                  <a:pos x="connsiteX1" y="connsiteY1"/>
                </a:cxn>
                <a:cxn ang="0">
                  <a:pos x="connsiteX2" y="connsiteY2"/>
                </a:cxn>
                <a:cxn ang="0">
                  <a:pos x="connsiteX3" y="connsiteY3"/>
                </a:cxn>
              </a:cxnLst>
              <a:rect l="l" t="t" r="r" b="b"/>
              <a:pathLst>
                <a:path w="54274" h="111624">
                  <a:moveTo>
                    <a:pt x="1304" y="20148"/>
                  </a:moveTo>
                  <a:cubicBezTo>
                    <a:pt x="1304" y="20148"/>
                    <a:pt x="15529" y="-15617"/>
                    <a:pt x="40773" y="7738"/>
                  </a:cubicBezTo>
                  <a:cubicBezTo>
                    <a:pt x="66012" y="31093"/>
                    <a:pt x="53120" y="98974"/>
                    <a:pt x="22412" y="110533"/>
                  </a:cubicBezTo>
                  <a:cubicBezTo>
                    <a:pt x="-8296" y="122098"/>
                    <a:pt x="1304" y="20148"/>
                    <a:pt x="1304" y="20148"/>
                  </a:cubicBez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22" name="Freeform: Shape 121">
              <a:extLst>
                <a:ext uri="{FF2B5EF4-FFF2-40B4-BE49-F238E27FC236}">
                  <a16:creationId xmlns:a16="http://schemas.microsoft.com/office/drawing/2014/main" id="{642DAD56-83D0-6B89-89F5-9573BDE2DB51}"/>
                </a:ext>
              </a:extLst>
            </p:cNvPr>
            <p:cNvSpPr/>
            <p:nvPr/>
          </p:nvSpPr>
          <p:spPr>
            <a:xfrm rot="10800000" flipV="1">
              <a:off x="9845431" y="4426960"/>
              <a:ext cx="15560" cy="32624"/>
            </a:xfrm>
            <a:custGeom>
              <a:avLst/>
              <a:gdLst>
                <a:gd name="connsiteX0" fmla="*/ -117 w 29863"/>
                <a:gd name="connsiteY0" fmla="*/ -177 h 62611"/>
                <a:gd name="connsiteX1" fmla="*/ 29746 w 29863"/>
                <a:gd name="connsiteY1" fmla="*/ -177 h 62611"/>
                <a:gd name="connsiteX2" fmla="*/ 29746 w 29863"/>
                <a:gd name="connsiteY2" fmla="*/ 62434 h 62611"/>
                <a:gd name="connsiteX3" fmla="*/ -117 w 29863"/>
                <a:gd name="connsiteY3" fmla="*/ 62434 h 62611"/>
              </a:gdLst>
              <a:ahLst/>
              <a:cxnLst>
                <a:cxn ang="0">
                  <a:pos x="connsiteX0" y="connsiteY0"/>
                </a:cxn>
                <a:cxn ang="0">
                  <a:pos x="connsiteX1" y="connsiteY1"/>
                </a:cxn>
                <a:cxn ang="0">
                  <a:pos x="connsiteX2" y="connsiteY2"/>
                </a:cxn>
                <a:cxn ang="0">
                  <a:pos x="connsiteX3" y="connsiteY3"/>
                </a:cxn>
              </a:cxnLst>
              <a:rect l="l" t="t" r="r" b="b"/>
              <a:pathLst>
                <a:path w="29863" h="62611">
                  <a:moveTo>
                    <a:pt x="-117" y="-177"/>
                  </a:moveTo>
                  <a:lnTo>
                    <a:pt x="29746" y="-177"/>
                  </a:lnTo>
                  <a:lnTo>
                    <a:pt x="29746" y="62434"/>
                  </a:lnTo>
                  <a:lnTo>
                    <a:pt x="-117" y="62434"/>
                  </a:ln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23" name="Freeform: Shape 122">
              <a:extLst>
                <a:ext uri="{FF2B5EF4-FFF2-40B4-BE49-F238E27FC236}">
                  <a16:creationId xmlns:a16="http://schemas.microsoft.com/office/drawing/2014/main" id="{96ECAC12-79D9-1ECC-A0E0-5C24853574DF}"/>
                </a:ext>
              </a:extLst>
            </p:cNvPr>
            <p:cNvSpPr/>
            <p:nvPr/>
          </p:nvSpPr>
          <p:spPr>
            <a:xfrm rot="10800000" flipV="1">
              <a:off x="9918599" y="4503200"/>
              <a:ext cx="48765" cy="20599"/>
            </a:xfrm>
            <a:custGeom>
              <a:avLst/>
              <a:gdLst>
                <a:gd name="connsiteX0" fmla="*/ 38708 w 93590"/>
                <a:gd name="connsiteY0" fmla="*/ 15199 h 39533"/>
                <a:gd name="connsiteX1" fmla="*/ 93472 w 93590"/>
                <a:gd name="connsiteY1" fmla="*/ -177 h 39533"/>
                <a:gd name="connsiteX2" fmla="*/ 44209 w 93590"/>
                <a:gd name="connsiteY2" fmla="*/ 38973 h 39533"/>
                <a:gd name="connsiteX3" fmla="*/ -117 w 93590"/>
                <a:gd name="connsiteY3" fmla="*/ 14072 h 39533"/>
                <a:gd name="connsiteX4" fmla="*/ 38708 w 93590"/>
                <a:gd name="connsiteY4" fmla="*/ 15199 h 395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90" h="39533">
                  <a:moveTo>
                    <a:pt x="38708" y="15199"/>
                  </a:moveTo>
                  <a:cubicBezTo>
                    <a:pt x="51305" y="13803"/>
                    <a:pt x="82464" y="6725"/>
                    <a:pt x="93472" y="-177"/>
                  </a:cubicBezTo>
                  <a:cubicBezTo>
                    <a:pt x="93472" y="-177"/>
                    <a:pt x="94336" y="32364"/>
                    <a:pt x="44209" y="38973"/>
                  </a:cubicBezTo>
                  <a:cubicBezTo>
                    <a:pt x="13764" y="42991"/>
                    <a:pt x="-117" y="14072"/>
                    <a:pt x="-117" y="14072"/>
                  </a:cubicBezTo>
                  <a:cubicBezTo>
                    <a:pt x="-117" y="14072"/>
                    <a:pt x="26104" y="16594"/>
                    <a:pt x="38708" y="15199"/>
                  </a:cubicBezTo>
                  <a:close/>
                </a:path>
              </a:pathLst>
            </a:custGeom>
            <a:solidFill>
              <a:srgbClr val="FFFFFF"/>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24" name="Freeform: Shape 123">
              <a:extLst>
                <a:ext uri="{FF2B5EF4-FFF2-40B4-BE49-F238E27FC236}">
                  <a16:creationId xmlns:a16="http://schemas.microsoft.com/office/drawing/2014/main" id="{FA7374E4-66C4-91B5-AD76-A65ABF0FBC24}"/>
                </a:ext>
              </a:extLst>
            </p:cNvPr>
            <p:cNvSpPr/>
            <p:nvPr/>
          </p:nvSpPr>
          <p:spPr>
            <a:xfrm rot="10800000" flipV="1">
              <a:off x="9966381" y="4413972"/>
              <a:ext cx="25487" cy="9296"/>
            </a:xfrm>
            <a:custGeom>
              <a:avLst/>
              <a:gdLst>
                <a:gd name="connsiteX0" fmla="*/ 43420 w 48915"/>
                <a:gd name="connsiteY0" fmla="*/ 1594 h 17841"/>
                <a:gd name="connsiteX1" fmla="*/ 12324 w 48915"/>
                <a:gd name="connsiteY1" fmla="*/ 3371 h 17841"/>
                <a:gd name="connsiteX2" fmla="*/ 71 w 48915"/>
                <a:gd name="connsiteY2" fmla="*/ 17664 h 17841"/>
                <a:gd name="connsiteX3" fmla="*/ 13288 w 48915"/>
                <a:gd name="connsiteY3" fmla="*/ 12195 h 17841"/>
                <a:gd name="connsiteX4" fmla="*/ 48233 w 48915"/>
                <a:gd name="connsiteY4" fmla="*/ 14360 h 17841"/>
                <a:gd name="connsiteX5" fmla="*/ 43420 w 48915"/>
                <a:gd name="connsiteY5" fmla="*/ 1594 h 17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915" h="17841">
                  <a:moveTo>
                    <a:pt x="43420" y="1594"/>
                  </a:moveTo>
                  <a:cubicBezTo>
                    <a:pt x="43420" y="1594"/>
                    <a:pt x="27256" y="-3394"/>
                    <a:pt x="12324" y="3371"/>
                  </a:cubicBezTo>
                  <a:cubicBezTo>
                    <a:pt x="-2614" y="10130"/>
                    <a:pt x="71" y="17664"/>
                    <a:pt x="71" y="17664"/>
                  </a:cubicBezTo>
                  <a:cubicBezTo>
                    <a:pt x="71" y="17664"/>
                    <a:pt x="5171" y="11713"/>
                    <a:pt x="13288" y="12195"/>
                  </a:cubicBezTo>
                  <a:cubicBezTo>
                    <a:pt x="21411" y="12677"/>
                    <a:pt x="45592" y="22270"/>
                    <a:pt x="48233" y="14360"/>
                  </a:cubicBezTo>
                  <a:cubicBezTo>
                    <a:pt x="50874" y="6456"/>
                    <a:pt x="43420" y="1594"/>
                    <a:pt x="43420" y="1594"/>
                  </a:cubicBezTo>
                  <a:close/>
                </a:path>
              </a:pathLst>
            </a:custGeom>
            <a:solidFill>
              <a:srgbClr val="332D2B"/>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25" name="Freeform: Shape 124">
              <a:extLst>
                <a:ext uri="{FF2B5EF4-FFF2-40B4-BE49-F238E27FC236}">
                  <a16:creationId xmlns:a16="http://schemas.microsoft.com/office/drawing/2014/main" id="{689E9762-3413-7868-9F71-79F88C4C3BD5}"/>
                </a:ext>
              </a:extLst>
            </p:cNvPr>
            <p:cNvSpPr/>
            <p:nvPr/>
          </p:nvSpPr>
          <p:spPr>
            <a:xfrm rot="10800000" flipV="1">
              <a:off x="9951535" y="4475092"/>
              <a:ext cx="24976" cy="16890"/>
            </a:xfrm>
            <a:custGeom>
              <a:avLst/>
              <a:gdLst>
                <a:gd name="connsiteX0" fmla="*/ 46043 w 47933"/>
                <a:gd name="connsiteY0" fmla="*/ 32239 h 32416"/>
                <a:gd name="connsiteX1" fmla="*/ 45886 w 47933"/>
                <a:gd name="connsiteY1" fmla="*/ 32233 h 32416"/>
                <a:gd name="connsiteX2" fmla="*/ 1629 w 47933"/>
                <a:gd name="connsiteY2" fmla="*/ 19185 h 32416"/>
                <a:gd name="connsiteX3" fmla="*/ 534 w 47933"/>
                <a:gd name="connsiteY3" fmla="*/ 14385 h 32416"/>
                <a:gd name="connsiteX4" fmla="*/ 9733 w 47933"/>
                <a:gd name="connsiteY4" fmla="*/ -177 h 32416"/>
                <a:gd name="connsiteX5" fmla="*/ 12925 w 47933"/>
                <a:gd name="connsiteY5" fmla="*/ 2945 h 32416"/>
                <a:gd name="connsiteX6" fmla="*/ 9189 w 47933"/>
                <a:gd name="connsiteY6" fmla="*/ 12539 h 32416"/>
                <a:gd name="connsiteX7" fmla="*/ 46869 w 47933"/>
                <a:gd name="connsiteY7" fmla="*/ 29110 h 32416"/>
                <a:gd name="connsiteX8" fmla="*/ 46043 w 47933"/>
                <a:gd name="connsiteY8" fmla="*/ 32239 h 32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33" h="32416">
                  <a:moveTo>
                    <a:pt x="46043" y="32239"/>
                  </a:moveTo>
                  <a:cubicBezTo>
                    <a:pt x="45993" y="32239"/>
                    <a:pt x="45936" y="32239"/>
                    <a:pt x="45886" y="32233"/>
                  </a:cubicBezTo>
                  <a:cubicBezTo>
                    <a:pt x="30467" y="30969"/>
                    <a:pt x="15898" y="24917"/>
                    <a:pt x="1629" y="19185"/>
                  </a:cubicBezTo>
                  <a:cubicBezTo>
                    <a:pt x="-355" y="18384"/>
                    <a:pt x="-542" y="15937"/>
                    <a:pt x="534" y="14385"/>
                  </a:cubicBezTo>
                  <a:cubicBezTo>
                    <a:pt x="3851" y="9629"/>
                    <a:pt x="6918" y="4773"/>
                    <a:pt x="9733" y="-177"/>
                  </a:cubicBezTo>
                  <a:cubicBezTo>
                    <a:pt x="10785" y="886"/>
                    <a:pt x="11849" y="1925"/>
                    <a:pt x="12925" y="2945"/>
                  </a:cubicBezTo>
                  <a:cubicBezTo>
                    <a:pt x="10610" y="7188"/>
                    <a:pt x="8926" y="10887"/>
                    <a:pt x="9189" y="12539"/>
                  </a:cubicBezTo>
                  <a:cubicBezTo>
                    <a:pt x="10647" y="21500"/>
                    <a:pt x="38921" y="25455"/>
                    <a:pt x="46869" y="29110"/>
                  </a:cubicBezTo>
                  <a:cubicBezTo>
                    <a:pt x="48609" y="29911"/>
                    <a:pt x="47726" y="32239"/>
                    <a:pt x="46043" y="32239"/>
                  </a:cubicBez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26" name="Freeform: Shape 125">
              <a:extLst>
                <a:ext uri="{FF2B5EF4-FFF2-40B4-BE49-F238E27FC236}">
                  <a16:creationId xmlns:a16="http://schemas.microsoft.com/office/drawing/2014/main" id="{F5264274-FD84-2726-39C3-A0BF442F1347}"/>
                </a:ext>
              </a:extLst>
            </p:cNvPr>
            <p:cNvSpPr/>
            <p:nvPr/>
          </p:nvSpPr>
          <p:spPr>
            <a:xfrm rot="10800000" flipV="1">
              <a:off x="9957448" y="4431923"/>
              <a:ext cx="13930" cy="44796"/>
            </a:xfrm>
            <a:custGeom>
              <a:avLst/>
              <a:gdLst>
                <a:gd name="connsiteX0" fmla="*/ 3075 w 26734"/>
                <a:gd name="connsiteY0" fmla="*/ 85796 h 85973"/>
                <a:gd name="connsiteX1" fmla="*/ -117 w 26734"/>
                <a:gd name="connsiteY1" fmla="*/ 82673 h 85973"/>
                <a:gd name="connsiteX2" fmla="*/ 23345 w 26734"/>
                <a:gd name="connsiteY2" fmla="*/ 1149 h 85973"/>
                <a:gd name="connsiteX3" fmla="*/ 24934 w 26734"/>
                <a:gd name="connsiteY3" fmla="*/ -177 h 85973"/>
                <a:gd name="connsiteX4" fmla="*/ 26618 w 26734"/>
                <a:gd name="connsiteY4" fmla="*/ 1281 h 85973"/>
                <a:gd name="connsiteX5" fmla="*/ 14002 w 26734"/>
                <a:gd name="connsiteY5" fmla="*/ 66903 h 85973"/>
                <a:gd name="connsiteX6" fmla="*/ 3075 w 26734"/>
                <a:gd name="connsiteY6" fmla="*/ 85796 h 85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34" h="85973">
                  <a:moveTo>
                    <a:pt x="3075" y="85796"/>
                  </a:moveTo>
                  <a:cubicBezTo>
                    <a:pt x="1998" y="84776"/>
                    <a:pt x="935" y="83737"/>
                    <a:pt x="-117" y="82673"/>
                  </a:cubicBezTo>
                  <a:cubicBezTo>
                    <a:pt x="14089" y="57710"/>
                    <a:pt x="21918" y="30343"/>
                    <a:pt x="23345" y="1149"/>
                  </a:cubicBezTo>
                  <a:cubicBezTo>
                    <a:pt x="23389" y="254"/>
                    <a:pt x="24158" y="-177"/>
                    <a:pt x="24934" y="-177"/>
                  </a:cubicBezTo>
                  <a:cubicBezTo>
                    <a:pt x="25773" y="-177"/>
                    <a:pt x="26630" y="323"/>
                    <a:pt x="26618" y="1281"/>
                  </a:cubicBezTo>
                  <a:cubicBezTo>
                    <a:pt x="26267" y="23878"/>
                    <a:pt x="22469" y="45888"/>
                    <a:pt x="14002" y="66903"/>
                  </a:cubicBezTo>
                  <a:cubicBezTo>
                    <a:pt x="12863" y="69731"/>
                    <a:pt x="7036" y="78549"/>
                    <a:pt x="3075" y="85796"/>
                  </a:cubicBez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27" name="Freeform: Shape 126">
              <a:extLst>
                <a:ext uri="{FF2B5EF4-FFF2-40B4-BE49-F238E27FC236}">
                  <a16:creationId xmlns:a16="http://schemas.microsoft.com/office/drawing/2014/main" id="{34454B8F-3C1D-30D4-5FF7-50AC7D2E8304}"/>
                </a:ext>
              </a:extLst>
            </p:cNvPr>
            <p:cNvSpPr/>
            <p:nvPr/>
          </p:nvSpPr>
          <p:spPr>
            <a:xfrm rot="10800000" flipV="1">
              <a:off x="10557261" y="4370856"/>
              <a:ext cx="82432" cy="214815"/>
            </a:xfrm>
            <a:custGeom>
              <a:avLst/>
              <a:gdLst>
                <a:gd name="connsiteX0" fmla="*/ 107315 w 158204"/>
                <a:gd name="connsiteY0" fmla="*/ 320723 h 412274"/>
                <a:gd name="connsiteX1" fmla="*/ 150001 w 158204"/>
                <a:gd name="connsiteY1" fmla="*/ 197771 h 412274"/>
                <a:gd name="connsiteX2" fmla="*/ 151097 w 158204"/>
                <a:gd name="connsiteY2" fmla="*/ 111110 h 412274"/>
                <a:gd name="connsiteX3" fmla="*/ 120332 w 158204"/>
                <a:gd name="connsiteY3" fmla="*/ 162288 h 412274"/>
                <a:gd name="connsiteX4" fmla="*/ 114193 w 158204"/>
                <a:gd name="connsiteY4" fmla="*/ 28560 h 412274"/>
                <a:gd name="connsiteX5" fmla="*/ 93022 w 158204"/>
                <a:gd name="connsiteY5" fmla="*/ 118626 h 412274"/>
                <a:gd name="connsiteX6" fmla="*/ 80831 w 158204"/>
                <a:gd name="connsiteY6" fmla="*/ -177 h 412274"/>
                <a:gd name="connsiteX7" fmla="*/ 65017 w 158204"/>
                <a:gd name="connsiteY7" fmla="*/ 130866 h 412274"/>
                <a:gd name="connsiteX8" fmla="*/ 48302 w 158204"/>
                <a:gd name="connsiteY8" fmla="*/ 42678 h 412274"/>
                <a:gd name="connsiteX9" fmla="*/ 41862 w 158204"/>
                <a:gd name="connsiteY9" fmla="*/ 168834 h 412274"/>
                <a:gd name="connsiteX10" fmla="*/ 23726 w 158204"/>
                <a:gd name="connsiteY10" fmla="*/ 94081 h 412274"/>
                <a:gd name="connsiteX11" fmla="*/ 23063 w 158204"/>
                <a:gd name="connsiteY11" fmla="*/ 225488 h 412274"/>
                <a:gd name="connsiteX12" fmla="*/ 7042 w 158204"/>
                <a:gd name="connsiteY12" fmla="*/ 334854 h 412274"/>
                <a:gd name="connsiteX13" fmla="*/ -117 w 158204"/>
                <a:gd name="connsiteY13" fmla="*/ 412097 h 412274"/>
                <a:gd name="connsiteX14" fmla="*/ 107315 w 158204"/>
                <a:gd name="connsiteY14" fmla="*/ 320723 h 41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8204" h="412274">
                  <a:moveTo>
                    <a:pt x="107315" y="320723"/>
                  </a:moveTo>
                  <a:cubicBezTo>
                    <a:pt x="152999" y="261447"/>
                    <a:pt x="150001" y="197771"/>
                    <a:pt x="150001" y="197771"/>
                  </a:cubicBezTo>
                  <a:cubicBezTo>
                    <a:pt x="150001" y="197771"/>
                    <a:pt x="167443" y="115834"/>
                    <a:pt x="151097" y="111110"/>
                  </a:cubicBezTo>
                  <a:cubicBezTo>
                    <a:pt x="134757" y="106385"/>
                    <a:pt x="129800" y="166762"/>
                    <a:pt x="120332" y="162288"/>
                  </a:cubicBezTo>
                  <a:cubicBezTo>
                    <a:pt x="110851" y="157813"/>
                    <a:pt x="132729" y="29930"/>
                    <a:pt x="114193" y="28560"/>
                  </a:cubicBezTo>
                  <a:cubicBezTo>
                    <a:pt x="97734" y="27352"/>
                    <a:pt x="106314" y="131498"/>
                    <a:pt x="93022" y="118626"/>
                  </a:cubicBezTo>
                  <a:cubicBezTo>
                    <a:pt x="79723" y="105753"/>
                    <a:pt x="96670" y="-290"/>
                    <a:pt x="80831" y="-177"/>
                  </a:cubicBezTo>
                  <a:cubicBezTo>
                    <a:pt x="58828" y="-21"/>
                    <a:pt x="73328" y="139171"/>
                    <a:pt x="65017" y="130866"/>
                  </a:cubicBezTo>
                  <a:cubicBezTo>
                    <a:pt x="61306" y="127161"/>
                    <a:pt x="63828" y="32233"/>
                    <a:pt x="48302" y="42678"/>
                  </a:cubicBezTo>
                  <a:cubicBezTo>
                    <a:pt x="32788" y="53122"/>
                    <a:pt x="49860" y="176006"/>
                    <a:pt x="41862" y="168834"/>
                  </a:cubicBezTo>
                  <a:cubicBezTo>
                    <a:pt x="33871" y="161662"/>
                    <a:pt x="35122" y="83487"/>
                    <a:pt x="23726" y="94081"/>
                  </a:cubicBezTo>
                  <a:cubicBezTo>
                    <a:pt x="12330" y="104670"/>
                    <a:pt x="20923" y="207265"/>
                    <a:pt x="23063" y="225488"/>
                  </a:cubicBezTo>
                  <a:cubicBezTo>
                    <a:pt x="29621" y="281466"/>
                    <a:pt x="7042" y="334854"/>
                    <a:pt x="7042" y="334854"/>
                  </a:cubicBezTo>
                  <a:lnTo>
                    <a:pt x="-117" y="412097"/>
                  </a:lnTo>
                  <a:cubicBezTo>
                    <a:pt x="-117" y="412097"/>
                    <a:pt x="91082" y="341769"/>
                    <a:pt x="107315" y="320723"/>
                  </a:cubicBezTo>
                  <a:close/>
                </a:path>
              </a:pathLst>
            </a:custGeom>
            <a:solidFill>
              <a:srgbClr val="D0D0D0"/>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28" name="Freeform: Shape 127">
              <a:extLst>
                <a:ext uri="{FF2B5EF4-FFF2-40B4-BE49-F238E27FC236}">
                  <a16:creationId xmlns:a16="http://schemas.microsoft.com/office/drawing/2014/main" id="{F6E33E62-EBB1-81FC-B839-7DA47F22B297}"/>
                </a:ext>
              </a:extLst>
            </p:cNvPr>
            <p:cNvSpPr/>
            <p:nvPr/>
          </p:nvSpPr>
          <p:spPr>
            <a:xfrm rot="10800000" flipV="1">
              <a:off x="10941715" y="6027748"/>
              <a:ext cx="140125" cy="72101"/>
            </a:xfrm>
            <a:custGeom>
              <a:avLst/>
              <a:gdLst>
                <a:gd name="connsiteX0" fmla="*/ 73772 w 268927"/>
                <a:gd name="connsiteY0" fmla="*/ 23322 h 138377"/>
                <a:gd name="connsiteX1" fmla="*/ 127823 w 268927"/>
                <a:gd name="connsiteY1" fmla="*/ 91203 h 138377"/>
                <a:gd name="connsiteX2" fmla="*/ 256626 w 268927"/>
                <a:gd name="connsiteY2" fmla="*/ 116441 h 138377"/>
                <a:gd name="connsiteX3" fmla="*/ 268810 w 268927"/>
                <a:gd name="connsiteY3" fmla="*/ 138201 h 138377"/>
                <a:gd name="connsiteX4" fmla="*/ -117 w 268927"/>
                <a:gd name="connsiteY4" fmla="*/ 138201 h 138377"/>
                <a:gd name="connsiteX5" fmla="*/ 5891 w 268927"/>
                <a:gd name="connsiteY5" fmla="*/ -177 h 138377"/>
                <a:gd name="connsiteX6" fmla="*/ 73772 w 268927"/>
                <a:gd name="connsiteY6" fmla="*/ 23322 h 138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8927" h="138377">
                  <a:moveTo>
                    <a:pt x="73772" y="23322"/>
                  </a:moveTo>
                  <a:cubicBezTo>
                    <a:pt x="73772" y="23322"/>
                    <a:pt x="96489" y="78148"/>
                    <a:pt x="127823" y="91203"/>
                  </a:cubicBezTo>
                  <a:cubicBezTo>
                    <a:pt x="159151" y="104257"/>
                    <a:pt x="256626" y="116441"/>
                    <a:pt x="256626" y="116441"/>
                  </a:cubicBezTo>
                  <a:lnTo>
                    <a:pt x="268810" y="138201"/>
                  </a:lnTo>
                  <a:lnTo>
                    <a:pt x="-117" y="138201"/>
                  </a:lnTo>
                  <a:lnTo>
                    <a:pt x="5891" y="-177"/>
                  </a:lnTo>
                  <a:lnTo>
                    <a:pt x="73772" y="23322"/>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29" name="Freeform: Shape 128">
              <a:extLst>
                <a:ext uri="{FF2B5EF4-FFF2-40B4-BE49-F238E27FC236}">
                  <a16:creationId xmlns:a16="http://schemas.microsoft.com/office/drawing/2014/main" id="{81F14969-C8C6-3E15-E4A6-8018CDBE9249}"/>
                </a:ext>
              </a:extLst>
            </p:cNvPr>
            <p:cNvSpPr/>
            <p:nvPr/>
          </p:nvSpPr>
          <p:spPr>
            <a:xfrm rot="10800000" flipV="1">
              <a:off x="10953222" y="5021432"/>
              <a:ext cx="155577" cy="1034586"/>
            </a:xfrm>
            <a:custGeom>
              <a:avLst/>
              <a:gdLst>
                <a:gd name="connsiteX0" fmla="*/ 245825 w 298584"/>
                <a:gd name="connsiteY0" fmla="*/ 212653 h 1985578"/>
                <a:gd name="connsiteX1" fmla="*/ 244729 w 298584"/>
                <a:gd name="connsiteY1" fmla="*/ 231420 h 1985578"/>
                <a:gd name="connsiteX2" fmla="*/ 298467 w 298584"/>
                <a:gd name="connsiteY2" fmla="*/ 1129713 h 1985578"/>
                <a:gd name="connsiteX3" fmla="*/ 143875 w 298584"/>
                <a:gd name="connsiteY3" fmla="*/ 1985401 h 1985578"/>
                <a:gd name="connsiteX4" fmla="*/ 49610 w 298584"/>
                <a:gd name="connsiteY4" fmla="*/ 1984332 h 1985578"/>
                <a:gd name="connsiteX5" fmla="*/ 77164 w 298584"/>
                <a:gd name="connsiteY5" fmla="*/ 1194835 h 1985578"/>
                <a:gd name="connsiteX6" fmla="*/ 104950 w 298584"/>
                <a:gd name="connsiteY6" fmla="*/ 1137411 h 1985578"/>
                <a:gd name="connsiteX7" fmla="*/ -117 w 298584"/>
                <a:gd name="connsiteY7" fmla="*/ 199849 h 1985578"/>
                <a:gd name="connsiteX8" fmla="*/ 118523 w 298584"/>
                <a:gd name="connsiteY8" fmla="*/ -177 h 1985578"/>
                <a:gd name="connsiteX9" fmla="*/ 245825 w 298584"/>
                <a:gd name="connsiteY9" fmla="*/ 212653 h 1985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8584" h="1985578">
                  <a:moveTo>
                    <a:pt x="245825" y="212653"/>
                  </a:moveTo>
                  <a:lnTo>
                    <a:pt x="244729" y="231420"/>
                  </a:lnTo>
                  <a:lnTo>
                    <a:pt x="298467" y="1129713"/>
                  </a:lnTo>
                  <a:lnTo>
                    <a:pt x="143875" y="1985401"/>
                  </a:lnTo>
                  <a:lnTo>
                    <a:pt x="49610" y="1984332"/>
                  </a:lnTo>
                  <a:lnTo>
                    <a:pt x="77164" y="1194835"/>
                  </a:lnTo>
                  <a:lnTo>
                    <a:pt x="104950" y="1137411"/>
                  </a:lnTo>
                  <a:lnTo>
                    <a:pt x="-117" y="199849"/>
                  </a:lnTo>
                  <a:lnTo>
                    <a:pt x="118523" y="-177"/>
                  </a:lnTo>
                  <a:lnTo>
                    <a:pt x="245825" y="212653"/>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30" name="Freeform: Shape 129">
              <a:extLst>
                <a:ext uri="{FF2B5EF4-FFF2-40B4-BE49-F238E27FC236}">
                  <a16:creationId xmlns:a16="http://schemas.microsoft.com/office/drawing/2014/main" id="{84430E7D-5C4F-FE6E-C85B-71939D4011CB}"/>
                </a:ext>
              </a:extLst>
            </p:cNvPr>
            <p:cNvSpPr/>
            <p:nvPr/>
          </p:nvSpPr>
          <p:spPr>
            <a:xfrm rot="10800000" flipV="1">
              <a:off x="11255153" y="6028882"/>
              <a:ext cx="82604" cy="71648"/>
            </a:xfrm>
            <a:custGeom>
              <a:avLst/>
              <a:gdLst>
                <a:gd name="connsiteX0" fmla="*/ 81432 w 158535"/>
                <a:gd name="connsiteY0" fmla="*/ -177 h 137507"/>
                <a:gd name="connsiteX1" fmla="*/ 44447 w 158535"/>
                <a:gd name="connsiteY1" fmla="*/ 72053 h 137507"/>
                <a:gd name="connsiteX2" fmla="*/ -117 w 158535"/>
                <a:gd name="connsiteY2" fmla="*/ 136023 h 137507"/>
                <a:gd name="connsiteX3" fmla="*/ 158418 w 158535"/>
                <a:gd name="connsiteY3" fmla="*/ 137330 h 137507"/>
                <a:gd name="connsiteX4" fmla="*/ 145758 w 158535"/>
                <a:gd name="connsiteY4" fmla="*/ 82097 h 137507"/>
                <a:gd name="connsiteX5" fmla="*/ 138868 w 158535"/>
                <a:gd name="connsiteY5" fmla="*/ 52040 h 137507"/>
                <a:gd name="connsiteX6" fmla="*/ 137135 w 158535"/>
                <a:gd name="connsiteY6" fmla="*/ -177 h 137507"/>
                <a:gd name="connsiteX7" fmla="*/ 81432 w 158535"/>
                <a:gd name="connsiteY7" fmla="*/ -177 h 137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535" h="137507">
                  <a:moveTo>
                    <a:pt x="81432" y="-177"/>
                  </a:moveTo>
                  <a:lnTo>
                    <a:pt x="44447" y="72053"/>
                  </a:lnTo>
                  <a:cubicBezTo>
                    <a:pt x="44447" y="72053"/>
                    <a:pt x="7387" y="95552"/>
                    <a:pt x="-117" y="136023"/>
                  </a:cubicBezTo>
                  <a:lnTo>
                    <a:pt x="158418" y="137330"/>
                  </a:lnTo>
                  <a:cubicBezTo>
                    <a:pt x="158418" y="112962"/>
                    <a:pt x="145758" y="82097"/>
                    <a:pt x="145758" y="82097"/>
                  </a:cubicBezTo>
                  <a:lnTo>
                    <a:pt x="138868" y="52040"/>
                  </a:lnTo>
                  <a:lnTo>
                    <a:pt x="137135" y="-177"/>
                  </a:lnTo>
                  <a:lnTo>
                    <a:pt x="81432" y="-177"/>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31" name="Freeform: Shape 130">
              <a:extLst>
                <a:ext uri="{FF2B5EF4-FFF2-40B4-BE49-F238E27FC236}">
                  <a16:creationId xmlns:a16="http://schemas.microsoft.com/office/drawing/2014/main" id="{F3E63B6C-0530-E922-80AD-801D048C9817}"/>
                </a:ext>
              </a:extLst>
            </p:cNvPr>
            <p:cNvSpPr/>
            <p:nvPr/>
          </p:nvSpPr>
          <p:spPr>
            <a:xfrm rot="10800000" flipV="1">
              <a:off x="11035670" y="4958085"/>
              <a:ext cx="278237" cy="1097375"/>
            </a:xfrm>
            <a:custGeom>
              <a:avLst/>
              <a:gdLst>
                <a:gd name="connsiteX0" fmla="*/ 99154 w 533993"/>
                <a:gd name="connsiteY0" fmla="*/ 2105907 h 2106084"/>
                <a:gd name="connsiteX1" fmla="*/ 353882 w 533993"/>
                <a:gd name="connsiteY1" fmla="*/ 1212414 h 2106084"/>
                <a:gd name="connsiteX2" fmla="*/ 533876 w 533993"/>
                <a:gd name="connsiteY2" fmla="*/ 188697 h 2106084"/>
                <a:gd name="connsiteX3" fmla="*/ 496322 w 533993"/>
                <a:gd name="connsiteY3" fmla="*/ -177 h 2106084"/>
                <a:gd name="connsiteX4" fmla="*/ 235373 w 533993"/>
                <a:gd name="connsiteY4" fmla="*/ 163727 h 2106084"/>
                <a:gd name="connsiteX5" fmla="*/ 204847 w 533993"/>
                <a:gd name="connsiteY5" fmla="*/ 334228 h 2106084"/>
                <a:gd name="connsiteX6" fmla="*/ 132278 w 533993"/>
                <a:gd name="connsiteY6" fmla="*/ 1189090 h 2106084"/>
                <a:gd name="connsiteX7" fmla="*/ -117 w 533993"/>
                <a:gd name="connsiteY7" fmla="*/ 2105907 h 2106084"/>
                <a:gd name="connsiteX8" fmla="*/ 99154 w 533993"/>
                <a:gd name="connsiteY8" fmla="*/ 2105907 h 2106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993" h="2106084">
                  <a:moveTo>
                    <a:pt x="99154" y="2105907"/>
                  </a:moveTo>
                  <a:lnTo>
                    <a:pt x="353882" y="1212414"/>
                  </a:lnTo>
                  <a:lnTo>
                    <a:pt x="533876" y="188697"/>
                  </a:lnTo>
                  <a:lnTo>
                    <a:pt x="496322" y="-177"/>
                  </a:lnTo>
                  <a:lnTo>
                    <a:pt x="235373" y="163727"/>
                  </a:lnTo>
                  <a:lnTo>
                    <a:pt x="204847" y="334228"/>
                  </a:lnTo>
                  <a:lnTo>
                    <a:pt x="132278" y="1189090"/>
                  </a:lnTo>
                  <a:lnTo>
                    <a:pt x="-117" y="2105907"/>
                  </a:lnTo>
                  <a:lnTo>
                    <a:pt x="99154" y="2105907"/>
                  </a:ln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32" name="Freeform: Shape 131">
              <a:extLst>
                <a:ext uri="{FF2B5EF4-FFF2-40B4-BE49-F238E27FC236}">
                  <a16:creationId xmlns:a16="http://schemas.microsoft.com/office/drawing/2014/main" id="{ECC77F93-DEFE-FCDF-BD5F-2E4A031089BD}"/>
                </a:ext>
              </a:extLst>
            </p:cNvPr>
            <p:cNvSpPr/>
            <p:nvPr/>
          </p:nvSpPr>
          <p:spPr>
            <a:xfrm rot="10800000" flipV="1">
              <a:off x="10950799" y="4433764"/>
              <a:ext cx="99543" cy="224679"/>
            </a:xfrm>
            <a:custGeom>
              <a:avLst/>
              <a:gdLst>
                <a:gd name="connsiteX0" fmla="*/ -117 w 191043"/>
                <a:gd name="connsiteY0" fmla="*/ 247338 h 431206"/>
                <a:gd name="connsiteX1" fmla="*/ 97409 w 191043"/>
                <a:gd name="connsiteY1" fmla="*/ 430592 h 431206"/>
                <a:gd name="connsiteX2" fmla="*/ 168944 w 191043"/>
                <a:gd name="connsiteY2" fmla="*/ 276137 h 431206"/>
                <a:gd name="connsiteX3" fmla="*/ 176517 w 191043"/>
                <a:gd name="connsiteY3" fmla="*/ 208525 h 431206"/>
                <a:gd name="connsiteX4" fmla="*/ 186242 w 191043"/>
                <a:gd name="connsiteY4" fmla="*/ 131683 h 431206"/>
                <a:gd name="connsiteX5" fmla="*/ 190560 w 191043"/>
                <a:gd name="connsiteY5" fmla="*/ 107896 h 431206"/>
                <a:gd name="connsiteX6" fmla="*/ 45617 w 191043"/>
                <a:gd name="connsiteY6" fmla="*/ 3718 h 431206"/>
                <a:gd name="connsiteX7" fmla="*/ 37306 w 191043"/>
                <a:gd name="connsiteY7" fmla="*/ 30546 h 431206"/>
                <a:gd name="connsiteX8" fmla="*/ -117 w 191043"/>
                <a:gd name="connsiteY8" fmla="*/ 247338 h 431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043" h="431206">
                  <a:moveTo>
                    <a:pt x="-117" y="247338"/>
                  </a:moveTo>
                  <a:cubicBezTo>
                    <a:pt x="-117" y="247338"/>
                    <a:pt x="48590" y="420611"/>
                    <a:pt x="97409" y="430592"/>
                  </a:cubicBezTo>
                  <a:cubicBezTo>
                    <a:pt x="146234" y="440580"/>
                    <a:pt x="168944" y="276137"/>
                    <a:pt x="168944" y="276137"/>
                  </a:cubicBezTo>
                  <a:cubicBezTo>
                    <a:pt x="168944" y="276137"/>
                    <a:pt x="172261" y="244578"/>
                    <a:pt x="176517" y="208525"/>
                  </a:cubicBezTo>
                  <a:cubicBezTo>
                    <a:pt x="179608" y="181603"/>
                    <a:pt x="183169" y="152147"/>
                    <a:pt x="186242" y="131683"/>
                  </a:cubicBezTo>
                  <a:cubicBezTo>
                    <a:pt x="187906" y="120468"/>
                    <a:pt x="189377" y="111901"/>
                    <a:pt x="190560" y="107896"/>
                  </a:cubicBezTo>
                  <a:cubicBezTo>
                    <a:pt x="196618" y="86700"/>
                    <a:pt x="126778" y="-21934"/>
                    <a:pt x="45617" y="3718"/>
                  </a:cubicBezTo>
                  <a:cubicBezTo>
                    <a:pt x="41900" y="11922"/>
                    <a:pt x="39290" y="20552"/>
                    <a:pt x="37306" y="30546"/>
                  </a:cubicBezTo>
                  <a:cubicBezTo>
                    <a:pt x="23157" y="101744"/>
                    <a:pt x="-117" y="247338"/>
                    <a:pt x="-117" y="247338"/>
                  </a:cubicBezTo>
                  <a:close/>
                </a:path>
              </a:pathLst>
            </a:custGeom>
            <a:solidFill>
              <a:srgbClr val="D0D0D0"/>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33" name="Freeform: Shape 132">
              <a:extLst>
                <a:ext uri="{FF2B5EF4-FFF2-40B4-BE49-F238E27FC236}">
                  <a16:creationId xmlns:a16="http://schemas.microsoft.com/office/drawing/2014/main" id="{89FEC73E-738A-A3BB-0E5E-43A3882F209A}"/>
                </a:ext>
              </a:extLst>
            </p:cNvPr>
            <p:cNvSpPr/>
            <p:nvPr/>
          </p:nvSpPr>
          <p:spPr>
            <a:xfrm rot="10800000" flipV="1">
              <a:off x="10957060" y="4611891"/>
              <a:ext cx="67559" cy="37335"/>
            </a:xfrm>
            <a:custGeom>
              <a:avLst/>
              <a:gdLst>
                <a:gd name="connsiteX0" fmla="*/ 50824 w 129660"/>
                <a:gd name="connsiteY0" fmla="*/ 2601 h 71654"/>
                <a:gd name="connsiteX1" fmla="*/ 72433 w 129660"/>
                <a:gd name="connsiteY1" fmla="*/ 53235 h 71654"/>
                <a:gd name="connsiteX2" fmla="*/ 93422 w 129660"/>
                <a:gd name="connsiteY2" fmla="*/ -177 h 71654"/>
                <a:gd name="connsiteX3" fmla="*/ 129544 w 129660"/>
                <a:gd name="connsiteY3" fmla="*/ 31313 h 71654"/>
                <a:gd name="connsiteX4" fmla="*/ 61006 w 129660"/>
                <a:gd name="connsiteY4" fmla="*/ 71139 h 71654"/>
                <a:gd name="connsiteX5" fmla="*/ -117 w 129660"/>
                <a:gd name="connsiteY5" fmla="*/ 42427 h 71654"/>
                <a:gd name="connsiteX6" fmla="*/ 50824 w 129660"/>
                <a:gd name="connsiteY6" fmla="*/ 2601 h 71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660" h="71654">
                  <a:moveTo>
                    <a:pt x="50824" y="2601"/>
                  </a:moveTo>
                  <a:lnTo>
                    <a:pt x="72433" y="53235"/>
                  </a:lnTo>
                  <a:lnTo>
                    <a:pt x="93422" y="-177"/>
                  </a:lnTo>
                  <a:lnTo>
                    <a:pt x="129544" y="31313"/>
                  </a:lnTo>
                  <a:cubicBezTo>
                    <a:pt x="129544" y="31313"/>
                    <a:pt x="97127" y="75770"/>
                    <a:pt x="61006" y="71139"/>
                  </a:cubicBezTo>
                  <a:cubicBezTo>
                    <a:pt x="24890" y="66508"/>
                    <a:pt x="-117" y="42427"/>
                    <a:pt x="-117" y="42427"/>
                  </a:cubicBezTo>
                  <a:lnTo>
                    <a:pt x="50824" y="2601"/>
                  </a:ln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34" name="Freeform: Shape 133">
              <a:extLst>
                <a:ext uri="{FF2B5EF4-FFF2-40B4-BE49-F238E27FC236}">
                  <a16:creationId xmlns:a16="http://schemas.microsoft.com/office/drawing/2014/main" id="{30C26585-8EDC-2AA4-4223-9BEAB06CDDA7}"/>
                </a:ext>
              </a:extLst>
            </p:cNvPr>
            <p:cNvSpPr/>
            <p:nvPr/>
          </p:nvSpPr>
          <p:spPr>
            <a:xfrm rot="10800000" flipV="1">
              <a:off x="10958354" y="4521720"/>
              <a:ext cx="59998" cy="35122"/>
            </a:xfrm>
            <a:custGeom>
              <a:avLst/>
              <a:gdLst>
                <a:gd name="connsiteX0" fmla="*/ 111589 w 115148"/>
                <a:gd name="connsiteY0" fmla="*/ 67228 h 67405"/>
                <a:gd name="connsiteX1" fmla="*/ -117 w 115148"/>
                <a:gd name="connsiteY1" fmla="*/ -177 h 67405"/>
                <a:gd name="connsiteX2" fmla="*/ 105119 w 115148"/>
                <a:gd name="connsiteY2" fmla="*/ 38641 h 67405"/>
                <a:gd name="connsiteX3" fmla="*/ 115031 w 115148"/>
                <a:gd name="connsiteY3" fmla="*/ 38347 h 67405"/>
                <a:gd name="connsiteX4" fmla="*/ 111589 w 115148"/>
                <a:gd name="connsiteY4" fmla="*/ 67228 h 674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48" h="67405">
                  <a:moveTo>
                    <a:pt x="111589" y="67228"/>
                  </a:moveTo>
                  <a:cubicBezTo>
                    <a:pt x="90988" y="63073"/>
                    <a:pt x="26737" y="55782"/>
                    <a:pt x="-117" y="-177"/>
                  </a:cubicBezTo>
                  <a:cubicBezTo>
                    <a:pt x="21261" y="20387"/>
                    <a:pt x="59854" y="38641"/>
                    <a:pt x="105119" y="38641"/>
                  </a:cubicBezTo>
                  <a:cubicBezTo>
                    <a:pt x="108385" y="38641"/>
                    <a:pt x="111696" y="38547"/>
                    <a:pt x="115031" y="38347"/>
                  </a:cubicBezTo>
                  <a:cubicBezTo>
                    <a:pt x="113679" y="49393"/>
                    <a:pt x="112472" y="59537"/>
                    <a:pt x="111589" y="67228"/>
                  </a:cubicBez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35" name="Freeform: Shape 134">
              <a:extLst>
                <a:ext uri="{FF2B5EF4-FFF2-40B4-BE49-F238E27FC236}">
                  <a16:creationId xmlns:a16="http://schemas.microsoft.com/office/drawing/2014/main" id="{E0E3150F-C51B-CBEA-730F-3ABD117E5420}"/>
                </a:ext>
              </a:extLst>
            </p:cNvPr>
            <p:cNvSpPr/>
            <p:nvPr/>
          </p:nvSpPr>
          <p:spPr>
            <a:xfrm rot="10800000" flipV="1">
              <a:off x="10787360" y="5279919"/>
              <a:ext cx="84710" cy="28741"/>
            </a:xfrm>
            <a:custGeom>
              <a:avLst/>
              <a:gdLst>
                <a:gd name="connsiteX0" fmla="*/ 1934 w 162575"/>
                <a:gd name="connsiteY0" fmla="*/ -177 h 55159"/>
                <a:gd name="connsiteX1" fmla="*/ 14588 w 162575"/>
                <a:gd name="connsiteY1" fmla="*/ 51689 h 55159"/>
                <a:gd name="connsiteX2" fmla="*/ 162459 w 162575"/>
                <a:gd name="connsiteY2" fmla="*/ 51689 h 55159"/>
                <a:gd name="connsiteX3" fmla="*/ 134060 w 162575"/>
                <a:gd name="connsiteY3" fmla="*/ 20818 h 55159"/>
                <a:gd name="connsiteX4" fmla="*/ 76023 w 162575"/>
                <a:gd name="connsiteY4" fmla="*/ 1055 h 55159"/>
                <a:gd name="connsiteX5" fmla="*/ 1934 w 162575"/>
                <a:gd name="connsiteY5" fmla="*/ -177 h 55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2575" h="55159">
                  <a:moveTo>
                    <a:pt x="1934" y="-177"/>
                  </a:moveTo>
                  <a:cubicBezTo>
                    <a:pt x="1934" y="-177"/>
                    <a:pt x="-7641" y="44280"/>
                    <a:pt x="14588" y="51689"/>
                  </a:cubicBezTo>
                  <a:cubicBezTo>
                    <a:pt x="36816" y="59099"/>
                    <a:pt x="162459" y="51689"/>
                    <a:pt x="162459" y="51689"/>
                  </a:cubicBezTo>
                  <a:cubicBezTo>
                    <a:pt x="162459" y="51689"/>
                    <a:pt x="153817" y="25756"/>
                    <a:pt x="134060" y="20818"/>
                  </a:cubicBezTo>
                  <a:cubicBezTo>
                    <a:pt x="114304" y="15881"/>
                    <a:pt x="76023" y="1055"/>
                    <a:pt x="76023" y="1055"/>
                  </a:cubicBezTo>
                  <a:lnTo>
                    <a:pt x="1934" y="-177"/>
                  </a:ln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36" name="Freeform: Shape 135">
              <a:extLst>
                <a:ext uri="{FF2B5EF4-FFF2-40B4-BE49-F238E27FC236}">
                  <a16:creationId xmlns:a16="http://schemas.microsoft.com/office/drawing/2014/main" id="{19155A9D-339C-36B0-0D1D-26FA6B10320E}"/>
                </a:ext>
              </a:extLst>
            </p:cNvPr>
            <p:cNvSpPr/>
            <p:nvPr/>
          </p:nvSpPr>
          <p:spPr>
            <a:xfrm rot="10800000" flipV="1">
              <a:off x="10830135" y="5268972"/>
              <a:ext cx="43727" cy="11605"/>
            </a:xfrm>
            <a:custGeom>
              <a:avLst/>
              <a:gdLst>
                <a:gd name="connsiteX0" fmla="*/ 83804 w 83920"/>
                <a:gd name="connsiteY0" fmla="*/ 22095 h 22272"/>
                <a:gd name="connsiteX1" fmla="*/ 5966 w 83920"/>
                <a:gd name="connsiteY1" fmla="*/ 20831 h 22272"/>
                <a:gd name="connsiteX2" fmla="*/ -117 w 83920"/>
                <a:gd name="connsiteY2" fmla="*/ -177 h 22272"/>
                <a:gd name="connsiteX3" fmla="*/ 81632 w 83920"/>
                <a:gd name="connsiteY3" fmla="*/ 1387 h 22272"/>
                <a:gd name="connsiteX4" fmla="*/ 83804 w 83920"/>
                <a:gd name="connsiteY4" fmla="*/ 22095 h 22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20" h="22272">
                  <a:moveTo>
                    <a:pt x="83804" y="22095"/>
                  </a:moveTo>
                  <a:lnTo>
                    <a:pt x="5966" y="20831"/>
                  </a:lnTo>
                  <a:cubicBezTo>
                    <a:pt x="5966" y="20831"/>
                    <a:pt x="3738" y="13309"/>
                    <a:pt x="-117" y="-177"/>
                  </a:cubicBezTo>
                  <a:lnTo>
                    <a:pt x="81632" y="1387"/>
                  </a:lnTo>
                  <a:lnTo>
                    <a:pt x="83804" y="22095"/>
                  </a:ln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37" name="Freeform: Shape 136">
              <a:extLst>
                <a:ext uri="{FF2B5EF4-FFF2-40B4-BE49-F238E27FC236}">
                  <a16:creationId xmlns:a16="http://schemas.microsoft.com/office/drawing/2014/main" id="{9D291BE6-961C-8CE1-4BF1-BCCDACBCFEDC}"/>
                </a:ext>
              </a:extLst>
            </p:cNvPr>
            <p:cNvSpPr/>
            <p:nvPr/>
          </p:nvSpPr>
          <p:spPr>
            <a:xfrm rot="10800000" flipV="1">
              <a:off x="10830793" y="4635179"/>
              <a:ext cx="106592" cy="634608"/>
            </a:xfrm>
            <a:custGeom>
              <a:avLst/>
              <a:gdLst>
                <a:gd name="connsiteX0" fmla="*/ 201263 w 204571"/>
                <a:gd name="connsiteY0" fmla="*/ 1196449 h 1217941"/>
                <a:gd name="connsiteX1" fmla="*/ 203547 w 204571"/>
                <a:gd name="connsiteY1" fmla="*/ 1217764 h 1217941"/>
                <a:gd name="connsiteX2" fmla="*/ 121798 w 204571"/>
                <a:gd name="connsiteY2" fmla="*/ 1216200 h 1217941"/>
                <a:gd name="connsiteX3" fmla="*/ 117524 w 204571"/>
                <a:gd name="connsiteY3" fmla="*/ 1201086 h 1217941"/>
                <a:gd name="connsiteX4" fmla="*/ 103800 w 204571"/>
                <a:gd name="connsiteY4" fmla="*/ 1173632 h 1217941"/>
                <a:gd name="connsiteX5" fmla="*/ 5674 w 204571"/>
                <a:gd name="connsiteY5" fmla="*/ 721063 h 1217941"/>
                <a:gd name="connsiteX6" fmla="*/ 12239 w 204571"/>
                <a:gd name="connsiteY6" fmla="*/ 195405 h 1217941"/>
                <a:gd name="connsiteX7" fmla="*/ 103856 w 204571"/>
                <a:gd name="connsiteY7" fmla="*/ -177 h 1217941"/>
                <a:gd name="connsiteX8" fmla="*/ 148345 w 204571"/>
                <a:gd name="connsiteY8" fmla="*/ 696925 h 1217941"/>
                <a:gd name="connsiteX9" fmla="*/ 204455 w 204571"/>
                <a:gd name="connsiteY9" fmla="*/ 1168038 h 1217941"/>
                <a:gd name="connsiteX10" fmla="*/ 201263 w 204571"/>
                <a:gd name="connsiteY10" fmla="*/ 1196449 h 1217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571" h="1217941">
                  <a:moveTo>
                    <a:pt x="201263" y="1196449"/>
                  </a:moveTo>
                  <a:lnTo>
                    <a:pt x="203547" y="1217764"/>
                  </a:lnTo>
                  <a:lnTo>
                    <a:pt x="121798" y="1216200"/>
                  </a:lnTo>
                  <a:cubicBezTo>
                    <a:pt x="120534" y="1211800"/>
                    <a:pt x="119088" y="1206744"/>
                    <a:pt x="117524" y="1201086"/>
                  </a:cubicBezTo>
                  <a:cubicBezTo>
                    <a:pt x="115296" y="1193264"/>
                    <a:pt x="106566" y="1183508"/>
                    <a:pt x="103800" y="1173632"/>
                  </a:cubicBezTo>
                  <a:cubicBezTo>
                    <a:pt x="74900" y="1069730"/>
                    <a:pt x="25237" y="860542"/>
                    <a:pt x="5674" y="721063"/>
                  </a:cubicBezTo>
                  <a:cubicBezTo>
                    <a:pt x="-10459" y="606565"/>
                    <a:pt x="12239" y="195405"/>
                    <a:pt x="12239" y="195405"/>
                  </a:cubicBezTo>
                  <a:lnTo>
                    <a:pt x="103856" y="-177"/>
                  </a:lnTo>
                  <a:lnTo>
                    <a:pt x="148345" y="696925"/>
                  </a:lnTo>
                  <a:lnTo>
                    <a:pt x="204455" y="1168038"/>
                  </a:lnTo>
                  <a:lnTo>
                    <a:pt x="201263" y="1196449"/>
                  </a:lnTo>
                  <a:close/>
                </a:path>
              </a:pathLst>
            </a:custGeom>
            <a:solidFill>
              <a:schemeClr val="accent1">
                <a:lumMod val="7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38" name="Freeform: Shape 137">
              <a:extLst>
                <a:ext uri="{FF2B5EF4-FFF2-40B4-BE49-F238E27FC236}">
                  <a16:creationId xmlns:a16="http://schemas.microsoft.com/office/drawing/2014/main" id="{16DF0586-7457-6833-B7FC-AF3B55ABD329}"/>
                </a:ext>
              </a:extLst>
            </p:cNvPr>
            <p:cNvSpPr/>
            <p:nvPr/>
          </p:nvSpPr>
          <p:spPr>
            <a:xfrm rot="10800000" flipV="1">
              <a:off x="11039900" y="5077084"/>
              <a:ext cx="166644" cy="82999"/>
            </a:xfrm>
            <a:custGeom>
              <a:avLst/>
              <a:gdLst>
                <a:gd name="connsiteX0" fmla="*/ 319707 w 319823"/>
                <a:gd name="connsiteY0" fmla="*/ 87804 h 159292"/>
                <a:gd name="connsiteX1" fmla="*/ 257346 w 319823"/>
                <a:gd name="connsiteY1" fmla="*/ 159115 h 159292"/>
                <a:gd name="connsiteX2" fmla="*/ -117 w 319823"/>
                <a:gd name="connsiteY2" fmla="*/ 72059 h 159292"/>
                <a:gd name="connsiteX3" fmla="*/ 19327 w 319823"/>
                <a:gd name="connsiteY3" fmla="*/ -177 h 159292"/>
                <a:gd name="connsiteX4" fmla="*/ 319707 w 319823"/>
                <a:gd name="connsiteY4" fmla="*/ 87804 h 159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3" h="159292">
                  <a:moveTo>
                    <a:pt x="319707" y="87804"/>
                  </a:moveTo>
                  <a:lnTo>
                    <a:pt x="257346" y="159115"/>
                  </a:lnTo>
                  <a:cubicBezTo>
                    <a:pt x="85080" y="142443"/>
                    <a:pt x="-117" y="72059"/>
                    <a:pt x="-117" y="72059"/>
                  </a:cubicBezTo>
                  <a:lnTo>
                    <a:pt x="19327" y="-177"/>
                  </a:lnTo>
                  <a:lnTo>
                    <a:pt x="319707" y="87804"/>
                  </a:ln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39" name="Freeform: Shape 138">
              <a:extLst>
                <a:ext uri="{FF2B5EF4-FFF2-40B4-BE49-F238E27FC236}">
                  <a16:creationId xmlns:a16="http://schemas.microsoft.com/office/drawing/2014/main" id="{CE32EEE4-CB0F-4C42-76C3-8CF50CD64A40}"/>
                </a:ext>
              </a:extLst>
            </p:cNvPr>
            <p:cNvSpPr/>
            <p:nvPr/>
          </p:nvSpPr>
          <p:spPr>
            <a:xfrm rot="10800000" flipV="1">
              <a:off x="10980224" y="5128234"/>
              <a:ext cx="64182" cy="32813"/>
            </a:xfrm>
            <a:custGeom>
              <a:avLst/>
              <a:gdLst>
                <a:gd name="connsiteX0" fmla="*/ -117 w 123177"/>
                <a:gd name="connsiteY0" fmla="*/ 17420 h 62974"/>
                <a:gd name="connsiteX1" fmla="*/ 6366 w 123177"/>
                <a:gd name="connsiteY1" fmla="*/ 62797 h 62974"/>
                <a:gd name="connsiteX2" fmla="*/ 123060 w 123177"/>
                <a:gd name="connsiteY2" fmla="*/ 58166 h 62974"/>
                <a:gd name="connsiteX3" fmla="*/ 120282 w 123177"/>
                <a:gd name="connsiteY3" fmla="*/ -177 h 62974"/>
                <a:gd name="connsiteX4" fmla="*/ -117 w 123177"/>
                <a:gd name="connsiteY4" fmla="*/ 17420 h 629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177" h="62974">
                  <a:moveTo>
                    <a:pt x="-117" y="17420"/>
                  </a:moveTo>
                  <a:lnTo>
                    <a:pt x="6366" y="62797"/>
                  </a:lnTo>
                  <a:lnTo>
                    <a:pt x="123060" y="58166"/>
                  </a:lnTo>
                  <a:lnTo>
                    <a:pt x="120282" y="-177"/>
                  </a:lnTo>
                  <a:lnTo>
                    <a:pt x="-117" y="17420"/>
                  </a:ln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40" name="Freeform: Shape 139">
              <a:extLst>
                <a:ext uri="{FF2B5EF4-FFF2-40B4-BE49-F238E27FC236}">
                  <a16:creationId xmlns:a16="http://schemas.microsoft.com/office/drawing/2014/main" id="{7C6DC1C5-3691-698B-A208-73562896D835}"/>
                </a:ext>
              </a:extLst>
            </p:cNvPr>
            <p:cNvSpPr/>
            <p:nvPr/>
          </p:nvSpPr>
          <p:spPr>
            <a:xfrm rot="10800000" flipV="1">
              <a:off x="10883214" y="4564215"/>
              <a:ext cx="316385" cy="581226"/>
            </a:xfrm>
            <a:custGeom>
              <a:avLst/>
              <a:gdLst>
                <a:gd name="connsiteX0" fmla="*/ 263566 w 607206"/>
                <a:gd name="connsiteY0" fmla="*/ -140 h 1115489"/>
                <a:gd name="connsiteX1" fmla="*/ 35148 w 607206"/>
                <a:gd name="connsiteY1" fmla="*/ 92336 h 1115489"/>
                <a:gd name="connsiteX2" fmla="*/ 16574 w 607206"/>
                <a:gd name="connsiteY2" fmla="*/ 846074 h 1115489"/>
                <a:gd name="connsiteX3" fmla="*/ 1022 w 607206"/>
                <a:gd name="connsiteY3" fmla="*/ 1019866 h 1115489"/>
                <a:gd name="connsiteX4" fmla="*/ 252427 w 607206"/>
                <a:gd name="connsiteY4" fmla="*/ 1106365 h 1115489"/>
                <a:gd name="connsiteX5" fmla="*/ 418991 w 607206"/>
                <a:gd name="connsiteY5" fmla="*/ 1109744 h 1115489"/>
                <a:gd name="connsiteX6" fmla="*/ 607090 w 607206"/>
                <a:gd name="connsiteY6" fmla="*/ 135985 h 1115489"/>
                <a:gd name="connsiteX7" fmla="*/ 483888 w 607206"/>
                <a:gd name="connsiteY7" fmla="*/ 47797 h 1115489"/>
                <a:gd name="connsiteX8" fmla="*/ 403928 w 607206"/>
                <a:gd name="connsiteY8" fmla="*/ 147200 h 1115489"/>
                <a:gd name="connsiteX9" fmla="*/ 299582 w 607206"/>
                <a:gd name="connsiteY9" fmla="*/ 95953 h 1115489"/>
                <a:gd name="connsiteX10" fmla="*/ 263566 w 607206"/>
                <a:gd name="connsiteY10" fmla="*/ -140 h 1115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07206" h="1115489">
                  <a:moveTo>
                    <a:pt x="263566" y="-140"/>
                  </a:moveTo>
                  <a:cubicBezTo>
                    <a:pt x="220036" y="12721"/>
                    <a:pt x="58741" y="74112"/>
                    <a:pt x="35148" y="92336"/>
                  </a:cubicBezTo>
                  <a:cubicBezTo>
                    <a:pt x="6373" y="114552"/>
                    <a:pt x="7375" y="767829"/>
                    <a:pt x="16574" y="846074"/>
                  </a:cubicBezTo>
                  <a:cubicBezTo>
                    <a:pt x="16574" y="846074"/>
                    <a:pt x="-5273" y="1009215"/>
                    <a:pt x="1022" y="1019866"/>
                  </a:cubicBezTo>
                  <a:cubicBezTo>
                    <a:pt x="23332" y="1057665"/>
                    <a:pt x="230555" y="1101552"/>
                    <a:pt x="252427" y="1106365"/>
                  </a:cubicBezTo>
                  <a:cubicBezTo>
                    <a:pt x="333963" y="1124288"/>
                    <a:pt x="418991" y="1109744"/>
                    <a:pt x="418991" y="1109744"/>
                  </a:cubicBezTo>
                  <a:cubicBezTo>
                    <a:pt x="418991" y="1109744"/>
                    <a:pt x="598785" y="287687"/>
                    <a:pt x="607090" y="135985"/>
                  </a:cubicBezTo>
                  <a:lnTo>
                    <a:pt x="483888" y="47797"/>
                  </a:lnTo>
                  <a:cubicBezTo>
                    <a:pt x="483888" y="47797"/>
                    <a:pt x="480796" y="146587"/>
                    <a:pt x="403928" y="147200"/>
                  </a:cubicBezTo>
                  <a:cubicBezTo>
                    <a:pt x="361887" y="147538"/>
                    <a:pt x="327274" y="132418"/>
                    <a:pt x="299582" y="95953"/>
                  </a:cubicBezTo>
                  <a:cubicBezTo>
                    <a:pt x="263122" y="47941"/>
                    <a:pt x="268999" y="-1742"/>
                    <a:pt x="263566" y="-140"/>
                  </a:cubicBezTo>
                  <a:close/>
                </a:path>
              </a:pathLst>
            </a:custGeom>
            <a:solidFill>
              <a:schemeClr val="accent1"/>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41" name="Freeform: Shape 140">
              <a:extLst>
                <a:ext uri="{FF2B5EF4-FFF2-40B4-BE49-F238E27FC236}">
                  <a16:creationId xmlns:a16="http://schemas.microsoft.com/office/drawing/2014/main" id="{FEF081A4-85C7-5C52-67FF-C8C1EC97FCD6}"/>
                </a:ext>
              </a:extLst>
            </p:cNvPr>
            <p:cNvSpPr/>
            <p:nvPr/>
          </p:nvSpPr>
          <p:spPr>
            <a:xfrm rot="10800000" flipV="1">
              <a:off x="10943137" y="4564430"/>
              <a:ext cx="32744" cy="74436"/>
            </a:xfrm>
            <a:custGeom>
              <a:avLst/>
              <a:gdLst>
                <a:gd name="connsiteX0" fmla="*/ -117 w 62843"/>
                <a:gd name="connsiteY0" fmla="*/ 90908 h 142858"/>
                <a:gd name="connsiteX1" fmla="*/ 44541 w 62843"/>
                <a:gd name="connsiteY1" fmla="*/ 142681 h 142858"/>
                <a:gd name="connsiteX2" fmla="*/ 62727 w 62843"/>
                <a:gd name="connsiteY2" fmla="*/ 51864 h 142858"/>
                <a:gd name="connsiteX3" fmla="*/ 28645 w 62843"/>
                <a:gd name="connsiteY3" fmla="*/ -177 h 142858"/>
                <a:gd name="connsiteX4" fmla="*/ -117 w 62843"/>
                <a:gd name="connsiteY4" fmla="*/ 90908 h 142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843" h="142858">
                  <a:moveTo>
                    <a:pt x="-117" y="90908"/>
                  </a:moveTo>
                  <a:lnTo>
                    <a:pt x="44541" y="142681"/>
                  </a:lnTo>
                  <a:lnTo>
                    <a:pt x="62727" y="51864"/>
                  </a:lnTo>
                  <a:lnTo>
                    <a:pt x="28645" y="-177"/>
                  </a:lnTo>
                  <a:cubicBezTo>
                    <a:pt x="28645" y="-177"/>
                    <a:pt x="29521" y="43679"/>
                    <a:pt x="-117" y="90908"/>
                  </a:cubicBez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42" name="Freeform: Shape 141">
              <a:extLst>
                <a:ext uri="{FF2B5EF4-FFF2-40B4-BE49-F238E27FC236}">
                  <a16:creationId xmlns:a16="http://schemas.microsoft.com/office/drawing/2014/main" id="{4C82948C-2ED8-302A-6DA5-AE0FDCA605D5}"/>
                </a:ext>
              </a:extLst>
            </p:cNvPr>
            <p:cNvSpPr/>
            <p:nvPr/>
          </p:nvSpPr>
          <p:spPr>
            <a:xfrm rot="10800000" flipV="1">
              <a:off x="10997975" y="4547899"/>
              <a:ext cx="75233" cy="93183"/>
            </a:xfrm>
            <a:custGeom>
              <a:avLst/>
              <a:gdLst>
                <a:gd name="connsiteX0" fmla="*/ 144075 w 144387"/>
                <a:gd name="connsiteY0" fmla="*/ 125415 h 178836"/>
                <a:gd name="connsiteX1" fmla="*/ 97578 w 144387"/>
                <a:gd name="connsiteY1" fmla="*/ 178659 h 178836"/>
                <a:gd name="connsiteX2" fmla="*/ 29233 w 144387"/>
                <a:gd name="connsiteY2" fmla="*/ 103193 h 178836"/>
                <a:gd name="connsiteX3" fmla="*/ -117 w 144387"/>
                <a:gd name="connsiteY3" fmla="*/ 36539 h 178836"/>
                <a:gd name="connsiteX4" fmla="*/ 46180 w 144387"/>
                <a:gd name="connsiteY4" fmla="*/ -177 h 178836"/>
                <a:gd name="connsiteX5" fmla="*/ 144075 w 144387"/>
                <a:gd name="connsiteY5" fmla="*/ 125415 h 178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4387" h="178836">
                  <a:moveTo>
                    <a:pt x="144075" y="125415"/>
                  </a:moveTo>
                  <a:cubicBezTo>
                    <a:pt x="147780" y="124182"/>
                    <a:pt x="97578" y="178659"/>
                    <a:pt x="97578" y="178659"/>
                  </a:cubicBezTo>
                  <a:cubicBezTo>
                    <a:pt x="97578" y="178659"/>
                    <a:pt x="49610" y="132825"/>
                    <a:pt x="29233" y="103193"/>
                  </a:cubicBezTo>
                  <a:cubicBezTo>
                    <a:pt x="12844" y="79350"/>
                    <a:pt x="-117" y="36539"/>
                    <a:pt x="-117" y="36539"/>
                  </a:cubicBezTo>
                  <a:lnTo>
                    <a:pt x="46180" y="-177"/>
                  </a:lnTo>
                  <a:cubicBezTo>
                    <a:pt x="46180" y="-177"/>
                    <a:pt x="50223" y="67378"/>
                    <a:pt x="144075" y="125415"/>
                  </a:cubicBez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43" name="Freeform: Shape 142">
              <a:extLst>
                <a:ext uri="{FF2B5EF4-FFF2-40B4-BE49-F238E27FC236}">
                  <a16:creationId xmlns:a16="http://schemas.microsoft.com/office/drawing/2014/main" id="{5E793F39-F083-A5C4-38A3-F0D459931820}"/>
                </a:ext>
              </a:extLst>
            </p:cNvPr>
            <p:cNvSpPr/>
            <p:nvPr/>
          </p:nvSpPr>
          <p:spPr>
            <a:xfrm rot="10800000" flipV="1">
              <a:off x="10904647" y="4323792"/>
              <a:ext cx="135727" cy="155030"/>
            </a:xfrm>
            <a:custGeom>
              <a:avLst/>
              <a:gdLst>
                <a:gd name="connsiteX0" fmla="*/ -95 w 260487"/>
                <a:gd name="connsiteY0" fmla="*/ 146446 h 297533"/>
                <a:gd name="connsiteX1" fmla="*/ 130598 w 260487"/>
                <a:gd name="connsiteY1" fmla="*/ 297340 h 297533"/>
                <a:gd name="connsiteX2" fmla="*/ 260346 w 260487"/>
                <a:gd name="connsiteY2" fmla="*/ 151696 h 297533"/>
                <a:gd name="connsiteX3" fmla="*/ 135398 w 260487"/>
                <a:gd name="connsiteY3" fmla="*/ -162 h 297533"/>
                <a:gd name="connsiteX4" fmla="*/ -95 w 260487"/>
                <a:gd name="connsiteY4" fmla="*/ 146446 h 2975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487" h="297533">
                  <a:moveTo>
                    <a:pt x="-95" y="146446"/>
                  </a:moveTo>
                  <a:cubicBezTo>
                    <a:pt x="-1415" y="228595"/>
                    <a:pt x="57097" y="296157"/>
                    <a:pt x="130598" y="297340"/>
                  </a:cubicBezTo>
                  <a:cubicBezTo>
                    <a:pt x="204105" y="298529"/>
                    <a:pt x="259026" y="233852"/>
                    <a:pt x="260346" y="151696"/>
                  </a:cubicBezTo>
                  <a:cubicBezTo>
                    <a:pt x="261673" y="69547"/>
                    <a:pt x="208899" y="1021"/>
                    <a:pt x="135398" y="-162"/>
                  </a:cubicBezTo>
                  <a:cubicBezTo>
                    <a:pt x="61891" y="-1344"/>
                    <a:pt x="1232" y="64290"/>
                    <a:pt x="-95" y="146446"/>
                  </a:cubicBez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44" name="Freeform: Shape 143">
              <a:extLst>
                <a:ext uri="{FF2B5EF4-FFF2-40B4-BE49-F238E27FC236}">
                  <a16:creationId xmlns:a16="http://schemas.microsoft.com/office/drawing/2014/main" id="{A64E623B-2A1C-9E14-BC68-173D37939BDE}"/>
                </a:ext>
              </a:extLst>
            </p:cNvPr>
            <p:cNvSpPr/>
            <p:nvPr/>
          </p:nvSpPr>
          <p:spPr>
            <a:xfrm rot="10800000" flipV="1">
              <a:off x="10904949" y="4404520"/>
              <a:ext cx="136296" cy="137428"/>
            </a:xfrm>
            <a:custGeom>
              <a:avLst/>
              <a:gdLst>
                <a:gd name="connsiteX0" fmla="*/ 261463 w 261580"/>
                <a:gd name="connsiteY0" fmla="*/ -177 h 263751"/>
                <a:gd name="connsiteX1" fmla="*/ 244654 w 261580"/>
                <a:gd name="connsiteY1" fmla="*/ 165461 h 263751"/>
                <a:gd name="connsiteX2" fmla="*/ 163550 w 261580"/>
                <a:gd name="connsiteY2" fmla="*/ 262949 h 263751"/>
                <a:gd name="connsiteX3" fmla="*/ 27588 w 261580"/>
                <a:gd name="connsiteY3" fmla="*/ 201476 h 263751"/>
                <a:gd name="connsiteX4" fmla="*/ -117 w 261580"/>
                <a:gd name="connsiteY4" fmla="*/ 53573 h 263751"/>
                <a:gd name="connsiteX5" fmla="*/ 261463 w 261580"/>
                <a:gd name="connsiteY5" fmla="*/ -177 h 263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580" h="263751">
                  <a:moveTo>
                    <a:pt x="261463" y="-177"/>
                  </a:moveTo>
                  <a:cubicBezTo>
                    <a:pt x="261463" y="-177"/>
                    <a:pt x="257245" y="109094"/>
                    <a:pt x="244654" y="165461"/>
                  </a:cubicBezTo>
                  <a:cubicBezTo>
                    <a:pt x="226293" y="247610"/>
                    <a:pt x="190159" y="260652"/>
                    <a:pt x="163550" y="262949"/>
                  </a:cubicBezTo>
                  <a:cubicBezTo>
                    <a:pt x="94624" y="268900"/>
                    <a:pt x="37901" y="231145"/>
                    <a:pt x="27588" y="201476"/>
                  </a:cubicBezTo>
                  <a:cubicBezTo>
                    <a:pt x="17819" y="173390"/>
                    <a:pt x="-117" y="53573"/>
                    <a:pt x="-117" y="53573"/>
                  </a:cubicBezTo>
                  <a:lnTo>
                    <a:pt x="261463" y="-177"/>
                  </a:ln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45" name="Freeform: Shape 144">
              <a:extLst>
                <a:ext uri="{FF2B5EF4-FFF2-40B4-BE49-F238E27FC236}">
                  <a16:creationId xmlns:a16="http://schemas.microsoft.com/office/drawing/2014/main" id="{216A3ED5-5FB2-45FA-BDF3-651E651C2B3F}"/>
                </a:ext>
              </a:extLst>
            </p:cNvPr>
            <p:cNvSpPr/>
            <p:nvPr/>
          </p:nvSpPr>
          <p:spPr>
            <a:xfrm rot="10800000" flipV="1">
              <a:off x="10943489" y="4491826"/>
              <a:ext cx="37541" cy="15056"/>
            </a:xfrm>
            <a:custGeom>
              <a:avLst/>
              <a:gdLst>
                <a:gd name="connsiteX0" fmla="*/ -117 w 72048"/>
                <a:gd name="connsiteY0" fmla="*/ -177 h 28895"/>
                <a:gd name="connsiteX1" fmla="*/ 71932 w 72048"/>
                <a:gd name="connsiteY1" fmla="*/ 18278 h 28895"/>
                <a:gd name="connsiteX2" fmla="*/ 40704 w 72048"/>
                <a:gd name="connsiteY2" fmla="*/ 14085 h 28895"/>
                <a:gd name="connsiteX3" fmla="*/ -117 w 72048"/>
                <a:gd name="connsiteY3" fmla="*/ -177 h 28895"/>
              </a:gdLst>
              <a:ahLst/>
              <a:cxnLst>
                <a:cxn ang="0">
                  <a:pos x="connsiteX0" y="connsiteY0"/>
                </a:cxn>
                <a:cxn ang="0">
                  <a:pos x="connsiteX1" y="connsiteY1"/>
                </a:cxn>
                <a:cxn ang="0">
                  <a:pos x="connsiteX2" y="connsiteY2"/>
                </a:cxn>
                <a:cxn ang="0">
                  <a:pos x="connsiteX3" y="connsiteY3"/>
                </a:cxn>
              </a:cxnLst>
              <a:rect l="l" t="t" r="r" b="b"/>
              <a:pathLst>
                <a:path w="72048" h="28895">
                  <a:moveTo>
                    <a:pt x="-117" y="-177"/>
                  </a:moveTo>
                  <a:cubicBezTo>
                    <a:pt x="21555" y="51326"/>
                    <a:pt x="71932" y="18278"/>
                    <a:pt x="71932" y="18278"/>
                  </a:cubicBezTo>
                  <a:cubicBezTo>
                    <a:pt x="71932" y="18278"/>
                    <a:pt x="54773" y="16776"/>
                    <a:pt x="40704" y="14085"/>
                  </a:cubicBezTo>
                  <a:cubicBezTo>
                    <a:pt x="21711" y="10443"/>
                    <a:pt x="-117" y="-177"/>
                    <a:pt x="-117" y="-177"/>
                  </a:cubicBezTo>
                  <a:close/>
                </a:path>
              </a:pathLst>
            </a:custGeom>
            <a:solidFill>
              <a:schemeClr val="tx1"/>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46" name="Freeform: Shape 145">
              <a:extLst>
                <a:ext uri="{FF2B5EF4-FFF2-40B4-BE49-F238E27FC236}">
                  <a16:creationId xmlns:a16="http://schemas.microsoft.com/office/drawing/2014/main" id="{F27CC5F4-D999-7E29-26DA-1C325EFF8A2D}"/>
                </a:ext>
              </a:extLst>
            </p:cNvPr>
            <p:cNvSpPr/>
            <p:nvPr/>
          </p:nvSpPr>
          <p:spPr>
            <a:xfrm rot="10800000" flipV="1">
              <a:off x="10913819" y="4428124"/>
              <a:ext cx="119914" cy="118181"/>
            </a:xfrm>
            <a:custGeom>
              <a:avLst/>
              <a:gdLst>
                <a:gd name="connsiteX0" fmla="*/ 92840 w 230139"/>
                <a:gd name="connsiteY0" fmla="*/ 148576 h 226813"/>
                <a:gd name="connsiteX1" fmla="*/ 98998 w 230139"/>
                <a:gd name="connsiteY1" fmla="*/ 125803 h 226813"/>
                <a:gd name="connsiteX2" fmla="*/ 181216 w 230139"/>
                <a:gd name="connsiteY2" fmla="*/ 129176 h 226813"/>
                <a:gd name="connsiteX3" fmla="*/ 167830 w 230139"/>
                <a:gd name="connsiteY3" fmla="*/ 177676 h 226813"/>
                <a:gd name="connsiteX4" fmla="*/ 132660 w 230139"/>
                <a:gd name="connsiteY4" fmla="*/ 182896 h 226813"/>
                <a:gd name="connsiteX5" fmla="*/ 92840 w 230139"/>
                <a:gd name="connsiteY5" fmla="*/ 148576 h 226813"/>
                <a:gd name="connsiteX6" fmla="*/ -117 w 230139"/>
                <a:gd name="connsiteY6" fmla="*/ 29154 h 226813"/>
                <a:gd name="connsiteX7" fmla="*/ 19940 w 230139"/>
                <a:gd name="connsiteY7" fmla="*/ 179716 h 226813"/>
                <a:gd name="connsiteX8" fmla="*/ 138768 w 230139"/>
                <a:gd name="connsiteY8" fmla="*/ 226602 h 226813"/>
                <a:gd name="connsiteX9" fmla="*/ 227795 w 230139"/>
                <a:gd name="connsiteY9" fmla="*/ 135034 h 226813"/>
                <a:gd name="connsiteX10" fmla="*/ 230023 w 230139"/>
                <a:gd name="connsiteY10" fmla="*/ 123826 h 226813"/>
                <a:gd name="connsiteX11" fmla="*/ 218571 w 230139"/>
                <a:gd name="connsiteY11" fmla="*/ 136930 h 226813"/>
                <a:gd name="connsiteX12" fmla="*/ 200366 w 230139"/>
                <a:gd name="connsiteY12" fmla="*/ 145835 h 226813"/>
                <a:gd name="connsiteX13" fmla="*/ 202819 w 230139"/>
                <a:gd name="connsiteY13" fmla="*/ 120321 h 226813"/>
                <a:gd name="connsiteX14" fmla="*/ 96338 w 230139"/>
                <a:gd name="connsiteY14" fmla="*/ 100721 h 226813"/>
                <a:gd name="connsiteX15" fmla="*/ 78328 w 230139"/>
                <a:gd name="connsiteY15" fmla="*/ 134521 h 226813"/>
                <a:gd name="connsiteX16" fmla="*/ 35416 w 230139"/>
                <a:gd name="connsiteY16" fmla="*/ 107405 h 226813"/>
                <a:gd name="connsiteX17" fmla="*/ 18757 w 230139"/>
                <a:gd name="connsiteY17" fmla="*/ -177 h 226813"/>
                <a:gd name="connsiteX18" fmla="*/ -117 w 230139"/>
                <a:gd name="connsiteY18" fmla="*/ 29154 h 226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30139" h="226813">
                  <a:moveTo>
                    <a:pt x="92840" y="148576"/>
                  </a:moveTo>
                  <a:cubicBezTo>
                    <a:pt x="93360" y="140973"/>
                    <a:pt x="95012" y="132706"/>
                    <a:pt x="98998" y="125803"/>
                  </a:cubicBezTo>
                  <a:cubicBezTo>
                    <a:pt x="109512" y="107574"/>
                    <a:pt x="181216" y="129176"/>
                    <a:pt x="181216" y="129176"/>
                  </a:cubicBezTo>
                  <a:cubicBezTo>
                    <a:pt x="185710" y="131836"/>
                    <a:pt x="182105" y="169046"/>
                    <a:pt x="167830" y="177676"/>
                  </a:cubicBezTo>
                  <a:cubicBezTo>
                    <a:pt x="160271" y="182245"/>
                    <a:pt x="144043" y="184679"/>
                    <a:pt x="132660" y="182896"/>
                  </a:cubicBezTo>
                  <a:cubicBezTo>
                    <a:pt x="101051" y="177958"/>
                    <a:pt x="94918" y="158064"/>
                    <a:pt x="92840" y="148576"/>
                  </a:cubicBezTo>
                  <a:close/>
                  <a:moveTo>
                    <a:pt x="-117" y="29154"/>
                  </a:moveTo>
                  <a:cubicBezTo>
                    <a:pt x="-117" y="29154"/>
                    <a:pt x="2968" y="154916"/>
                    <a:pt x="19940" y="179716"/>
                  </a:cubicBezTo>
                  <a:cubicBezTo>
                    <a:pt x="36918" y="204523"/>
                    <a:pt x="79517" y="224731"/>
                    <a:pt x="138768" y="226602"/>
                  </a:cubicBezTo>
                  <a:cubicBezTo>
                    <a:pt x="204822" y="228692"/>
                    <a:pt x="227795" y="135034"/>
                    <a:pt x="227795" y="135034"/>
                  </a:cubicBezTo>
                  <a:lnTo>
                    <a:pt x="230023" y="123826"/>
                  </a:lnTo>
                  <a:cubicBezTo>
                    <a:pt x="230023" y="123826"/>
                    <a:pt x="221650" y="134402"/>
                    <a:pt x="218571" y="136930"/>
                  </a:cubicBezTo>
                  <a:cubicBezTo>
                    <a:pt x="214077" y="140604"/>
                    <a:pt x="200366" y="145835"/>
                    <a:pt x="200366" y="145835"/>
                  </a:cubicBezTo>
                  <a:cubicBezTo>
                    <a:pt x="205135" y="135691"/>
                    <a:pt x="204077" y="124283"/>
                    <a:pt x="202819" y="120321"/>
                  </a:cubicBezTo>
                  <a:cubicBezTo>
                    <a:pt x="196987" y="101829"/>
                    <a:pt x="119950" y="93950"/>
                    <a:pt x="96338" y="100721"/>
                  </a:cubicBezTo>
                  <a:cubicBezTo>
                    <a:pt x="83616" y="104370"/>
                    <a:pt x="79473" y="120447"/>
                    <a:pt x="78328" y="134521"/>
                  </a:cubicBezTo>
                  <a:cubicBezTo>
                    <a:pt x="63815" y="128238"/>
                    <a:pt x="41912" y="117493"/>
                    <a:pt x="35416" y="107405"/>
                  </a:cubicBezTo>
                  <a:cubicBezTo>
                    <a:pt x="25447" y="91910"/>
                    <a:pt x="18757" y="-177"/>
                    <a:pt x="18757" y="-177"/>
                  </a:cubicBezTo>
                  <a:lnTo>
                    <a:pt x="-117" y="29154"/>
                  </a:lnTo>
                  <a:close/>
                </a:path>
              </a:pathLst>
            </a:custGeom>
            <a:solidFill>
              <a:schemeClr val="tx1"/>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47" name="Freeform: Shape 146">
              <a:extLst>
                <a:ext uri="{FF2B5EF4-FFF2-40B4-BE49-F238E27FC236}">
                  <a16:creationId xmlns:a16="http://schemas.microsoft.com/office/drawing/2014/main" id="{2D545998-3C70-2903-30A7-9FCA0ED242E5}"/>
                </a:ext>
              </a:extLst>
            </p:cNvPr>
            <p:cNvSpPr/>
            <p:nvPr/>
          </p:nvSpPr>
          <p:spPr>
            <a:xfrm rot="10800000" flipV="1">
              <a:off x="10968405" y="4394684"/>
              <a:ext cx="35867" cy="11593"/>
            </a:xfrm>
            <a:custGeom>
              <a:avLst/>
              <a:gdLst>
                <a:gd name="connsiteX0" fmla="*/ 64160 w 68835"/>
                <a:gd name="connsiteY0" fmla="*/ 2228 h 22249"/>
                <a:gd name="connsiteX1" fmla="*/ 24809 w 68835"/>
                <a:gd name="connsiteY1" fmla="*/ 2090 h 22249"/>
                <a:gd name="connsiteX2" fmla="*/ -117 w 68835"/>
                <a:gd name="connsiteY2" fmla="*/ 22072 h 22249"/>
                <a:gd name="connsiteX3" fmla="*/ 30235 w 68835"/>
                <a:gd name="connsiteY3" fmla="*/ 9744 h 22249"/>
                <a:gd name="connsiteX4" fmla="*/ 67552 w 68835"/>
                <a:gd name="connsiteY4" fmla="*/ 15007 h 22249"/>
                <a:gd name="connsiteX5" fmla="*/ 64160 w 68835"/>
                <a:gd name="connsiteY5" fmla="*/ 2228 h 22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835" h="22249">
                  <a:moveTo>
                    <a:pt x="64160" y="2228"/>
                  </a:moveTo>
                  <a:cubicBezTo>
                    <a:pt x="64160" y="2228"/>
                    <a:pt x="41837" y="-3091"/>
                    <a:pt x="24809" y="2090"/>
                  </a:cubicBezTo>
                  <a:cubicBezTo>
                    <a:pt x="7781" y="7272"/>
                    <a:pt x="-117" y="22072"/>
                    <a:pt x="-117" y="22072"/>
                  </a:cubicBezTo>
                  <a:cubicBezTo>
                    <a:pt x="-117" y="22072"/>
                    <a:pt x="21561" y="8536"/>
                    <a:pt x="30235" y="9744"/>
                  </a:cubicBezTo>
                  <a:cubicBezTo>
                    <a:pt x="38909" y="10946"/>
                    <a:pt x="63603" y="22410"/>
                    <a:pt x="67552" y="15007"/>
                  </a:cubicBezTo>
                  <a:cubicBezTo>
                    <a:pt x="71500" y="7604"/>
                    <a:pt x="64160" y="2228"/>
                    <a:pt x="64160" y="2228"/>
                  </a:cubicBezTo>
                  <a:close/>
                </a:path>
              </a:pathLst>
            </a:custGeom>
            <a:solidFill>
              <a:srgbClr val="332D2B"/>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48" name="Freeform: Shape 147">
              <a:extLst>
                <a:ext uri="{FF2B5EF4-FFF2-40B4-BE49-F238E27FC236}">
                  <a16:creationId xmlns:a16="http://schemas.microsoft.com/office/drawing/2014/main" id="{B05FB2B5-5098-8A2E-363A-A7BF8BA6B828}"/>
                </a:ext>
              </a:extLst>
            </p:cNvPr>
            <p:cNvSpPr/>
            <p:nvPr/>
          </p:nvSpPr>
          <p:spPr>
            <a:xfrm rot="10800000" flipV="1">
              <a:off x="10910776" y="4396578"/>
              <a:ext cx="28260" cy="9414"/>
            </a:xfrm>
            <a:custGeom>
              <a:avLst/>
              <a:gdLst>
                <a:gd name="connsiteX0" fmla="*/ 4369 w 54238"/>
                <a:gd name="connsiteY0" fmla="*/ 2654 h 18068"/>
                <a:gd name="connsiteX1" fmla="*/ 41110 w 54238"/>
                <a:gd name="connsiteY1" fmla="*/ 2065 h 18068"/>
                <a:gd name="connsiteX2" fmla="*/ 54032 w 54238"/>
                <a:gd name="connsiteY2" fmla="*/ 14901 h 18068"/>
                <a:gd name="connsiteX3" fmla="*/ 40859 w 54238"/>
                <a:gd name="connsiteY3" fmla="*/ 10645 h 18068"/>
                <a:gd name="connsiteX4" fmla="*/ 720 w 54238"/>
                <a:gd name="connsiteY4" fmla="*/ 15339 h 18068"/>
                <a:gd name="connsiteX5" fmla="*/ 4369 w 54238"/>
                <a:gd name="connsiteY5" fmla="*/ 2654 h 18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238" h="18068">
                  <a:moveTo>
                    <a:pt x="4369" y="2654"/>
                  </a:moveTo>
                  <a:cubicBezTo>
                    <a:pt x="4369" y="2654"/>
                    <a:pt x="26178" y="-3304"/>
                    <a:pt x="41110" y="2065"/>
                  </a:cubicBezTo>
                  <a:cubicBezTo>
                    <a:pt x="56029" y="7429"/>
                    <a:pt x="54032" y="14901"/>
                    <a:pt x="54032" y="14901"/>
                  </a:cubicBezTo>
                  <a:cubicBezTo>
                    <a:pt x="54032" y="14901"/>
                    <a:pt x="48650" y="9550"/>
                    <a:pt x="40859" y="10645"/>
                  </a:cubicBezTo>
                  <a:cubicBezTo>
                    <a:pt x="33068" y="11747"/>
                    <a:pt x="3874" y="22761"/>
                    <a:pt x="720" y="15339"/>
                  </a:cubicBezTo>
                  <a:cubicBezTo>
                    <a:pt x="-2440" y="7917"/>
                    <a:pt x="4369" y="2654"/>
                    <a:pt x="4369" y="2654"/>
                  </a:cubicBezTo>
                  <a:close/>
                </a:path>
              </a:pathLst>
            </a:custGeom>
            <a:solidFill>
              <a:srgbClr val="332D2B"/>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49" name="Freeform: Shape 148">
              <a:extLst>
                <a:ext uri="{FF2B5EF4-FFF2-40B4-BE49-F238E27FC236}">
                  <a16:creationId xmlns:a16="http://schemas.microsoft.com/office/drawing/2014/main" id="{7B13BFDC-09D0-FC6B-DA52-1A42B6A261AD}"/>
                </a:ext>
              </a:extLst>
            </p:cNvPr>
            <p:cNvSpPr/>
            <p:nvPr/>
          </p:nvSpPr>
          <p:spPr>
            <a:xfrm rot="10800000" flipV="1">
              <a:off x="10970380" y="4413223"/>
              <a:ext cx="10406" cy="12743"/>
            </a:xfrm>
            <a:custGeom>
              <a:avLst/>
              <a:gdLst>
                <a:gd name="connsiteX0" fmla="*/ -116 w 19971"/>
                <a:gd name="connsiteY0" fmla="*/ 12183 h 24457"/>
                <a:gd name="connsiteX1" fmla="*/ 10010 w 19971"/>
                <a:gd name="connsiteY1" fmla="*/ 24279 h 24457"/>
                <a:gd name="connsiteX2" fmla="*/ 19854 w 19971"/>
                <a:gd name="connsiteY2" fmla="*/ 11926 h 24457"/>
                <a:gd name="connsiteX3" fmla="*/ 9741 w 19971"/>
                <a:gd name="connsiteY3" fmla="*/ -177 h 24457"/>
                <a:gd name="connsiteX4" fmla="*/ -116 w 19971"/>
                <a:gd name="connsiteY4" fmla="*/ 12183 h 244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971" h="24457">
                  <a:moveTo>
                    <a:pt x="-116" y="12183"/>
                  </a:moveTo>
                  <a:cubicBezTo>
                    <a:pt x="-41" y="18935"/>
                    <a:pt x="4484" y="24348"/>
                    <a:pt x="10010" y="24279"/>
                  </a:cubicBezTo>
                  <a:cubicBezTo>
                    <a:pt x="15529" y="24204"/>
                    <a:pt x="19929" y="18679"/>
                    <a:pt x="19854" y="11926"/>
                  </a:cubicBezTo>
                  <a:cubicBezTo>
                    <a:pt x="19779" y="5174"/>
                    <a:pt x="15254" y="-240"/>
                    <a:pt x="9741" y="-177"/>
                  </a:cubicBezTo>
                  <a:cubicBezTo>
                    <a:pt x="4221" y="-108"/>
                    <a:pt x="-191" y="5436"/>
                    <a:pt x="-116" y="12183"/>
                  </a:cubicBezTo>
                  <a:close/>
                </a:path>
              </a:pathLst>
            </a:custGeom>
            <a:solidFill>
              <a:srgbClr val="332D2B"/>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50" name="Freeform: Shape 149">
              <a:extLst>
                <a:ext uri="{FF2B5EF4-FFF2-40B4-BE49-F238E27FC236}">
                  <a16:creationId xmlns:a16="http://schemas.microsoft.com/office/drawing/2014/main" id="{0CFE68AE-5875-7BBE-BDD3-9ED16B763A18}"/>
                </a:ext>
              </a:extLst>
            </p:cNvPr>
            <p:cNvSpPr/>
            <p:nvPr/>
          </p:nvSpPr>
          <p:spPr>
            <a:xfrm rot="10800000" flipV="1">
              <a:off x="10923369" y="4413903"/>
              <a:ext cx="10406" cy="12743"/>
            </a:xfrm>
            <a:custGeom>
              <a:avLst/>
              <a:gdLst>
                <a:gd name="connsiteX0" fmla="*/ -116 w 19971"/>
                <a:gd name="connsiteY0" fmla="*/ 12177 h 24457"/>
                <a:gd name="connsiteX1" fmla="*/ 10010 w 19971"/>
                <a:gd name="connsiteY1" fmla="*/ 24280 h 24457"/>
                <a:gd name="connsiteX2" fmla="*/ 19853 w 19971"/>
                <a:gd name="connsiteY2" fmla="*/ 11920 h 24457"/>
                <a:gd name="connsiteX3" fmla="*/ 9740 w 19971"/>
                <a:gd name="connsiteY3" fmla="*/ -177 h 24457"/>
                <a:gd name="connsiteX4" fmla="*/ -116 w 19971"/>
                <a:gd name="connsiteY4" fmla="*/ 12177 h 244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971" h="24457">
                  <a:moveTo>
                    <a:pt x="-116" y="12177"/>
                  </a:moveTo>
                  <a:cubicBezTo>
                    <a:pt x="-41" y="18929"/>
                    <a:pt x="4484" y="24348"/>
                    <a:pt x="10010" y="24280"/>
                  </a:cubicBezTo>
                  <a:cubicBezTo>
                    <a:pt x="15529" y="24205"/>
                    <a:pt x="19928" y="18672"/>
                    <a:pt x="19853" y="11920"/>
                  </a:cubicBezTo>
                  <a:cubicBezTo>
                    <a:pt x="19778" y="5168"/>
                    <a:pt x="15254" y="-246"/>
                    <a:pt x="9740" y="-177"/>
                  </a:cubicBezTo>
                  <a:cubicBezTo>
                    <a:pt x="4215" y="-108"/>
                    <a:pt x="-191" y="5430"/>
                    <a:pt x="-116" y="12177"/>
                  </a:cubicBezTo>
                  <a:close/>
                </a:path>
              </a:pathLst>
            </a:custGeom>
            <a:solidFill>
              <a:srgbClr val="332D2B"/>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51" name="Freeform: Shape 150">
              <a:extLst>
                <a:ext uri="{FF2B5EF4-FFF2-40B4-BE49-F238E27FC236}">
                  <a16:creationId xmlns:a16="http://schemas.microsoft.com/office/drawing/2014/main" id="{60EBE2DD-9BEB-CB7A-C5BA-A0C9F69FF91D}"/>
                </a:ext>
              </a:extLst>
            </p:cNvPr>
            <p:cNvSpPr/>
            <p:nvPr/>
          </p:nvSpPr>
          <p:spPr>
            <a:xfrm rot="10800000" flipV="1">
              <a:off x="10894554" y="4295117"/>
              <a:ext cx="186208" cy="203617"/>
            </a:xfrm>
            <a:custGeom>
              <a:avLst/>
              <a:gdLst>
                <a:gd name="connsiteX0" fmla="*/ 111368 w 357371"/>
                <a:gd name="connsiteY0" fmla="*/ 235708 h 390782"/>
                <a:gd name="connsiteX1" fmla="*/ 109879 w 357371"/>
                <a:gd name="connsiteY1" fmla="*/ 328346 h 390782"/>
                <a:gd name="connsiteX2" fmla="*/ 84985 w 357371"/>
                <a:gd name="connsiteY2" fmla="*/ 287225 h 390782"/>
                <a:gd name="connsiteX3" fmla="*/ 85591 w 357371"/>
                <a:gd name="connsiteY3" fmla="*/ 313039 h 390782"/>
                <a:gd name="connsiteX4" fmla="*/ 78996 w 357371"/>
                <a:gd name="connsiteY4" fmla="*/ 390601 h 390782"/>
                <a:gd name="connsiteX5" fmla="*/ 2503 w 357371"/>
                <a:gd name="connsiteY5" fmla="*/ 129791 h 390782"/>
                <a:gd name="connsiteX6" fmla="*/ 209025 w 357371"/>
                <a:gd name="connsiteY6" fmla="*/ 18448 h 390782"/>
                <a:gd name="connsiteX7" fmla="*/ 236292 w 357371"/>
                <a:gd name="connsiteY7" fmla="*/ 9161 h 390782"/>
                <a:gd name="connsiteX8" fmla="*/ 264622 w 357371"/>
                <a:gd name="connsiteY8" fmla="*/ 4799 h 390782"/>
                <a:gd name="connsiteX9" fmla="*/ 284372 w 357371"/>
                <a:gd name="connsiteY9" fmla="*/ 28617 h 390782"/>
                <a:gd name="connsiteX10" fmla="*/ 316683 w 357371"/>
                <a:gd name="connsiteY10" fmla="*/ 2283 h 390782"/>
                <a:gd name="connsiteX11" fmla="*/ 348555 w 357371"/>
                <a:gd name="connsiteY11" fmla="*/ 37478 h 390782"/>
                <a:gd name="connsiteX12" fmla="*/ 340225 w 357371"/>
                <a:gd name="connsiteY12" fmla="*/ 138026 h 390782"/>
                <a:gd name="connsiteX13" fmla="*/ 211747 w 357371"/>
                <a:gd name="connsiteY13" fmla="*/ 127006 h 390782"/>
                <a:gd name="connsiteX14" fmla="*/ 160938 w 357371"/>
                <a:gd name="connsiteY14" fmla="*/ 128927 h 390782"/>
                <a:gd name="connsiteX15" fmla="*/ 114322 w 357371"/>
                <a:gd name="connsiteY15" fmla="*/ 179542 h 390782"/>
                <a:gd name="connsiteX16" fmla="*/ 111368 w 357371"/>
                <a:gd name="connsiteY16" fmla="*/ 235708 h 390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57371" h="390782">
                  <a:moveTo>
                    <a:pt x="111368" y="235708"/>
                  </a:moveTo>
                  <a:cubicBezTo>
                    <a:pt x="111838" y="258788"/>
                    <a:pt x="109879" y="328346"/>
                    <a:pt x="109879" y="328346"/>
                  </a:cubicBezTo>
                  <a:lnTo>
                    <a:pt x="84985" y="287225"/>
                  </a:lnTo>
                  <a:lnTo>
                    <a:pt x="85591" y="313039"/>
                  </a:lnTo>
                  <a:cubicBezTo>
                    <a:pt x="85591" y="313039"/>
                    <a:pt x="85642" y="390195"/>
                    <a:pt x="78996" y="390601"/>
                  </a:cubicBezTo>
                  <a:cubicBezTo>
                    <a:pt x="62211" y="391615"/>
                    <a:pt x="-15226" y="188235"/>
                    <a:pt x="2503" y="129791"/>
                  </a:cubicBezTo>
                  <a:cubicBezTo>
                    <a:pt x="30214" y="38392"/>
                    <a:pt x="209025" y="18448"/>
                    <a:pt x="209025" y="18448"/>
                  </a:cubicBezTo>
                  <a:cubicBezTo>
                    <a:pt x="219933" y="19080"/>
                    <a:pt x="228719" y="14123"/>
                    <a:pt x="236292" y="9161"/>
                  </a:cubicBezTo>
                  <a:cubicBezTo>
                    <a:pt x="247337" y="1933"/>
                    <a:pt x="255823" y="-5295"/>
                    <a:pt x="264622" y="4799"/>
                  </a:cubicBezTo>
                  <a:cubicBezTo>
                    <a:pt x="279447" y="21821"/>
                    <a:pt x="284372" y="28617"/>
                    <a:pt x="284372" y="28617"/>
                  </a:cubicBezTo>
                  <a:cubicBezTo>
                    <a:pt x="284372" y="28617"/>
                    <a:pt x="293334" y="-6484"/>
                    <a:pt x="316683" y="2283"/>
                  </a:cubicBezTo>
                  <a:cubicBezTo>
                    <a:pt x="340031" y="11051"/>
                    <a:pt x="340782" y="14749"/>
                    <a:pt x="348555" y="37478"/>
                  </a:cubicBezTo>
                  <a:cubicBezTo>
                    <a:pt x="358662" y="67029"/>
                    <a:pt x="364375" y="130886"/>
                    <a:pt x="340225" y="138026"/>
                  </a:cubicBezTo>
                  <a:cubicBezTo>
                    <a:pt x="296000" y="151112"/>
                    <a:pt x="243513" y="134234"/>
                    <a:pt x="211747" y="127006"/>
                  </a:cubicBezTo>
                  <a:cubicBezTo>
                    <a:pt x="199832" y="124303"/>
                    <a:pt x="174299" y="124221"/>
                    <a:pt x="160938" y="128927"/>
                  </a:cubicBezTo>
                  <a:cubicBezTo>
                    <a:pt x="145181" y="134478"/>
                    <a:pt x="119948" y="147439"/>
                    <a:pt x="114322" y="179542"/>
                  </a:cubicBezTo>
                  <a:cubicBezTo>
                    <a:pt x="112069" y="192365"/>
                    <a:pt x="111074" y="221052"/>
                    <a:pt x="111368" y="235708"/>
                  </a:cubicBezTo>
                  <a:close/>
                </a:path>
              </a:pathLst>
            </a:custGeom>
            <a:solidFill>
              <a:schemeClr val="tx1"/>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52" name="Freeform: Shape 151">
              <a:extLst>
                <a:ext uri="{FF2B5EF4-FFF2-40B4-BE49-F238E27FC236}">
                  <a16:creationId xmlns:a16="http://schemas.microsoft.com/office/drawing/2014/main" id="{1AB74843-1CE4-1581-B5FF-E31C009E3B9C}"/>
                </a:ext>
              </a:extLst>
            </p:cNvPr>
            <p:cNvSpPr/>
            <p:nvPr/>
          </p:nvSpPr>
          <p:spPr>
            <a:xfrm rot="10800000" flipV="1">
              <a:off x="11033854" y="4407692"/>
              <a:ext cx="28139" cy="55872"/>
            </a:xfrm>
            <a:custGeom>
              <a:avLst/>
              <a:gdLst>
                <a:gd name="connsiteX0" fmla="*/ 49082 w 54004"/>
                <a:gd name="connsiteY0" fmla="*/ 17701 h 107231"/>
                <a:gd name="connsiteX1" fmla="*/ 10057 w 54004"/>
                <a:gd name="connsiteY1" fmla="*/ 8789 h 107231"/>
                <a:gd name="connsiteX2" fmla="*/ 35728 w 54004"/>
                <a:gd name="connsiteY2" fmla="*/ 106496 h 107231"/>
                <a:gd name="connsiteX3" fmla="*/ 49082 w 54004"/>
                <a:gd name="connsiteY3" fmla="*/ 17701 h 107231"/>
              </a:gdLst>
              <a:ahLst/>
              <a:cxnLst>
                <a:cxn ang="0">
                  <a:pos x="connsiteX0" y="connsiteY0"/>
                </a:cxn>
                <a:cxn ang="0">
                  <a:pos x="connsiteX1" y="connsiteY1"/>
                </a:cxn>
                <a:cxn ang="0">
                  <a:pos x="connsiteX2" y="connsiteY2"/>
                </a:cxn>
                <a:cxn ang="0">
                  <a:pos x="connsiteX3" y="connsiteY3"/>
                </a:cxn>
              </a:cxnLst>
              <a:rect l="l" t="t" r="r" b="b"/>
              <a:pathLst>
                <a:path w="54004" h="107231">
                  <a:moveTo>
                    <a:pt x="49082" y="17701"/>
                  </a:moveTo>
                  <a:cubicBezTo>
                    <a:pt x="49082" y="17701"/>
                    <a:pt x="32593" y="-15686"/>
                    <a:pt x="10057" y="8789"/>
                  </a:cubicBezTo>
                  <a:cubicBezTo>
                    <a:pt x="-12472" y="33271"/>
                    <a:pt x="5220" y="97723"/>
                    <a:pt x="35728" y="106496"/>
                  </a:cubicBezTo>
                  <a:cubicBezTo>
                    <a:pt x="66236" y="115270"/>
                    <a:pt x="49082" y="17701"/>
                    <a:pt x="49082" y="17701"/>
                  </a:cubicBez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53" name="Freeform: Shape 152">
              <a:extLst>
                <a:ext uri="{FF2B5EF4-FFF2-40B4-BE49-F238E27FC236}">
                  <a16:creationId xmlns:a16="http://schemas.microsoft.com/office/drawing/2014/main" id="{B2A78FBB-6A85-4CEB-DCB4-980BE60326CA}"/>
                </a:ext>
              </a:extLst>
            </p:cNvPr>
            <p:cNvSpPr/>
            <p:nvPr/>
          </p:nvSpPr>
          <p:spPr>
            <a:xfrm rot="10800000" flipV="1">
              <a:off x="11040101" y="4418642"/>
              <a:ext cx="14133" cy="31195"/>
            </a:xfrm>
            <a:custGeom>
              <a:avLst/>
              <a:gdLst>
                <a:gd name="connsiteX0" fmla="*/ 21018 w 27124"/>
                <a:gd name="connsiteY0" fmla="*/ 59693 h 59870"/>
                <a:gd name="connsiteX1" fmla="*/ 9252 w 27124"/>
                <a:gd name="connsiteY1" fmla="*/ 49643 h 59870"/>
                <a:gd name="connsiteX2" fmla="*/ 5178 w 27124"/>
                <a:gd name="connsiteY2" fmla="*/ 1356 h 59870"/>
                <a:gd name="connsiteX3" fmla="*/ 10404 w 27124"/>
                <a:gd name="connsiteY3" fmla="*/ -177 h 59870"/>
                <a:gd name="connsiteX4" fmla="*/ 24885 w 27124"/>
                <a:gd name="connsiteY4" fmla="*/ 18622 h 59870"/>
                <a:gd name="connsiteX5" fmla="*/ 26168 w 27124"/>
                <a:gd name="connsiteY5" fmla="*/ 56358 h 59870"/>
                <a:gd name="connsiteX6" fmla="*/ 21018 w 27124"/>
                <a:gd name="connsiteY6" fmla="*/ 59693 h 59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124" h="59870">
                  <a:moveTo>
                    <a:pt x="21018" y="59693"/>
                  </a:moveTo>
                  <a:cubicBezTo>
                    <a:pt x="18145" y="59693"/>
                    <a:pt x="14215" y="57384"/>
                    <a:pt x="9252" y="49643"/>
                  </a:cubicBezTo>
                  <a:cubicBezTo>
                    <a:pt x="-172" y="34949"/>
                    <a:pt x="-4115" y="6800"/>
                    <a:pt x="5178" y="1356"/>
                  </a:cubicBezTo>
                  <a:cubicBezTo>
                    <a:pt x="6974" y="305"/>
                    <a:pt x="8727" y="-177"/>
                    <a:pt x="10404" y="-177"/>
                  </a:cubicBezTo>
                  <a:cubicBezTo>
                    <a:pt x="17388" y="-177"/>
                    <a:pt x="23020" y="8208"/>
                    <a:pt x="24885" y="18622"/>
                  </a:cubicBezTo>
                  <a:cubicBezTo>
                    <a:pt x="26593" y="28165"/>
                    <a:pt x="27951" y="53254"/>
                    <a:pt x="26168" y="56358"/>
                  </a:cubicBezTo>
                  <a:cubicBezTo>
                    <a:pt x="25323" y="57822"/>
                    <a:pt x="23602" y="59693"/>
                    <a:pt x="21018" y="59693"/>
                  </a:cubicBez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54" name="Freeform: Shape 153">
              <a:extLst>
                <a:ext uri="{FF2B5EF4-FFF2-40B4-BE49-F238E27FC236}">
                  <a16:creationId xmlns:a16="http://schemas.microsoft.com/office/drawing/2014/main" id="{63479D0C-3BF5-6B18-7F99-103FFB0111F5}"/>
                </a:ext>
              </a:extLst>
            </p:cNvPr>
            <p:cNvSpPr/>
            <p:nvPr/>
          </p:nvSpPr>
          <p:spPr>
            <a:xfrm rot="10800000" flipV="1">
              <a:off x="10947307" y="4405657"/>
              <a:ext cx="4018" cy="8012"/>
            </a:xfrm>
            <a:custGeom>
              <a:avLst/>
              <a:gdLst>
                <a:gd name="connsiteX0" fmla="*/ 3434 w 7712"/>
                <a:gd name="connsiteY0" fmla="*/ 15199 h 15376"/>
                <a:gd name="connsiteX1" fmla="*/ -58 w 7712"/>
                <a:gd name="connsiteY1" fmla="*/ 1587 h 15376"/>
                <a:gd name="connsiteX2" fmla="*/ 1313 w 7712"/>
                <a:gd name="connsiteY2" fmla="*/ -177 h 15376"/>
                <a:gd name="connsiteX3" fmla="*/ 2790 w 7712"/>
                <a:gd name="connsiteY3" fmla="*/ 855 h 15376"/>
                <a:gd name="connsiteX4" fmla="*/ 7596 w 7712"/>
                <a:gd name="connsiteY4" fmla="*/ 14341 h 15376"/>
                <a:gd name="connsiteX5" fmla="*/ 3434 w 7712"/>
                <a:gd name="connsiteY5" fmla="*/ 15199 h 15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12" h="15376">
                  <a:moveTo>
                    <a:pt x="3434" y="15199"/>
                  </a:moveTo>
                  <a:cubicBezTo>
                    <a:pt x="2283" y="10668"/>
                    <a:pt x="1113" y="6137"/>
                    <a:pt x="-58" y="1587"/>
                  </a:cubicBezTo>
                  <a:cubicBezTo>
                    <a:pt x="-346" y="480"/>
                    <a:pt x="468" y="-177"/>
                    <a:pt x="1313" y="-177"/>
                  </a:cubicBezTo>
                  <a:cubicBezTo>
                    <a:pt x="1907" y="-177"/>
                    <a:pt x="2521" y="142"/>
                    <a:pt x="2790" y="855"/>
                  </a:cubicBezTo>
                  <a:cubicBezTo>
                    <a:pt x="4442" y="5173"/>
                    <a:pt x="6050" y="9685"/>
                    <a:pt x="7596" y="14341"/>
                  </a:cubicBezTo>
                  <a:lnTo>
                    <a:pt x="3434" y="15199"/>
                  </a:ln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55" name="Freeform: Shape 154">
              <a:extLst>
                <a:ext uri="{FF2B5EF4-FFF2-40B4-BE49-F238E27FC236}">
                  <a16:creationId xmlns:a16="http://schemas.microsoft.com/office/drawing/2014/main" id="{9B324D5D-AA17-75B4-3A69-FF93D0997F4D}"/>
                </a:ext>
              </a:extLst>
            </p:cNvPr>
            <p:cNvSpPr/>
            <p:nvPr/>
          </p:nvSpPr>
          <p:spPr>
            <a:xfrm rot="10800000" flipV="1">
              <a:off x="10939005" y="4413223"/>
              <a:ext cx="25675" cy="64817"/>
            </a:xfrm>
            <a:custGeom>
              <a:avLst/>
              <a:gdLst>
                <a:gd name="connsiteX0" fmla="*/ 33983 w 49274"/>
                <a:gd name="connsiteY0" fmla="*/ 124220 h 124397"/>
                <a:gd name="connsiteX1" fmla="*/ 346 w 49274"/>
                <a:gd name="connsiteY1" fmla="*/ 111948 h 124397"/>
                <a:gd name="connsiteX2" fmla="*/ 859 w 49274"/>
                <a:gd name="connsiteY2" fmla="*/ 110240 h 124397"/>
                <a:gd name="connsiteX3" fmla="*/ 1085 w 49274"/>
                <a:gd name="connsiteY3" fmla="*/ 110271 h 124397"/>
                <a:gd name="connsiteX4" fmla="*/ 29040 w 49274"/>
                <a:gd name="connsiteY4" fmla="*/ 117843 h 124397"/>
                <a:gd name="connsiteX5" fmla="*/ 30610 w 49274"/>
                <a:gd name="connsiteY5" fmla="*/ 117868 h 124397"/>
                <a:gd name="connsiteX6" fmla="*/ 42144 w 49274"/>
                <a:gd name="connsiteY6" fmla="*/ 107999 h 124397"/>
                <a:gd name="connsiteX7" fmla="*/ 42106 w 49274"/>
                <a:gd name="connsiteY7" fmla="*/ 68561 h 124397"/>
                <a:gd name="connsiteX8" fmla="*/ 29065 w 49274"/>
                <a:gd name="connsiteY8" fmla="*/ 680 h 124397"/>
                <a:gd name="connsiteX9" fmla="*/ 33226 w 49274"/>
                <a:gd name="connsiteY9" fmla="*/ -177 h 124397"/>
                <a:gd name="connsiteX10" fmla="*/ 48095 w 49274"/>
                <a:gd name="connsiteY10" fmla="*/ 108932 h 124397"/>
                <a:gd name="connsiteX11" fmla="*/ 33983 w 49274"/>
                <a:gd name="connsiteY11" fmla="*/ 124220 h 12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274" h="124397">
                  <a:moveTo>
                    <a:pt x="33983" y="124220"/>
                  </a:moveTo>
                  <a:cubicBezTo>
                    <a:pt x="23651" y="124220"/>
                    <a:pt x="9921" y="116372"/>
                    <a:pt x="346" y="111948"/>
                  </a:cubicBezTo>
                  <a:cubicBezTo>
                    <a:pt x="-561" y="111529"/>
                    <a:pt x="2" y="110240"/>
                    <a:pt x="859" y="110240"/>
                  </a:cubicBezTo>
                  <a:cubicBezTo>
                    <a:pt x="934" y="110240"/>
                    <a:pt x="1010" y="110246"/>
                    <a:pt x="1085" y="110271"/>
                  </a:cubicBezTo>
                  <a:cubicBezTo>
                    <a:pt x="6911" y="111767"/>
                    <a:pt x="24721" y="117699"/>
                    <a:pt x="29040" y="117843"/>
                  </a:cubicBezTo>
                  <a:cubicBezTo>
                    <a:pt x="29590" y="117862"/>
                    <a:pt x="30110" y="117868"/>
                    <a:pt x="30610" y="117868"/>
                  </a:cubicBezTo>
                  <a:cubicBezTo>
                    <a:pt x="39228" y="117868"/>
                    <a:pt x="40485" y="115102"/>
                    <a:pt x="42144" y="107999"/>
                  </a:cubicBezTo>
                  <a:cubicBezTo>
                    <a:pt x="43827" y="98662"/>
                    <a:pt x="42907" y="76966"/>
                    <a:pt x="42106" y="68561"/>
                  </a:cubicBezTo>
                  <a:cubicBezTo>
                    <a:pt x="39891" y="45306"/>
                    <a:pt x="34747" y="23084"/>
                    <a:pt x="29065" y="680"/>
                  </a:cubicBezTo>
                  <a:lnTo>
                    <a:pt x="33226" y="-177"/>
                  </a:lnTo>
                  <a:cubicBezTo>
                    <a:pt x="44403" y="33585"/>
                    <a:pt x="52069" y="75107"/>
                    <a:pt x="48095" y="108932"/>
                  </a:cubicBezTo>
                  <a:cubicBezTo>
                    <a:pt x="46750" y="120396"/>
                    <a:pt x="41193" y="124220"/>
                    <a:pt x="33983" y="124220"/>
                  </a:cubicBez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56" name="Freeform: Shape 155">
              <a:extLst>
                <a:ext uri="{FF2B5EF4-FFF2-40B4-BE49-F238E27FC236}">
                  <a16:creationId xmlns:a16="http://schemas.microsoft.com/office/drawing/2014/main" id="{8B553872-0BDE-DCDC-7832-B09CE42A00FB}"/>
                </a:ext>
              </a:extLst>
            </p:cNvPr>
            <p:cNvSpPr/>
            <p:nvPr/>
          </p:nvSpPr>
          <p:spPr>
            <a:xfrm rot="10800000" flipV="1">
              <a:off x="10627469" y="4524532"/>
              <a:ext cx="585899" cy="250488"/>
            </a:xfrm>
            <a:custGeom>
              <a:avLst/>
              <a:gdLst>
                <a:gd name="connsiteX0" fmla="*/ 61575 w 1124459"/>
                <a:gd name="connsiteY0" fmla="*/ 168496 h 480737"/>
                <a:gd name="connsiteX1" fmla="*/ 565148 w 1124459"/>
                <a:gd name="connsiteY1" fmla="*/ 257635 h 480737"/>
                <a:gd name="connsiteX2" fmla="*/ 1041605 w 1124459"/>
                <a:gd name="connsiteY2" fmla="*/ 39367 h 480737"/>
                <a:gd name="connsiteX3" fmla="*/ 1071456 w 1124459"/>
                <a:gd name="connsiteY3" fmla="*/ 31044 h 480737"/>
                <a:gd name="connsiteX4" fmla="*/ 1116958 w 1124459"/>
                <a:gd name="connsiteY4" fmla="*/ -177 h 480737"/>
                <a:gd name="connsiteX5" fmla="*/ 1124342 w 1124459"/>
                <a:gd name="connsiteY5" fmla="*/ 110991 h 480737"/>
                <a:gd name="connsiteX6" fmla="*/ 1084329 w 1124459"/>
                <a:gd name="connsiteY6" fmla="*/ 148727 h 480737"/>
                <a:gd name="connsiteX7" fmla="*/ 1052719 w 1124459"/>
                <a:gd name="connsiteY7" fmla="*/ 196194 h 480737"/>
                <a:gd name="connsiteX8" fmla="*/ 491078 w 1124459"/>
                <a:gd name="connsiteY8" fmla="*/ 474283 h 480737"/>
                <a:gd name="connsiteX9" fmla="*/ 24096 w 1124459"/>
                <a:gd name="connsiteY9" fmla="*/ 411058 h 480737"/>
                <a:gd name="connsiteX10" fmla="*/ 61575 w 1124459"/>
                <a:gd name="connsiteY10" fmla="*/ 168496 h 480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24459" h="480737">
                  <a:moveTo>
                    <a:pt x="61575" y="168496"/>
                  </a:moveTo>
                  <a:cubicBezTo>
                    <a:pt x="61575" y="168496"/>
                    <a:pt x="355209" y="269300"/>
                    <a:pt x="565148" y="257635"/>
                  </a:cubicBezTo>
                  <a:cubicBezTo>
                    <a:pt x="715604" y="249275"/>
                    <a:pt x="930030" y="111679"/>
                    <a:pt x="1041605" y="39367"/>
                  </a:cubicBezTo>
                  <a:cubicBezTo>
                    <a:pt x="1051092" y="33216"/>
                    <a:pt x="1063614" y="36269"/>
                    <a:pt x="1071456" y="31044"/>
                  </a:cubicBezTo>
                  <a:cubicBezTo>
                    <a:pt x="1100055" y="11988"/>
                    <a:pt x="1116958" y="-177"/>
                    <a:pt x="1116958" y="-177"/>
                  </a:cubicBezTo>
                  <a:lnTo>
                    <a:pt x="1124342" y="110991"/>
                  </a:lnTo>
                  <a:cubicBezTo>
                    <a:pt x="1124342" y="110991"/>
                    <a:pt x="1109755" y="125503"/>
                    <a:pt x="1084329" y="148727"/>
                  </a:cubicBezTo>
                  <a:cubicBezTo>
                    <a:pt x="1074754" y="157481"/>
                    <a:pt x="1065179" y="185280"/>
                    <a:pt x="1052719" y="196194"/>
                  </a:cubicBezTo>
                  <a:cubicBezTo>
                    <a:pt x="931488" y="302399"/>
                    <a:pt x="681861" y="478526"/>
                    <a:pt x="491078" y="474283"/>
                  </a:cubicBezTo>
                  <a:cubicBezTo>
                    <a:pt x="228659" y="468450"/>
                    <a:pt x="73747" y="517395"/>
                    <a:pt x="24096" y="411058"/>
                  </a:cubicBezTo>
                  <a:cubicBezTo>
                    <a:pt x="-47171" y="258455"/>
                    <a:pt x="61575" y="168496"/>
                    <a:pt x="61575" y="168496"/>
                  </a:cubicBezTo>
                  <a:close/>
                </a:path>
              </a:pathLst>
            </a:custGeom>
            <a:solidFill>
              <a:schemeClr val="accent1">
                <a:lumMod val="7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57" name="Freeform: Shape 156">
              <a:extLst>
                <a:ext uri="{FF2B5EF4-FFF2-40B4-BE49-F238E27FC236}">
                  <a16:creationId xmlns:a16="http://schemas.microsoft.com/office/drawing/2014/main" id="{E1FCDDD2-B3F6-A420-C2AB-D2D68B0E0A85}"/>
                </a:ext>
              </a:extLst>
            </p:cNvPr>
            <p:cNvSpPr/>
            <p:nvPr/>
          </p:nvSpPr>
          <p:spPr>
            <a:xfrm rot="10800000" flipV="1">
              <a:off x="10624254" y="4524532"/>
              <a:ext cx="20588" cy="66611"/>
            </a:xfrm>
            <a:custGeom>
              <a:avLst/>
              <a:gdLst>
                <a:gd name="connsiteX0" fmla="*/ 25842 w 39513"/>
                <a:gd name="connsiteY0" fmla="*/ -177 h 127839"/>
                <a:gd name="connsiteX1" fmla="*/ -117 w 39513"/>
                <a:gd name="connsiteY1" fmla="*/ 17451 h 127839"/>
                <a:gd name="connsiteX2" fmla="*/ 18407 w 39513"/>
                <a:gd name="connsiteY2" fmla="*/ 127662 h 127839"/>
                <a:gd name="connsiteX3" fmla="*/ 39396 w 39513"/>
                <a:gd name="connsiteY3" fmla="*/ 104814 h 127839"/>
                <a:gd name="connsiteX4" fmla="*/ 25842 w 39513"/>
                <a:gd name="connsiteY4" fmla="*/ -177 h 1278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513" h="127839">
                  <a:moveTo>
                    <a:pt x="25842" y="-177"/>
                  </a:moveTo>
                  <a:lnTo>
                    <a:pt x="-117" y="17451"/>
                  </a:lnTo>
                  <a:lnTo>
                    <a:pt x="18407" y="127662"/>
                  </a:lnTo>
                  <a:lnTo>
                    <a:pt x="39396" y="104814"/>
                  </a:lnTo>
                  <a:lnTo>
                    <a:pt x="25842" y="-177"/>
                  </a:ln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58" name="Freeform: Shape 157">
              <a:extLst>
                <a:ext uri="{FF2B5EF4-FFF2-40B4-BE49-F238E27FC236}">
                  <a16:creationId xmlns:a16="http://schemas.microsoft.com/office/drawing/2014/main" id="{A865CFA8-71F4-B7D1-B7D3-0992C285B652}"/>
                </a:ext>
              </a:extLst>
            </p:cNvPr>
            <p:cNvSpPr/>
            <p:nvPr/>
          </p:nvSpPr>
          <p:spPr>
            <a:xfrm rot="10800000" flipV="1">
              <a:off x="10411258" y="5075378"/>
              <a:ext cx="334788" cy="230930"/>
            </a:xfrm>
            <a:custGeom>
              <a:avLst/>
              <a:gdLst>
                <a:gd name="connsiteX0" fmla="*/ 569165 w 642527"/>
                <a:gd name="connsiteY0" fmla="*/ 443024 h 443201"/>
                <a:gd name="connsiteX1" fmla="*/ -117 w 642527"/>
                <a:gd name="connsiteY1" fmla="*/ 443024 h 443201"/>
                <a:gd name="connsiteX2" fmla="*/ 55880 w 642527"/>
                <a:gd name="connsiteY2" fmla="*/ 17433 h 443201"/>
                <a:gd name="connsiteX3" fmla="*/ 75962 w 642527"/>
                <a:gd name="connsiteY3" fmla="*/ -177 h 443201"/>
                <a:gd name="connsiteX4" fmla="*/ 622152 w 642527"/>
                <a:gd name="connsiteY4" fmla="*/ -177 h 443201"/>
                <a:gd name="connsiteX5" fmla="*/ 642235 w 642527"/>
                <a:gd name="connsiteY5" fmla="*/ 22714 h 443201"/>
                <a:gd name="connsiteX6" fmla="*/ 589247 w 642527"/>
                <a:gd name="connsiteY6" fmla="*/ 425414 h 443201"/>
                <a:gd name="connsiteX7" fmla="*/ 569165 w 642527"/>
                <a:gd name="connsiteY7" fmla="*/ 443024 h 443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2527" h="443201">
                  <a:moveTo>
                    <a:pt x="569165" y="443024"/>
                  </a:moveTo>
                  <a:lnTo>
                    <a:pt x="-117" y="443024"/>
                  </a:lnTo>
                  <a:lnTo>
                    <a:pt x="55880" y="17433"/>
                  </a:lnTo>
                  <a:cubicBezTo>
                    <a:pt x="57207" y="7351"/>
                    <a:pt x="65799" y="-177"/>
                    <a:pt x="75962" y="-177"/>
                  </a:cubicBezTo>
                  <a:lnTo>
                    <a:pt x="622152" y="-177"/>
                  </a:lnTo>
                  <a:cubicBezTo>
                    <a:pt x="634387" y="-177"/>
                    <a:pt x="643830" y="10586"/>
                    <a:pt x="642235" y="22714"/>
                  </a:cubicBezTo>
                  <a:lnTo>
                    <a:pt x="589247" y="425414"/>
                  </a:lnTo>
                  <a:cubicBezTo>
                    <a:pt x="587921" y="435489"/>
                    <a:pt x="579335" y="443024"/>
                    <a:pt x="569165" y="443024"/>
                  </a:cubicBez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59" name="Freeform: Shape 158">
              <a:extLst>
                <a:ext uri="{FF2B5EF4-FFF2-40B4-BE49-F238E27FC236}">
                  <a16:creationId xmlns:a16="http://schemas.microsoft.com/office/drawing/2014/main" id="{7B708938-F601-0824-FF82-39312206A09C}"/>
                </a:ext>
              </a:extLst>
            </p:cNvPr>
            <p:cNvSpPr/>
            <p:nvPr/>
          </p:nvSpPr>
          <p:spPr>
            <a:xfrm rot="10800000" flipV="1">
              <a:off x="10707560" y="5284700"/>
              <a:ext cx="144500" cy="21609"/>
            </a:xfrm>
            <a:custGeom>
              <a:avLst/>
              <a:gdLst>
                <a:gd name="connsiteX0" fmla="*/ 277209 w 277325"/>
                <a:gd name="connsiteY0" fmla="*/ 41295 h 41472"/>
                <a:gd name="connsiteX1" fmla="*/ -117 w 277325"/>
                <a:gd name="connsiteY1" fmla="*/ 41295 h 41472"/>
                <a:gd name="connsiteX2" fmla="*/ 41355 w 277325"/>
                <a:gd name="connsiteY2" fmla="*/ -177 h 41472"/>
                <a:gd name="connsiteX3" fmla="*/ 277209 w 277325"/>
                <a:gd name="connsiteY3" fmla="*/ -177 h 41472"/>
                <a:gd name="connsiteX4" fmla="*/ 277209 w 277325"/>
                <a:gd name="connsiteY4" fmla="*/ 41295 h 41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325" h="41472">
                  <a:moveTo>
                    <a:pt x="277209" y="41295"/>
                  </a:moveTo>
                  <a:lnTo>
                    <a:pt x="-117" y="41295"/>
                  </a:lnTo>
                  <a:cubicBezTo>
                    <a:pt x="-117" y="18390"/>
                    <a:pt x="18451" y="-177"/>
                    <a:pt x="41355" y="-177"/>
                  </a:cubicBezTo>
                  <a:lnTo>
                    <a:pt x="277209" y="-177"/>
                  </a:lnTo>
                  <a:lnTo>
                    <a:pt x="277209" y="41295"/>
                  </a:ln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60" name="Freeform: Shape 159">
              <a:extLst>
                <a:ext uri="{FF2B5EF4-FFF2-40B4-BE49-F238E27FC236}">
                  <a16:creationId xmlns:a16="http://schemas.microsoft.com/office/drawing/2014/main" id="{73880D46-0C94-605E-3FA9-669B1D97C43D}"/>
                </a:ext>
              </a:extLst>
            </p:cNvPr>
            <p:cNvSpPr/>
            <p:nvPr/>
          </p:nvSpPr>
          <p:spPr>
            <a:xfrm rot="10800000" flipV="1">
              <a:off x="10553606" y="5165521"/>
              <a:ext cx="26334" cy="26334"/>
            </a:xfrm>
            <a:custGeom>
              <a:avLst/>
              <a:gdLst>
                <a:gd name="connsiteX0" fmla="*/ 50423 w 50539"/>
                <a:gd name="connsiteY0" fmla="*/ 25093 h 50540"/>
                <a:gd name="connsiteX1" fmla="*/ 25153 w 50539"/>
                <a:gd name="connsiteY1" fmla="*/ 50363 h 50540"/>
                <a:gd name="connsiteX2" fmla="*/ -117 w 50539"/>
                <a:gd name="connsiteY2" fmla="*/ 25093 h 50540"/>
                <a:gd name="connsiteX3" fmla="*/ 25153 w 50539"/>
                <a:gd name="connsiteY3" fmla="*/ -177 h 50540"/>
                <a:gd name="connsiteX4" fmla="*/ 50423 w 50539"/>
                <a:gd name="connsiteY4" fmla="*/ 25093 h 50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539" h="50540">
                  <a:moveTo>
                    <a:pt x="50423" y="25093"/>
                  </a:moveTo>
                  <a:cubicBezTo>
                    <a:pt x="50423" y="39048"/>
                    <a:pt x="39109" y="50363"/>
                    <a:pt x="25153" y="50363"/>
                  </a:cubicBezTo>
                  <a:cubicBezTo>
                    <a:pt x="11198" y="50363"/>
                    <a:pt x="-117" y="39048"/>
                    <a:pt x="-117" y="25093"/>
                  </a:cubicBezTo>
                  <a:cubicBezTo>
                    <a:pt x="-117" y="11137"/>
                    <a:pt x="11198" y="-177"/>
                    <a:pt x="25153" y="-177"/>
                  </a:cubicBezTo>
                  <a:cubicBezTo>
                    <a:pt x="39109" y="-177"/>
                    <a:pt x="50423" y="11137"/>
                    <a:pt x="50423" y="25093"/>
                  </a:cubicBezTo>
                  <a:close/>
                </a:path>
              </a:pathLst>
            </a:custGeom>
            <a:solidFill>
              <a:srgbClr val="FFFFFF"/>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61" name="Freeform: Shape 160">
              <a:extLst>
                <a:ext uri="{FF2B5EF4-FFF2-40B4-BE49-F238E27FC236}">
                  <a16:creationId xmlns:a16="http://schemas.microsoft.com/office/drawing/2014/main" id="{F91F70C2-D2A3-7DD8-645B-B2E07ED92BE8}"/>
                </a:ext>
              </a:extLst>
            </p:cNvPr>
            <p:cNvSpPr/>
            <p:nvPr/>
          </p:nvSpPr>
          <p:spPr>
            <a:xfrm rot="10800000" flipV="1">
              <a:off x="11803123" y="6064848"/>
              <a:ext cx="21168" cy="35656"/>
            </a:xfrm>
            <a:custGeom>
              <a:avLst/>
              <a:gdLst>
                <a:gd name="connsiteX0" fmla="*/ -117 w 40627"/>
                <a:gd name="connsiteY0" fmla="*/ -177 h 68431"/>
                <a:gd name="connsiteX1" fmla="*/ 40510 w 40627"/>
                <a:gd name="connsiteY1" fmla="*/ -177 h 68431"/>
                <a:gd name="connsiteX2" fmla="*/ 40510 w 40627"/>
                <a:gd name="connsiteY2" fmla="*/ 68254 h 68431"/>
                <a:gd name="connsiteX3" fmla="*/ -117 w 40627"/>
                <a:gd name="connsiteY3" fmla="*/ 68254 h 68431"/>
              </a:gdLst>
              <a:ahLst/>
              <a:cxnLst>
                <a:cxn ang="0">
                  <a:pos x="connsiteX0" y="connsiteY0"/>
                </a:cxn>
                <a:cxn ang="0">
                  <a:pos x="connsiteX1" y="connsiteY1"/>
                </a:cxn>
                <a:cxn ang="0">
                  <a:pos x="connsiteX2" y="connsiteY2"/>
                </a:cxn>
                <a:cxn ang="0">
                  <a:pos x="connsiteX3" y="connsiteY3"/>
                </a:cxn>
              </a:cxnLst>
              <a:rect l="l" t="t" r="r" b="b"/>
              <a:pathLst>
                <a:path w="40627" h="68431">
                  <a:moveTo>
                    <a:pt x="-117" y="-177"/>
                  </a:moveTo>
                  <a:lnTo>
                    <a:pt x="40510" y="-177"/>
                  </a:lnTo>
                  <a:lnTo>
                    <a:pt x="40510" y="68254"/>
                  </a:lnTo>
                  <a:lnTo>
                    <a:pt x="-117" y="68254"/>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62" name="Freeform: Shape 161">
              <a:extLst>
                <a:ext uri="{FF2B5EF4-FFF2-40B4-BE49-F238E27FC236}">
                  <a16:creationId xmlns:a16="http://schemas.microsoft.com/office/drawing/2014/main" id="{155BA47D-8EEB-2824-C9E5-D91855BB2951}"/>
                </a:ext>
              </a:extLst>
            </p:cNvPr>
            <p:cNvSpPr/>
            <p:nvPr/>
          </p:nvSpPr>
          <p:spPr>
            <a:xfrm rot="10800000" flipV="1">
              <a:off x="11750856" y="5330388"/>
              <a:ext cx="76937" cy="748810"/>
            </a:xfrm>
            <a:custGeom>
              <a:avLst/>
              <a:gdLst>
                <a:gd name="connsiteX0" fmla="*/ 54541 w 147658"/>
                <a:gd name="connsiteY0" fmla="*/ 1436940 h 1437117"/>
                <a:gd name="connsiteX1" fmla="*/ -117 w 147658"/>
                <a:gd name="connsiteY1" fmla="*/ 1436940 h 1437117"/>
                <a:gd name="connsiteX2" fmla="*/ 53690 w 147658"/>
                <a:gd name="connsiteY2" fmla="*/ -177 h 1437117"/>
                <a:gd name="connsiteX3" fmla="*/ 147542 w 147658"/>
                <a:gd name="connsiteY3" fmla="*/ -177 h 1437117"/>
                <a:gd name="connsiteX4" fmla="*/ 54541 w 147658"/>
                <a:gd name="connsiteY4" fmla="*/ 1436940 h 14371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658" h="1437117">
                  <a:moveTo>
                    <a:pt x="54541" y="1436940"/>
                  </a:moveTo>
                  <a:lnTo>
                    <a:pt x="-117" y="1436940"/>
                  </a:lnTo>
                  <a:lnTo>
                    <a:pt x="53690" y="-177"/>
                  </a:lnTo>
                  <a:lnTo>
                    <a:pt x="147542" y="-177"/>
                  </a:lnTo>
                  <a:lnTo>
                    <a:pt x="54541" y="1436940"/>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63" name="Freeform: Shape 162">
              <a:extLst>
                <a:ext uri="{FF2B5EF4-FFF2-40B4-BE49-F238E27FC236}">
                  <a16:creationId xmlns:a16="http://schemas.microsoft.com/office/drawing/2014/main" id="{20CC0811-8F4D-66E8-3657-2BD8E4D6ED1A}"/>
                </a:ext>
              </a:extLst>
            </p:cNvPr>
            <p:cNvSpPr/>
            <p:nvPr/>
          </p:nvSpPr>
          <p:spPr>
            <a:xfrm rot="10800000" flipV="1">
              <a:off x="9641369" y="6064848"/>
              <a:ext cx="21166" cy="35656"/>
            </a:xfrm>
            <a:custGeom>
              <a:avLst/>
              <a:gdLst>
                <a:gd name="connsiteX0" fmla="*/ -117 w 40621"/>
                <a:gd name="connsiteY0" fmla="*/ -177 h 68431"/>
                <a:gd name="connsiteX1" fmla="*/ 40504 w 40621"/>
                <a:gd name="connsiteY1" fmla="*/ -177 h 68431"/>
                <a:gd name="connsiteX2" fmla="*/ 40504 w 40621"/>
                <a:gd name="connsiteY2" fmla="*/ 68254 h 68431"/>
                <a:gd name="connsiteX3" fmla="*/ -117 w 40621"/>
                <a:gd name="connsiteY3" fmla="*/ 68254 h 68431"/>
              </a:gdLst>
              <a:ahLst/>
              <a:cxnLst>
                <a:cxn ang="0">
                  <a:pos x="connsiteX0" y="connsiteY0"/>
                </a:cxn>
                <a:cxn ang="0">
                  <a:pos x="connsiteX1" y="connsiteY1"/>
                </a:cxn>
                <a:cxn ang="0">
                  <a:pos x="connsiteX2" y="connsiteY2"/>
                </a:cxn>
                <a:cxn ang="0">
                  <a:pos x="connsiteX3" y="connsiteY3"/>
                </a:cxn>
              </a:cxnLst>
              <a:rect l="l" t="t" r="r" b="b"/>
              <a:pathLst>
                <a:path w="40621" h="68431">
                  <a:moveTo>
                    <a:pt x="-117" y="-177"/>
                  </a:moveTo>
                  <a:lnTo>
                    <a:pt x="40504" y="-177"/>
                  </a:lnTo>
                  <a:lnTo>
                    <a:pt x="40504" y="68254"/>
                  </a:lnTo>
                  <a:lnTo>
                    <a:pt x="-117" y="68254"/>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64" name="Freeform: Shape 163">
              <a:extLst>
                <a:ext uri="{FF2B5EF4-FFF2-40B4-BE49-F238E27FC236}">
                  <a16:creationId xmlns:a16="http://schemas.microsoft.com/office/drawing/2014/main" id="{990BCBC6-E5FE-B3AA-C25F-3B7B5C0CA71B}"/>
                </a:ext>
              </a:extLst>
            </p:cNvPr>
            <p:cNvSpPr/>
            <p:nvPr/>
          </p:nvSpPr>
          <p:spPr>
            <a:xfrm rot="10800000" flipV="1">
              <a:off x="9637865" y="5330388"/>
              <a:ext cx="76937" cy="748810"/>
            </a:xfrm>
            <a:custGeom>
              <a:avLst/>
              <a:gdLst>
                <a:gd name="connsiteX0" fmla="*/ 92878 w 147658"/>
                <a:gd name="connsiteY0" fmla="*/ 1436940 h 1437117"/>
                <a:gd name="connsiteX1" fmla="*/ 147542 w 147658"/>
                <a:gd name="connsiteY1" fmla="*/ 1436940 h 1437117"/>
                <a:gd name="connsiteX2" fmla="*/ 93729 w 147658"/>
                <a:gd name="connsiteY2" fmla="*/ -177 h 1437117"/>
                <a:gd name="connsiteX3" fmla="*/ -117 w 147658"/>
                <a:gd name="connsiteY3" fmla="*/ -177 h 1437117"/>
                <a:gd name="connsiteX4" fmla="*/ 92878 w 147658"/>
                <a:gd name="connsiteY4" fmla="*/ 1436940 h 14371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658" h="1437117">
                  <a:moveTo>
                    <a:pt x="92878" y="1436940"/>
                  </a:moveTo>
                  <a:lnTo>
                    <a:pt x="147542" y="1436940"/>
                  </a:lnTo>
                  <a:lnTo>
                    <a:pt x="93729" y="-177"/>
                  </a:lnTo>
                  <a:lnTo>
                    <a:pt x="-117" y="-177"/>
                  </a:lnTo>
                  <a:lnTo>
                    <a:pt x="92878" y="1436940"/>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65" name="Freeform: Shape 164">
              <a:extLst>
                <a:ext uri="{FF2B5EF4-FFF2-40B4-BE49-F238E27FC236}">
                  <a16:creationId xmlns:a16="http://schemas.microsoft.com/office/drawing/2014/main" id="{912BEB72-F9F7-0D79-9EA4-3D2A6EE19D48}"/>
                </a:ext>
              </a:extLst>
            </p:cNvPr>
            <p:cNvSpPr/>
            <p:nvPr/>
          </p:nvSpPr>
          <p:spPr>
            <a:xfrm rot="10800000" flipV="1">
              <a:off x="9415598" y="6064848"/>
              <a:ext cx="21166" cy="35656"/>
            </a:xfrm>
            <a:custGeom>
              <a:avLst/>
              <a:gdLst>
                <a:gd name="connsiteX0" fmla="*/ -117 w 40621"/>
                <a:gd name="connsiteY0" fmla="*/ -177 h 68431"/>
                <a:gd name="connsiteX1" fmla="*/ 40504 w 40621"/>
                <a:gd name="connsiteY1" fmla="*/ -177 h 68431"/>
                <a:gd name="connsiteX2" fmla="*/ 40504 w 40621"/>
                <a:gd name="connsiteY2" fmla="*/ 68254 h 68431"/>
                <a:gd name="connsiteX3" fmla="*/ -117 w 40621"/>
                <a:gd name="connsiteY3" fmla="*/ 68254 h 68431"/>
              </a:gdLst>
              <a:ahLst/>
              <a:cxnLst>
                <a:cxn ang="0">
                  <a:pos x="connsiteX0" y="connsiteY0"/>
                </a:cxn>
                <a:cxn ang="0">
                  <a:pos x="connsiteX1" y="connsiteY1"/>
                </a:cxn>
                <a:cxn ang="0">
                  <a:pos x="connsiteX2" y="connsiteY2"/>
                </a:cxn>
                <a:cxn ang="0">
                  <a:pos x="connsiteX3" y="connsiteY3"/>
                </a:cxn>
              </a:cxnLst>
              <a:rect l="l" t="t" r="r" b="b"/>
              <a:pathLst>
                <a:path w="40621" h="68431">
                  <a:moveTo>
                    <a:pt x="-117" y="-177"/>
                  </a:moveTo>
                  <a:lnTo>
                    <a:pt x="40504" y="-177"/>
                  </a:lnTo>
                  <a:lnTo>
                    <a:pt x="40504" y="68254"/>
                  </a:lnTo>
                  <a:lnTo>
                    <a:pt x="-117" y="68254"/>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66" name="Freeform: Shape 165">
              <a:extLst>
                <a:ext uri="{FF2B5EF4-FFF2-40B4-BE49-F238E27FC236}">
                  <a16:creationId xmlns:a16="http://schemas.microsoft.com/office/drawing/2014/main" id="{1A18A619-9ADF-2530-08B3-3CA045A41043}"/>
                </a:ext>
              </a:extLst>
            </p:cNvPr>
            <p:cNvSpPr/>
            <p:nvPr/>
          </p:nvSpPr>
          <p:spPr>
            <a:xfrm rot="10800000" flipV="1">
              <a:off x="9412093" y="5330388"/>
              <a:ext cx="76940" cy="748810"/>
            </a:xfrm>
            <a:custGeom>
              <a:avLst/>
              <a:gdLst>
                <a:gd name="connsiteX0" fmla="*/ 92884 w 147664"/>
                <a:gd name="connsiteY0" fmla="*/ 1436940 h 1437117"/>
                <a:gd name="connsiteX1" fmla="*/ 147548 w 147664"/>
                <a:gd name="connsiteY1" fmla="*/ 1436940 h 1437117"/>
                <a:gd name="connsiteX2" fmla="*/ 93735 w 147664"/>
                <a:gd name="connsiteY2" fmla="*/ -177 h 1437117"/>
                <a:gd name="connsiteX3" fmla="*/ -117 w 147664"/>
                <a:gd name="connsiteY3" fmla="*/ -177 h 1437117"/>
                <a:gd name="connsiteX4" fmla="*/ 92884 w 147664"/>
                <a:gd name="connsiteY4" fmla="*/ 1436940 h 14371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664" h="1437117">
                  <a:moveTo>
                    <a:pt x="92884" y="1436940"/>
                  </a:moveTo>
                  <a:lnTo>
                    <a:pt x="147548" y="1436940"/>
                  </a:lnTo>
                  <a:lnTo>
                    <a:pt x="93735" y="-177"/>
                  </a:lnTo>
                  <a:lnTo>
                    <a:pt x="-117" y="-177"/>
                  </a:lnTo>
                  <a:lnTo>
                    <a:pt x="92884" y="1436940"/>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67" name="Freeform: Shape 166">
              <a:extLst>
                <a:ext uri="{FF2B5EF4-FFF2-40B4-BE49-F238E27FC236}">
                  <a16:creationId xmlns:a16="http://schemas.microsoft.com/office/drawing/2014/main" id="{B1444465-3F49-AF9A-78F9-0BB73D6FF3D9}"/>
                </a:ext>
              </a:extLst>
            </p:cNvPr>
            <p:cNvSpPr/>
            <p:nvPr/>
          </p:nvSpPr>
          <p:spPr>
            <a:xfrm rot="10800000" flipV="1">
              <a:off x="11633288" y="6064848"/>
              <a:ext cx="21166" cy="35656"/>
            </a:xfrm>
            <a:custGeom>
              <a:avLst/>
              <a:gdLst>
                <a:gd name="connsiteX0" fmla="*/ -117 w 40621"/>
                <a:gd name="connsiteY0" fmla="*/ -177 h 68431"/>
                <a:gd name="connsiteX1" fmla="*/ 40504 w 40621"/>
                <a:gd name="connsiteY1" fmla="*/ -177 h 68431"/>
                <a:gd name="connsiteX2" fmla="*/ 40504 w 40621"/>
                <a:gd name="connsiteY2" fmla="*/ 68254 h 68431"/>
                <a:gd name="connsiteX3" fmla="*/ -117 w 40621"/>
                <a:gd name="connsiteY3" fmla="*/ 68254 h 68431"/>
              </a:gdLst>
              <a:ahLst/>
              <a:cxnLst>
                <a:cxn ang="0">
                  <a:pos x="connsiteX0" y="connsiteY0"/>
                </a:cxn>
                <a:cxn ang="0">
                  <a:pos x="connsiteX1" y="connsiteY1"/>
                </a:cxn>
                <a:cxn ang="0">
                  <a:pos x="connsiteX2" y="connsiteY2"/>
                </a:cxn>
                <a:cxn ang="0">
                  <a:pos x="connsiteX3" y="connsiteY3"/>
                </a:cxn>
              </a:cxnLst>
              <a:rect l="l" t="t" r="r" b="b"/>
              <a:pathLst>
                <a:path w="40621" h="68431">
                  <a:moveTo>
                    <a:pt x="-117" y="-177"/>
                  </a:moveTo>
                  <a:lnTo>
                    <a:pt x="40504" y="-177"/>
                  </a:lnTo>
                  <a:lnTo>
                    <a:pt x="40504" y="68254"/>
                  </a:lnTo>
                  <a:lnTo>
                    <a:pt x="-117" y="68254"/>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68" name="Freeform: Shape 167">
              <a:extLst>
                <a:ext uri="{FF2B5EF4-FFF2-40B4-BE49-F238E27FC236}">
                  <a16:creationId xmlns:a16="http://schemas.microsoft.com/office/drawing/2014/main" id="{33A71175-DC8C-193C-9369-31E84ACB8968}"/>
                </a:ext>
              </a:extLst>
            </p:cNvPr>
            <p:cNvSpPr/>
            <p:nvPr/>
          </p:nvSpPr>
          <p:spPr>
            <a:xfrm rot="10800000" flipV="1">
              <a:off x="11581023" y="5330388"/>
              <a:ext cx="76937" cy="748810"/>
            </a:xfrm>
            <a:custGeom>
              <a:avLst/>
              <a:gdLst>
                <a:gd name="connsiteX0" fmla="*/ 54541 w 147658"/>
                <a:gd name="connsiteY0" fmla="*/ 1436940 h 1437117"/>
                <a:gd name="connsiteX1" fmla="*/ -117 w 147658"/>
                <a:gd name="connsiteY1" fmla="*/ 1436940 h 1437117"/>
                <a:gd name="connsiteX2" fmla="*/ 53696 w 147658"/>
                <a:gd name="connsiteY2" fmla="*/ -177 h 1437117"/>
                <a:gd name="connsiteX3" fmla="*/ 147542 w 147658"/>
                <a:gd name="connsiteY3" fmla="*/ -177 h 1437117"/>
                <a:gd name="connsiteX4" fmla="*/ 54541 w 147658"/>
                <a:gd name="connsiteY4" fmla="*/ 1436940 h 14371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658" h="1437117">
                  <a:moveTo>
                    <a:pt x="54541" y="1436940"/>
                  </a:moveTo>
                  <a:lnTo>
                    <a:pt x="-117" y="1436940"/>
                  </a:lnTo>
                  <a:lnTo>
                    <a:pt x="53696" y="-177"/>
                  </a:lnTo>
                  <a:lnTo>
                    <a:pt x="147542" y="-177"/>
                  </a:lnTo>
                  <a:lnTo>
                    <a:pt x="54541" y="1436940"/>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69" name="Freeform: Shape 168">
              <a:extLst>
                <a:ext uri="{FF2B5EF4-FFF2-40B4-BE49-F238E27FC236}">
                  <a16:creationId xmlns:a16="http://schemas.microsoft.com/office/drawing/2014/main" id="{5BC78D1D-6CE8-D773-D163-B15CE0BD9E03}"/>
                </a:ext>
              </a:extLst>
            </p:cNvPr>
            <p:cNvSpPr/>
            <p:nvPr/>
          </p:nvSpPr>
          <p:spPr>
            <a:xfrm rot="10800000" flipV="1">
              <a:off x="9373170" y="5307110"/>
              <a:ext cx="2515058" cy="43812"/>
            </a:xfrm>
            <a:custGeom>
              <a:avLst/>
              <a:gdLst>
                <a:gd name="connsiteX0" fmla="*/ -117 w 4826902"/>
                <a:gd name="connsiteY0" fmla="*/ -178 h 84083"/>
                <a:gd name="connsiteX1" fmla="*/ 4826786 w 4826902"/>
                <a:gd name="connsiteY1" fmla="*/ -178 h 84083"/>
                <a:gd name="connsiteX2" fmla="*/ 4826786 w 4826902"/>
                <a:gd name="connsiteY2" fmla="*/ 83906 h 84083"/>
                <a:gd name="connsiteX3" fmla="*/ -117 w 4826902"/>
                <a:gd name="connsiteY3" fmla="*/ 83906 h 84083"/>
              </a:gdLst>
              <a:ahLst/>
              <a:cxnLst>
                <a:cxn ang="0">
                  <a:pos x="connsiteX0" y="connsiteY0"/>
                </a:cxn>
                <a:cxn ang="0">
                  <a:pos x="connsiteX1" y="connsiteY1"/>
                </a:cxn>
                <a:cxn ang="0">
                  <a:pos x="connsiteX2" y="connsiteY2"/>
                </a:cxn>
                <a:cxn ang="0">
                  <a:pos x="connsiteX3" y="connsiteY3"/>
                </a:cxn>
              </a:cxnLst>
              <a:rect l="l" t="t" r="r" b="b"/>
              <a:pathLst>
                <a:path w="4826902" h="84083">
                  <a:moveTo>
                    <a:pt x="-117" y="-178"/>
                  </a:moveTo>
                  <a:lnTo>
                    <a:pt x="4826786" y="-178"/>
                  </a:lnTo>
                  <a:lnTo>
                    <a:pt x="4826786" y="83906"/>
                  </a:lnTo>
                  <a:lnTo>
                    <a:pt x="-117" y="83906"/>
                  </a:lnTo>
                  <a:close/>
                </a:path>
              </a:pathLst>
            </a:custGeom>
            <a:solidFill>
              <a:srgbClr val="D0D0D0"/>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70" name="Freeform: Shape 169">
              <a:extLst>
                <a:ext uri="{FF2B5EF4-FFF2-40B4-BE49-F238E27FC236}">
                  <a16:creationId xmlns:a16="http://schemas.microsoft.com/office/drawing/2014/main" id="{58E2199D-F93B-D82B-F61D-4CFC39B048EA}"/>
                </a:ext>
              </a:extLst>
            </p:cNvPr>
            <p:cNvSpPr/>
            <p:nvPr/>
          </p:nvSpPr>
          <p:spPr>
            <a:xfrm rot="10800000" flipV="1">
              <a:off x="9373169" y="5307097"/>
              <a:ext cx="387858" cy="43838"/>
            </a:xfrm>
            <a:custGeom>
              <a:avLst/>
              <a:gdLst>
                <a:gd name="connsiteX0" fmla="*/ -117 w 744376"/>
                <a:gd name="connsiteY0" fmla="*/ -178 h 84133"/>
                <a:gd name="connsiteX1" fmla="*/ 744259 w 744376"/>
                <a:gd name="connsiteY1" fmla="*/ -178 h 84133"/>
                <a:gd name="connsiteX2" fmla="*/ 744259 w 744376"/>
                <a:gd name="connsiteY2" fmla="*/ 83956 h 84133"/>
                <a:gd name="connsiteX3" fmla="*/ -117 w 744376"/>
                <a:gd name="connsiteY3" fmla="*/ 83956 h 84133"/>
              </a:gdLst>
              <a:ahLst/>
              <a:cxnLst>
                <a:cxn ang="0">
                  <a:pos x="connsiteX0" y="connsiteY0"/>
                </a:cxn>
                <a:cxn ang="0">
                  <a:pos x="connsiteX1" y="connsiteY1"/>
                </a:cxn>
                <a:cxn ang="0">
                  <a:pos x="connsiteX2" y="connsiteY2"/>
                </a:cxn>
                <a:cxn ang="0">
                  <a:pos x="connsiteX3" y="connsiteY3"/>
                </a:cxn>
              </a:cxnLst>
              <a:rect l="l" t="t" r="r" b="b"/>
              <a:pathLst>
                <a:path w="744376" h="84133">
                  <a:moveTo>
                    <a:pt x="-117" y="-178"/>
                  </a:moveTo>
                  <a:lnTo>
                    <a:pt x="744259" y="-178"/>
                  </a:lnTo>
                  <a:lnTo>
                    <a:pt x="744259" y="83956"/>
                  </a:lnTo>
                  <a:lnTo>
                    <a:pt x="-117" y="83956"/>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71" name="Freeform: Shape 170">
              <a:extLst>
                <a:ext uri="{FF2B5EF4-FFF2-40B4-BE49-F238E27FC236}">
                  <a16:creationId xmlns:a16="http://schemas.microsoft.com/office/drawing/2014/main" id="{B30D0880-0C00-E27F-686A-FC06A04998D6}"/>
                </a:ext>
              </a:extLst>
            </p:cNvPr>
            <p:cNvSpPr/>
            <p:nvPr/>
          </p:nvSpPr>
          <p:spPr>
            <a:xfrm rot="10800000" flipV="1">
              <a:off x="10095150" y="5908433"/>
              <a:ext cx="76759" cy="174301"/>
            </a:xfrm>
            <a:custGeom>
              <a:avLst/>
              <a:gdLst>
                <a:gd name="connsiteX0" fmla="*/ -117 w 147314"/>
                <a:gd name="connsiteY0" fmla="*/ 314458 h 334520"/>
                <a:gd name="connsiteX1" fmla="*/ 32976 w 147314"/>
                <a:gd name="connsiteY1" fmla="*/ 237722 h 334520"/>
                <a:gd name="connsiteX2" fmla="*/ 48033 w 147314"/>
                <a:gd name="connsiteY2" fmla="*/ 118062 h 334520"/>
                <a:gd name="connsiteX3" fmla="*/ 49209 w 147314"/>
                <a:gd name="connsiteY3" fmla="*/ 20443 h 334520"/>
                <a:gd name="connsiteX4" fmla="*/ 123261 w 147314"/>
                <a:gd name="connsiteY4" fmla="*/ -177 h 334520"/>
                <a:gd name="connsiteX5" fmla="*/ 130983 w 147314"/>
                <a:gd name="connsiteY5" fmla="*/ 93737 h 334520"/>
                <a:gd name="connsiteX6" fmla="*/ 147198 w 147314"/>
                <a:gd name="connsiteY6" fmla="*/ 148289 h 334520"/>
                <a:gd name="connsiteX7" fmla="*/ 90794 w 147314"/>
                <a:gd name="connsiteY7" fmla="*/ 263518 h 334520"/>
                <a:gd name="connsiteX8" fmla="*/ 34672 w 147314"/>
                <a:gd name="connsiteY8" fmla="*/ 331624 h 334520"/>
                <a:gd name="connsiteX9" fmla="*/ -117 w 147314"/>
                <a:gd name="connsiteY9" fmla="*/ 314458 h 334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7314" h="334520">
                  <a:moveTo>
                    <a:pt x="-117" y="314458"/>
                  </a:moveTo>
                  <a:cubicBezTo>
                    <a:pt x="-117" y="314458"/>
                    <a:pt x="22137" y="277711"/>
                    <a:pt x="32976" y="237722"/>
                  </a:cubicBezTo>
                  <a:cubicBezTo>
                    <a:pt x="43114" y="200305"/>
                    <a:pt x="46531" y="144959"/>
                    <a:pt x="48033" y="118062"/>
                  </a:cubicBezTo>
                  <a:cubicBezTo>
                    <a:pt x="49528" y="91159"/>
                    <a:pt x="49209" y="20443"/>
                    <a:pt x="49209" y="20443"/>
                  </a:cubicBezTo>
                  <a:lnTo>
                    <a:pt x="123261" y="-177"/>
                  </a:lnTo>
                  <a:cubicBezTo>
                    <a:pt x="123261" y="-177"/>
                    <a:pt x="119838" y="75726"/>
                    <a:pt x="130983" y="93737"/>
                  </a:cubicBezTo>
                  <a:cubicBezTo>
                    <a:pt x="142122" y="111748"/>
                    <a:pt x="147198" y="148289"/>
                    <a:pt x="147198" y="148289"/>
                  </a:cubicBezTo>
                  <a:cubicBezTo>
                    <a:pt x="147198" y="148289"/>
                    <a:pt x="116308" y="209298"/>
                    <a:pt x="90794" y="263518"/>
                  </a:cubicBezTo>
                  <a:cubicBezTo>
                    <a:pt x="65286" y="317731"/>
                    <a:pt x="44272" y="343120"/>
                    <a:pt x="34672" y="331624"/>
                  </a:cubicBezTo>
                  <a:cubicBezTo>
                    <a:pt x="25065" y="320135"/>
                    <a:pt x="-117" y="314458"/>
                    <a:pt x="-117" y="314458"/>
                  </a:cubicBez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72" name="Freeform: Shape 171">
              <a:extLst>
                <a:ext uri="{FF2B5EF4-FFF2-40B4-BE49-F238E27FC236}">
                  <a16:creationId xmlns:a16="http://schemas.microsoft.com/office/drawing/2014/main" id="{063F1AA9-4534-734D-7ECF-C0199674BF39}"/>
                </a:ext>
              </a:extLst>
            </p:cNvPr>
            <p:cNvSpPr/>
            <p:nvPr/>
          </p:nvSpPr>
          <p:spPr>
            <a:xfrm rot="10800000" flipV="1">
              <a:off x="10085726" y="5968464"/>
              <a:ext cx="104863" cy="134828"/>
            </a:xfrm>
            <a:custGeom>
              <a:avLst/>
              <a:gdLst>
                <a:gd name="connsiteX0" fmla="*/ 190235 w 201254"/>
                <a:gd name="connsiteY0" fmla="*/ 14453 h 258763"/>
                <a:gd name="connsiteX1" fmla="*/ 163063 w 201254"/>
                <a:gd name="connsiteY1" fmla="*/ 9072 h 258763"/>
                <a:gd name="connsiteX2" fmla="*/ 124313 w 201254"/>
                <a:gd name="connsiteY2" fmla="*/ 102535 h 258763"/>
                <a:gd name="connsiteX3" fmla="*/ 69111 w 201254"/>
                <a:gd name="connsiteY3" fmla="*/ 198953 h 258763"/>
                <a:gd name="connsiteX4" fmla="*/ 46006 w 201254"/>
                <a:gd name="connsiteY4" fmla="*/ 181556 h 258763"/>
                <a:gd name="connsiteX5" fmla="*/ 1937 w 201254"/>
                <a:gd name="connsiteY5" fmla="*/ 256634 h 258763"/>
                <a:gd name="connsiteX6" fmla="*/ 115214 w 201254"/>
                <a:gd name="connsiteY6" fmla="*/ 232477 h 258763"/>
                <a:gd name="connsiteX7" fmla="*/ 146029 w 201254"/>
                <a:gd name="connsiteY7" fmla="*/ 122605 h 258763"/>
                <a:gd name="connsiteX8" fmla="*/ 162331 w 201254"/>
                <a:gd name="connsiteY8" fmla="*/ 147243 h 258763"/>
                <a:gd name="connsiteX9" fmla="*/ 163495 w 201254"/>
                <a:gd name="connsiteY9" fmla="*/ 223929 h 258763"/>
                <a:gd name="connsiteX10" fmla="*/ 181618 w 201254"/>
                <a:gd name="connsiteY10" fmla="*/ 222521 h 258763"/>
                <a:gd name="connsiteX11" fmla="*/ 183239 w 201254"/>
                <a:gd name="connsiteY11" fmla="*/ 132186 h 258763"/>
                <a:gd name="connsiteX12" fmla="*/ 201099 w 201254"/>
                <a:gd name="connsiteY12" fmla="*/ 78016 h 258763"/>
                <a:gd name="connsiteX13" fmla="*/ 190235 w 201254"/>
                <a:gd name="connsiteY13" fmla="*/ 14453 h 258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1254" h="258763">
                  <a:moveTo>
                    <a:pt x="190235" y="14453"/>
                  </a:moveTo>
                  <a:cubicBezTo>
                    <a:pt x="190235" y="14453"/>
                    <a:pt x="179109" y="-14515"/>
                    <a:pt x="163063" y="9072"/>
                  </a:cubicBezTo>
                  <a:cubicBezTo>
                    <a:pt x="159220" y="14723"/>
                    <a:pt x="124313" y="102535"/>
                    <a:pt x="124313" y="102535"/>
                  </a:cubicBezTo>
                  <a:cubicBezTo>
                    <a:pt x="124313" y="102535"/>
                    <a:pt x="88867" y="189741"/>
                    <a:pt x="69111" y="198953"/>
                  </a:cubicBezTo>
                  <a:cubicBezTo>
                    <a:pt x="49348" y="208165"/>
                    <a:pt x="46006" y="181556"/>
                    <a:pt x="46006" y="181556"/>
                  </a:cubicBezTo>
                  <a:cubicBezTo>
                    <a:pt x="46006" y="181556"/>
                    <a:pt x="-11574" y="247447"/>
                    <a:pt x="1937" y="256634"/>
                  </a:cubicBezTo>
                  <a:cubicBezTo>
                    <a:pt x="15442" y="265820"/>
                    <a:pt x="100445" y="240025"/>
                    <a:pt x="115214" y="232477"/>
                  </a:cubicBezTo>
                  <a:cubicBezTo>
                    <a:pt x="129983" y="224930"/>
                    <a:pt x="146029" y="122605"/>
                    <a:pt x="146029" y="122605"/>
                  </a:cubicBezTo>
                  <a:cubicBezTo>
                    <a:pt x="146029" y="122605"/>
                    <a:pt x="160265" y="133012"/>
                    <a:pt x="162331" y="147243"/>
                  </a:cubicBezTo>
                  <a:cubicBezTo>
                    <a:pt x="164402" y="161480"/>
                    <a:pt x="163495" y="223929"/>
                    <a:pt x="163495" y="223929"/>
                  </a:cubicBezTo>
                  <a:lnTo>
                    <a:pt x="181618" y="222521"/>
                  </a:lnTo>
                  <a:cubicBezTo>
                    <a:pt x="181618" y="222521"/>
                    <a:pt x="179059" y="140190"/>
                    <a:pt x="183239" y="132186"/>
                  </a:cubicBezTo>
                  <a:cubicBezTo>
                    <a:pt x="187413" y="124188"/>
                    <a:pt x="200304" y="92473"/>
                    <a:pt x="201099" y="78016"/>
                  </a:cubicBezTo>
                  <a:cubicBezTo>
                    <a:pt x="201894" y="63560"/>
                    <a:pt x="190235" y="14453"/>
                    <a:pt x="190235" y="14453"/>
                  </a:cubicBezTo>
                  <a:close/>
                </a:path>
              </a:pathLst>
            </a:custGeom>
            <a:solidFill>
              <a:srgbClr val="6D3D4C"/>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73" name="Freeform: Shape 172">
              <a:extLst>
                <a:ext uri="{FF2B5EF4-FFF2-40B4-BE49-F238E27FC236}">
                  <a16:creationId xmlns:a16="http://schemas.microsoft.com/office/drawing/2014/main" id="{518F92BE-F778-CF9C-EF41-BB2455356692}"/>
                </a:ext>
              </a:extLst>
            </p:cNvPr>
            <p:cNvSpPr/>
            <p:nvPr/>
          </p:nvSpPr>
          <p:spPr>
            <a:xfrm rot="10800000" flipV="1">
              <a:off x="10099901" y="5577971"/>
              <a:ext cx="114452" cy="367115"/>
            </a:xfrm>
            <a:custGeom>
              <a:avLst/>
              <a:gdLst>
                <a:gd name="connsiteX0" fmla="*/ 126083 w 219657"/>
                <a:gd name="connsiteY0" fmla="*/ 704391 h 704568"/>
                <a:gd name="connsiteX1" fmla="*/ -117 w 219657"/>
                <a:gd name="connsiteY1" fmla="*/ 6193 h 704568"/>
                <a:gd name="connsiteX2" fmla="*/ 142911 w 219657"/>
                <a:gd name="connsiteY2" fmla="*/ -177 h 704568"/>
                <a:gd name="connsiteX3" fmla="*/ 202700 w 219657"/>
                <a:gd name="connsiteY3" fmla="*/ 153039 h 704568"/>
                <a:gd name="connsiteX4" fmla="*/ 219541 w 219657"/>
                <a:gd name="connsiteY4" fmla="*/ 696306 h 704568"/>
                <a:gd name="connsiteX5" fmla="*/ 126083 w 219657"/>
                <a:gd name="connsiteY5" fmla="*/ 704391 h 7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57" h="704568">
                  <a:moveTo>
                    <a:pt x="126083" y="704391"/>
                  </a:moveTo>
                  <a:cubicBezTo>
                    <a:pt x="82520" y="467656"/>
                    <a:pt x="1473" y="26576"/>
                    <a:pt x="-117" y="6193"/>
                  </a:cubicBezTo>
                  <a:lnTo>
                    <a:pt x="142911" y="-177"/>
                  </a:lnTo>
                  <a:cubicBezTo>
                    <a:pt x="142911" y="-177"/>
                    <a:pt x="195716" y="124877"/>
                    <a:pt x="202700" y="153039"/>
                  </a:cubicBezTo>
                  <a:cubicBezTo>
                    <a:pt x="207444" y="172194"/>
                    <a:pt x="215392" y="502106"/>
                    <a:pt x="219541" y="696306"/>
                  </a:cubicBezTo>
                  <a:lnTo>
                    <a:pt x="126083" y="704391"/>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74" name="Freeform: Shape 173">
              <a:extLst>
                <a:ext uri="{FF2B5EF4-FFF2-40B4-BE49-F238E27FC236}">
                  <a16:creationId xmlns:a16="http://schemas.microsoft.com/office/drawing/2014/main" id="{75795EB1-2706-1739-7057-DF18AD514DD7}"/>
                </a:ext>
              </a:extLst>
            </p:cNvPr>
            <p:cNvSpPr/>
            <p:nvPr/>
          </p:nvSpPr>
          <p:spPr>
            <a:xfrm rot="10800000" flipV="1">
              <a:off x="10161701" y="4395548"/>
              <a:ext cx="143677" cy="225463"/>
            </a:xfrm>
            <a:custGeom>
              <a:avLst/>
              <a:gdLst>
                <a:gd name="connsiteX0" fmla="*/ 143959 w 275746"/>
                <a:gd name="connsiteY0" fmla="*/ -32 h 432709"/>
                <a:gd name="connsiteX1" fmla="*/ 1106 w 275746"/>
                <a:gd name="connsiteY1" fmla="*/ 148728 h 432709"/>
                <a:gd name="connsiteX2" fmla="*/ 1062 w 275746"/>
                <a:gd name="connsiteY2" fmla="*/ 156626 h 432709"/>
                <a:gd name="connsiteX3" fmla="*/ 4035 w 275746"/>
                <a:gd name="connsiteY3" fmla="*/ 227210 h 432709"/>
                <a:gd name="connsiteX4" fmla="*/ 112862 w 275746"/>
                <a:gd name="connsiteY4" fmla="*/ 432474 h 432709"/>
                <a:gd name="connsiteX5" fmla="*/ 251685 w 275746"/>
                <a:gd name="connsiteY5" fmla="*/ 292119 h 432709"/>
                <a:gd name="connsiteX6" fmla="*/ 261741 w 275746"/>
                <a:gd name="connsiteY6" fmla="*/ 226146 h 432709"/>
                <a:gd name="connsiteX7" fmla="*/ 259751 w 275746"/>
                <a:gd name="connsiteY7" fmla="*/ 225596 h 432709"/>
                <a:gd name="connsiteX8" fmla="*/ 275428 w 275746"/>
                <a:gd name="connsiteY8" fmla="*/ 161870 h 432709"/>
                <a:gd name="connsiteX9" fmla="*/ 143959 w 275746"/>
                <a:gd name="connsiteY9" fmla="*/ -32 h 432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5746" h="432709">
                  <a:moveTo>
                    <a:pt x="143959" y="-32"/>
                  </a:moveTo>
                  <a:cubicBezTo>
                    <a:pt x="67247" y="-3712"/>
                    <a:pt x="5211" y="62986"/>
                    <a:pt x="1106" y="148728"/>
                  </a:cubicBezTo>
                  <a:cubicBezTo>
                    <a:pt x="981" y="151388"/>
                    <a:pt x="1081" y="153991"/>
                    <a:pt x="1062" y="156626"/>
                  </a:cubicBezTo>
                  <a:cubicBezTo>
                    <a:pt x="-102" y="162552"/>
                    <a:pt x="-1854" y="180512"/>
                    <a:pt x="4035" y="227210"/>
                  </a:cubicBezTo>
                  <a:cubicBezTo>
                    <a:pt x="17377" y="333090"/>
                    <a:pt x="66922" y="430277"/>
                    <a:pt x="112862" y="432474"/>
                  </a:cubicBezTo>
                  <a:cubicBezTo>
                    <a:pt x="155517" y="434520"/>
                    <a:pt x="222578" y="382541"/>
                    <a:pt x="251685" y="292119"/>
                  </a:cubicBezTo>
                  <a:cubicBezTo>
                    <a:pt x="259739" y="267099"/>
                    <a:pt x="261741" y="226146"/>
                    <a:pt x="261741" y="226146"/>
                  </a:cubicBezTo>
                  <a:lnTo>
                    <a:pt x="259751" y="225596"/>
                  </a:lnTo>
                  <a:cubicBezTo>
                    <a:pt x="268700" y="206358"/>
                    <a:pt x="274326" y="184843"/>
                    <a:pt x="275428" y="161870"/>
                  </a:cubicBezTo>
                  <a:cubicBezTo>
                    <a:pt x="279533" y="76128"/>
                    <a:pt x="220676" y="3641"/>
                    <a:pt x="143959" y="-32"/>
                  </a:cubicBez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75" name="Freeform: Shape 174">
              <a:extLst>
                <a:ext uri="{FF2B5EF4-FFF2-40B4-BE49-F238E27FC236}">
                  <a16:creationId xmlns:a16="http://schemas.microsoft.com/office/drawing/2014/main" id="{C715DB88-C676-FD9E-5F1F-2C9B49B533F3}"/>
                </a:ext>
              </a:extLst>
            </p:cNvPr>
            <p:cNvSpPr/>
            <p:nvPr/>
          </p:nvSpPr>
          <p:spPr>
            <a:xfrm rot="10800000" flipV="1">
              <a:off x="10497178" y="4360712"/>
              <a:ext cx="85499" cy="179279"/>
            </a:xfrm>
            <a:custGeom>
              <a:avLst/>
              <a:gdLst>
                <a:gd name="connsiteX0" fmla="*/ 50308 w 164090"/>
                <a:gd name="connsiteY0" fmla="*/ 255583 h 344073"/>
                <a:gd name="connsiteX1" fmla="*/ 14607 w 164090"/>
                <a:gd name="connsiteY1" fmla="*/ 194291 h 344073"/>
                <a:gd name="connsiteX2" fmla="*/ 4681 w 164090"/>
                <a:gd name="connsiteY2" fmla="*/ 112380 h 344073"/>
                <a:gd name="connsiteX3" fmla="*/ 39051 w 164090"/>
                <a:gd name="connsiteY3" fmla="*/ 157657 h 344073"/>
                <a:gd name="connsiteX4" fmla="*/ 31140 w 164090"/>
                <a:gd name="connsiteY4" fmla="*/ 30474 h 344073"/>
                <a:gd name="connsiteX5" fmla="*/ 60416 w 164090"/>
                <a:gd name="connsiteY5" fmla="*/ 113537 h 344073"/>
                <a:gd name="connsiteX6" fmla="*/ 59765 w 164090"/>
                <a:gd name="connsiteY6" fmla="*/ -153 h 344073"/>
                <a:gd name="connsiteX7" fmla="*/ 92576 w 164090"/>
                <a:gd name="connsiteY7" fmla="*/ 125403 h 344073"/>
                <a:gd name="connsiteX8" fmla="*/ 94941 w 164090"/>
                <a:gd name="connsiteY8" fmla="*/ 37070 h 344073"/>
                <a:gd name="connsiteX9" fmla="*/ 119967 w 164090"/>
                <a:gd name="connsiteY9" fmla="*/ 159121 h 344073"/>
                <a:gd name="connsiteX10" fmla="*/ 123484 w 164090"/>
                <a:gd name="connsiteY10" fmla="*/ 83198 h 344073"/>
                <a:gd name="connsiteX11" fmla="*/ 137590 w 164090"/>
                <a:gd name="connsiteY11" fmla="*/ 207502 h 344073"/>
                <a:gd name="connsiteX12" fmla="*/ 163974 w 164090"/>
                <a:gd name="connsiteY12" fmla="*/ 309364 h 344073"/>
                <a:gd name="connsiteX13" fmla="*/ 148541 w 164090"/>
                <a:gd name="connsiteY13" fmla="*/ 343896 h 344073"/>
                <a:gd name="connsiteX14" fmla="*/ 50308 w 164090"/>
                <a:gd name="connsiteY14" fmla="*/ 255583 h 34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4090" h="344073">
                  <a:moveTo>
                    <a:pt x="50308" y="255583"/>
                  </a:moveTo>
                  <a:cubicBezTo>
                    <a:pt x="35872" y="234818"/>
                    <a:pt x="14607" y="194291"/>
                    <a:pt x="14607" y="194291"/>
                  </a:cubicBezTo>
                  <a:cubicBezTo>
                    <a:pt x="14607" y="194291"/>
                    <a:pt x="-10307" y="118531"/>
                    <a:pt x="4681" y="112380"/>
                  </a:cubicBezTo>
                  <a:cubicBezTo>
                    <a:pt x="19663" y="106234"/>
                    <a:pt x="30546" y="162863"/>
                    <a:pt x="39051" y="157657"/>
                  </a:cubicBezTo>
                  <a:cubicBezTo>
                    <a:pt x="47555" y="152456"/>
                    <a:pt x="13743" y="33660"/>
                    <a:pt x="31140" y="30474"/>
                  </a:cubicBezTo>
                  <a:cubicBezTo>
                    <a:pt x="46591" y="27639"/>
                    <a:pt x="49157" y="127086"/>
                    <a:pt x="60416" y="113537"/>
                  </a:cubicBezTo>
                  <a:cubicBezTo>
                    <a:pt x="71680" y="99995"/>
                    <a:pt x="44770" y="1368"/>
                    <a:pt x="59765" y="-153"/>
                  </a:cubicBezTo>
                  <a:cubicBezTo>
                    <a:pt x="80604" y="-2262"/>
                    <a:pt x="82769" y="130791"/>
                    <a:pt x="92576" y="125403"/>
                  </a:cubicBezTo>
                  <a:cubicBezTo>
                    <a:pt x="102376" y="120002"/>
                    <a:pt x="79183" y="28778"/>
                    <a:pt x="94941" y="37070"/>
                  </a:cubicBezTo>
                  <a:cubicBezTo>
                    <a:pt x="110705" y="45362"/>
                    <a:pt x="113140" y="166731"/>
                    <a:pt x="119967" y="159121"/>
                  </a:cubicBezTo>
                  <a:cubicBezTo>
                    <a:pt x="126801" y="151518"/>
                    <a:pt x="111606" y="74337"/>
                    <a:pt x="123484" y="83198"/>
                  </a:cubicBezTo>
                  <a:cubicBezTo>
                    <a:pt x="135356" y="92060"/>
                    <a:pt x="137740" y="190029"/>
                    <a:pt x="137590" y="207502"/>
                  </a:cubicBezTo>
                  <a:cubicBezTo>
                    <a:pt x="137120" y="261152"/>
                    <a:pt x="163974" y="309364"/>
                    <a:pt x="163974" y="309364"/>
                  </a:cubicBezTo>
                  <a:lnTo>
                    <a:pt x="148541" y="343896"/>
                  </a:lnTo>
                  <a:cubicBezTo>
                    <a:pt x="148541" y="343896"/>
                    <a:pt x="64758" y="276353"/>
                    <a:pt x="50308" y="255583"/>
                  </a:cubicBez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76" name="Freeform: Shape 175">
              <a:extLst>
                <a:ext uri="{FF2B5EF4-FFF2-40B4-BE49-F238E27FC236}">
                  <a16:creationId xmlns:a16="http://schemas.microsoft.com/office/drawing/2014/main" id="{1F0F5A96-9FD7-2D83-AF12-E929AB57DB8B}"/>
                </a:ext>
              </a:extLst>
            </p:cNvPr>
            <p:cNvSpPr/>
            <p:nvPr/>
          </p:nvSpPr>
          <p:spPr>
            <a:xfrm rot="10800000" flipV="1">
              <a:off x="10053380" y="4494308"/>
              <a:ext cx="462780" cy="383090"/>
            </a:xfrm>
            <a:custGeom>
              <a:avLst/>
              <a:gdLst>
                <a:gd name="connsiteX0" fmla="*/ 823242 w 888167"/>
                <a:gd name="connsiteY0" fmla="*/ 671167 h 735227"/>
                <a:gd name="connsiteX1" fmla="*/ 888051 w 888167"/>
                <a:gd name="connsiteY1" fmla="*/ 345267 h 735227"/>
                <a:gd name="connsiteX2" fmla="*/ 454750 w 888167"/>
                <a:gd name="connsiteY2" fmla="*/ 315641 h 735227"/>
                <a:gd name="connsiteX3" fmla="*/ 18407 w 888167"/>
                <a:gd name="connsiteY3" fmla="*/ -177 h 735227"/>
                <a:gd name="connsiteX4" fmla="*/ -117 w 888167"/>
                <a:gd name="connsiteY4" fmla="*/ 77616 h 735227"/>
                <a:gd name="connsiteX5" fmla="*/ 326979 w 888167"/>
                <a:gd name="connsiteY5" fmla="*/ 398967 h 735227"/>
                <a:gd name="connsiteX6" fmla="*/ 730655 w 888167"/>
                <a:gd name="connsiteY6" fmla="*/ 637837 h 735227"/>
                <a:gd name="connsiteX7" fmla="*/ 841760 w 888167"/>
                <a:gd name="connsiteY7" fmla="*/ 715606 h 735227"/>
                <a:gd name="connsiteX8" fmla="*/ 823242 w 888167"/>
                <a:gd name="connsiteY8" fmla="*/ 671167 h 735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8167" h="735227">
                  <a:moveTo>
                    <a:pt x="823242" y="671167"/>
                  </a:moveTo>
                  <a:cubicBezTo>
                    <a:pt x="839908" y="654502"/>
                    <a:pt x="832498" y="523033"/>
                    <a:pt x="888051" y="345267"/>
                  </a:cubicBezTo>
                  <a:cubicBezTo>
                    <a:pt x="843969" y="317425"/>
                    <a:pt x="604004" y="386026"/>
                    <a:pt x="454750" y="315641"/>
                  </a:cubicBezTo>
                  <a:cubicBezTo>
                    <a:pt x="246644" y="217503"/>
                    <a:pt x="18407" y="-177"/>
                    <a:pt x="18407" y="-177"/>
                  </a:cubicBezTo>
                  <a:lnTo>
                    <a:pt x="-117" y="77616"/>
                  </a:lnTo>
                  <a:cubicBezTo>
                    <a:pt x="-117" y="77616"/>
                    <a:pt x="160327" y="272586"/>
                    <a:pt x="326979" y="398967"/>
                  </a:cubicBezTo>
                  <a:cubicBezTo>
                    <a:pt x="493637" y="525349"/>
                    <a:pt x="730655" y="560062"/>
                    <a:pt x="730655" y="637837"/>
                  </a:cubicBezTo>
                  <a:cubicBezTo>
                    <a:pt x="730655" y="793381"/>
                    <a:pt x="841760" y="715606"/>
                    <a:pt x="841760" y="715606"/>
                  </a:cubicBezTo>
                  <a:lnTo>
                    <a:pt x="823242" y="671167"/>
                  </a:lnTo>
                  <a:close/>
                </a:path>
              </a:pathLst>
            </a:custGeom>
            <a:solidFill>
              <a:srgbClr val="6D3D4C"/>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77" name="Freeform: Shape 176">
              <a:extLst>
                <a:ext uri="{FF2B5EF4-FFF2-40B4-BE49-F238E27FC236}">
                  <a16:creationId xmlns:a16="http://schemas.microsoft.com/office/drawing/2014/main" id="{A212E934-E120-70F1-FA6B-759B9BBF4852}"/>
                </a:ext>
              </a:extLst>
            </p:cNvPr>
            <p:cNvSpPr/>
            <p:nvPr/>
          </p:nvSpPr>
          <p:spPr>
            <a:xfrm rot="10800000" flipV="1">
              <a:off x="9977939" y="4664374"/>
              <a:ext cx="322762" cy="600083"/>
            </a:xfrm>
            <a:custGeom>
              <a:avLst/>
              <a:gdLst>
                <a:gd name="connsiteX0" fmla="*/ 281658 w 619446"/>
                <a:gd name="connsiteY0" fmla="*/ 5684 h 1151679"/>
                <a:gd name="connsiteX1" fmla="*/ 481947 w 619446"/>
                <a:gd name="connsiteY1" fmla="*/ 18876 h 1151679"/>
                <a:gd name="connsiteX2" fmla="*/ 468048 w 619446"/>
                <a:gd name="connsiteY2" fmla="*/ 564353 h 1151679"/>
                <a:gd name="connsiteX3" fmla="*/ 619330 w 619446"/>
                <a:gd name="connsiteY3" fmla="*/ 1068070 h 1151679"/>
                <a:gd name="connsiteX4" fmla="*/ 221988 w 619446"/>
                <a:gd name="connsiteY4" fmla="*/ 1103584 h 1151679"/>
                <a:gd name="connsiteX5" fmla="*/ 99831 w 619446"/>
                <a:gd name="connsiteY5" fmla="*/ 517230 h 1151679"/>
                <a:gd name="connsiteX6" fmla="*/ 2105 w 619446"/>
                <a:gd name="connsiteY6" fmla="*/ 402057 h 1151679"/>
                <a:gd name="connsiteX7" fmla="*/ -117 w 619446"/>
                <a:gd name="connsiteY7" fmla="*/ 138005 h 1151679"/>
                <a:gd name="connsiteX8" fmla="*/ 152961 w 619446"/>
                <a:gd name="connsiteY8" fmla="*/ 34528 h 1151679"/>
                <a:gd name="connsiteX9" fmla="*/ 281658 w 619446"/>
                <a:gd name="connsiteY9" fmla="*/ 5684 h 1151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9446" h="1151679">
                  <a:moveTo>
                    <a:pt x="281658" y="5684"/>
                  </a:moveTo>
                  <a:cubicBezTo>
                    <a:pt x="281658" y="5684"/>
                    <a:pt x="439186" y="-14041"/>
                    <a:pt x="481947" y="18876"/>
                  </a:cubicBezTo>
                  <a:cubicBezTo>
                    <a:pt x="524708" y="51788"/>
                    <a:pt x="470263" y="410562"/>
                    <a:pt x="468048" y="564353"/>
                  </a:cubicBezTo>
                  <a:cubicBezTo>
                    <a:pt x="465826" y="718138"/>
                    <a:pt x="619330" y="1068070"/>
                    <a:pt x="619330" y="1068070"/>
                  </a:cubicBezTo>
                  <a:cubicBezTo>
                    <a:pt x="619330" y="1068070"/>
                    <a:pt x="483749" y="1229227"/>
                    <a:pt x="221988" y="1103584"/>
                  </a:cubicBezTo>
                  <a:cubicBezTo>
                    <a:pt x="215004" y="901155"/>
                    <a:pt x="99831" y="517230"/>
                    <a:pt x="99831" y="517230"/>
                  </a:cubicBezTo>
                  <a:cubicBezTo>
                    <a:pt x="99831" y="517230"/>
                    <a:pt x="3150" y="429016"/>
                    <a:pt x="2105" y="402057"/>
                  </a:cubicBezTo>
                  <a:cubicBezTo>
                    <a:pt x="747" y="366962"/>
                    <a:pt x="-117" y="138005"/>
                    <a:pt x="-117" y="138005"/>
                  </a:cubicBezTo>
                  <a:lnTo>
                    <a:pt x="152961" y="34528"/>
                  </a:lnTo>
                  <a:lnTo>
                    <a:pt x="281658" y="5684"/>
                  </a:lnTo>
                  <a:close/>
                </a:path>
              </a:pathLst>
            </a:custGeom>
            <a:solidFill>
              <a:schemeClr val="accent1">
                <a:lumMod val="7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78" name="Freeform: Shape 177">
              <a:extLst>
                <a:ext uri="{FF2B5EF4-FFF2-40B4-BE49-F238E27FC236}">
                  <a16:creationId xmlns:a16="http://schemas.microsoft.com/office/drawing/2014/main" id="{638C518B-A924-91CD-24A0-2B387E7F24B6}"/>
                </a:ext>
              </a:extLst>
            </p:cNvPr>
            <p:cNvSpPr/>
            <p:nvPr/>
          </p:nvSpPr>
          <p:spPr>
            <a:xfrm rot="10800000" flipV="1">
              <a:off x="10428994" y="5266390"/>
              <a:ext cx="120942" cy="41370"/>
            </a:xfrm>
            <a:custGeom>
              <a:avLst/>
              <a:gdLst>
                <a:gd name="connsiteX0" fmla="*/ 137501 w 232112"/>
                <a:gd name="connsiteY0" fmla="*/ 4760 h 79397"/>
                <a:gd name="connsiteX1" fmla="*/ 77054 w 232112"/>
                <a:gd name="connsiteY1" fmla="*/ 56658 h 79397"/>
                <a:gd name="connsiteX2" fmla="*/ 500 w 232112"/>
                <a:gd name="connsiteY2" fmla="*/ 75495 h 79397"/>
                <a:gd name="connsiteX3" fmla="*/ 143740 w 232112"/>
                <a:gd name="connsiteY3" fmla="*/ 75182 h 79397"/>
                <a:gd name="connsiteX4" fmla="*/ 179862 w 232112"/>
                <a:gd name="connsiteY4" fmla="*/ 53266 h 79397"/>
                <a:gd name="connsiteX5" fmla="*/ 210420 w 232112"/>
                <a:gd name="connsiteY5" fmla="*/ 76415 h 79397"/>
                <a:gd name="connsiteX6" fmla="*/ 231722 w 232112"/>
                <a:gd name="connsiteY6" fmla="*/ 74569 h 79397"/>
                <a:gd name="connsiteX7" fmla="*/ 216596 w 232112"/>
                <a:gd name="connsiteY7" fmla="*/ 20850 h 79397"/>
                <a:gd name="connsiteX8" fmla="*/ 214043 w 232112"/>
                <a:gd name="connsiteY8" fmla="*/ -177 h 79397"/>
                <a:gd name="connsiteX9" fmla="*/ 137501 w 232112"/>
                <a:gd name="connsiteY9" fmla="*/ 4760 h 79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2112" h="79397">
                  <a:moveTo>
                    <a:pt x="137501" y="4760"/>
                  </a:moveTo>
                  <a:lnTo>
                    <a:pt x="77054" y="56658"/>
                  </a:lnTo>
                  <a:cubicBezTo>
                    <a:pt x="77054" y="56658"/>
                    <a:pt x="-8149" y="66846"/>
                    <a:pt x="500" y="75495"/>
                  </a:cubicBezTo>
                  <a:cubicBezTo>
                    <a:pt x="6026" y="81021"/>
                    <a:pt x="67373" y="79963"/>
                    <a:pt x="143740" y="75182"/>
                  </a:cubicBezTo>
                  <a:cubicBezTo>
                    <a:pt x="150098" y="74781"/>
                    <a:pt x="173935" y="53467"/>
                    <a:pt x="179862" y="53266"/>
                  </a:cubicBezTo>
                  <a:cubicBezTo>
                    <a:pt x="188060" y="52985"/>
                    <a:pt x="203079" y="74788"/>
                    <a:pt x="210420" y="76415"/>
                  </a:cubicBezTo>
                  <a:cubicBezTo>
                    <a:pt x="233637" y="81559"/>
                    <a:pt x="231147" y="76872"/>
                    <a:pt x="231722" y="74569"/>
                  </a:cubicBezTo>
                  <a:cubicBezTo>
                    <a:pt x="234194" y="64687"/>
                    <a:pt x="219150" y="41877"/>
                    <a:pt x="216596" y="20850"/>
                  </a:cubicBezTo>
                  <a:lnTo>
                    <a:pt x="214043" y="-177"/>
                  </a:lnTo>
                  <a:lnTo>
                    <a:pt x="137501" y="4760"/>
                  </a:ln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79" name="Freeform: Shape 178">
              <a:extLst>
                <a:ext uri="{FF2B5EF4-FFF2-40B4-BE49-F238E27FC236}">
                  <a16:creationId xmlns:a16="http://schemas.microsoft.com/office/drawing/2014/main" id="{D38FFE57-982A-BD83-A2E9-14ACCF388D1F}"/>
                </a:ext>
              </a:extLst>
            </p:cNvPr>
            <p:cNvSpPr/>
            <p:nvPr/>
          </p:nvSpPr>
          <p:spPr>
            <a:xfrm rot="10800000" flipV="1">
              <a:off x="10260201" y="4736373"/>
              <a:ext cx="218029" cy="532589"/>
            </a:xfrm>
            <a:custGeom>
              <a:avLst/>
              <a:gdLst>
                <a:gd name="connsiteX0" fmla="*/ 219748 w 418442"/>
                <a:gd name="connsiteY0" fmla="*/ 503370 h 1022145"/>
                <a:gd name="connsiteX1" fmla="*/ -117 w 418442"/>
                <a:gd name="connsiteY1" fmla="*/ 1021969 h 1022145"/>
                <a:gd name="connsiteX2" fmla="*/ 76425 w 418442"/>
                <a:gd name="connsiteY2" fmla="*/ 1017031 h 1022145"/>
                <a:gd name="connsiteX3" fmla="*/ 298780 w 418442"/>
                <a:gd name="connsiteY3" fmla="*/ 651548 h 1022145"/>
                <a:gd name="connsiteX4" fmla="*/ 407877 w 418442"/>
                <a:gd name="connsiteY4" fmla="*/ 351031 h 1022145"/>
                <a:gd name="connsiteX5" fmla="*/ 340597 w 418442"/>
                <a:gd name="connsiteY5" fmla="*/ -177 h 1022145"/>
                <a:gd name="connsiteX6" fmla="*/ 219748 w 418442"/>
                <a:gd name="connsiteY6" fmla="*/ 503370 h 102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442" h="1022145">
                  <a:moveTo>
                    <a:pt x="219748" y="503370"/>
                  </a:moveTo>
                  <a:cubicBezTo>
                    <a:pt x="162949" y="663902"/>
                    <a:pt x="-117" y="1021969"/>
                    <a:pt x="-117" y="1021969"/>
                  </a:cubicBezTo>
                  <a:lnTo>
                    <a:pt x="76425" y="1017031"/>
                  </a:lnTo>
                  <a:cubicBezTo>
                    <a:pt x="76425" y="1017031"/>
                    <a:pt x="237495" y="772028"/>
                    <a:pt x="298780" y="651548"/>
                  </a:cubicBezTo>
                  <a:cubicBezTo>
                    <a:pt x="360066" y="531068"/>
                    <a:pt x="386418" y="439557"/>
                    <a:pt x="407877" y="351031"/>
                  </a:cubicBezTo>
                  <a:cubicBezTo>
                    <a:pt x="452322" y="167707"/>
                    <a:pt x="340597" y="-177"/>
                    <a:pt x="340597" y="-177"/>
                  </a:cubicBezTo>
                  <a:cubicBezTo>
                    <a:pt x="340597" y="-177"/>
                    <a:pt x="276552" y="342839"/>
                    <a:pt x="219748" y="503370"/>
                  </a:cubicBezTo>
                  <a:close/>
                </a:path>
              </a:pathLst>
            </a:custGeom>
            <a:solidFill>
              <a:srgbClr val="6D3D4C"/>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80" name="Freeform: Shape 179">
              <a:extLst>
                <a:ext uri="{FF2B5EF4-FFF2-40B4-BE49-F238E27FC236}">
                  <a16:creationId xmlns:a16="http://schemas.microsoft.com/office/drawing/2014/main" id="{8B8BD7BE-3121-62EF-917E-CD045FE2DFFE}"/>
                </a:ext>
              </a:extLst>
            </p:cNvPr>
            <p:cNvSpPr/>
            <p:nvPr/>
          </p:nvSpPr>
          <p:spPr>
            <a:xfrm rot="10800000" flipV="1">
              <a:off x="10061759" y="4380025"/>
              <a:ext cx="250556" cy="422379"/>
            </a:xfrm>
            <a:custGeom>
              <a:avLst/>
              <a:gdLst>
                <a:gd name="connsiteX0" fmla="*/ 101642 w 480866"/>
                <a:gd name="connsiteY0" fmla="*/ 2224 h 810631"/>
                <a:gd name="connsiteX1" fmla="*/ 365970 w 480866"/>
                <a:gd name="connsiteY1" fmla="*/ 112998 h 810631"/>
                <a:gd name="connsiteX2" fmla="*/ 393480 w 480866"/>
                <a:gd name="connsiteY2" fmla="*/ 316923 h 810631"/>
                <a:gd name="connsiteX3" fmla="*/ 469390 w 480866"/>
                <a:gd name="connsiteY3" fmla="*/ 424248 h 810631"/>
                <a:gd name="connsiteX4" fmla="*/ 445835 w 480866"/>
                <a:gd name="connsiteY4" fmla="*/ 536806 h 810631"/>
                <a:gd name="connsiteX5" fmla="*/ 477244 w 480866"/>
                <a:gd name="connsiteY5" fmla="*/ 638899 h 810631"/>
                <a:gd name="connsiteX6" fmla="*/ 437981 w 480866"/>
                <a:gd name="connsiteY6" fmla="*/ 727895 h 810631"/>
                <a:gd name="connsiteX7" fmla="*/ 372541 w 480866"/>
                <a:gd name="connsiteY7" fmla="*/ 806427 h 810631"/>
                <a:gd name="connsiteX8" fmla="*/ 212860 w 480866"/>
                <a:gd name="connsiteY8" fmla="*/ 764542 h 810631"/>
                <a:gd name="connsiteX9" fmla="*/ 170981 w 480866"/>
                <a:gd name="connsiteY9" fmla="*/ 675546 h 810631"/>
                <a:gd name="connsiteX10" fmla="*/ 68894 w 480866"/>
                <a:gd name="connsiteY10" fmla="*/ 641515 h 810631"/>
                <a:gd name="connsiteX11" fmla="*/ 63656 w 480866"/>
                <a:gd name="connsiteY11" fmla="*/ 552513 h 810631"/>
                <a:gd name="connsiteX12" fmla="*/ 115566 w 480866"/>
                <a:gd name="connsiteY12" fmla="*/ 417264 h 810631"/>
                <a:gd name="connsiteX13" fmla="*/ 72348 w 480866"/>
                <a:gd name="connsiteY13" fmla="*/ 294625 h 810631"/>
                <a:gd name="connsiteX14" fmla="*/ 3028 w 480866"/>
                <a:gd name="connsiteY14" fmla="*/ 156147 h 810631"/>
                <a:gd name="connsiteX15" fmla="*/ 101642 w 480866"/>
                <a:gd name="connsiteY15" fmla="*/ 2224 h 810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0866" h="810631">
                  <a:moveTo>
                    <a:pt x="101642" y="2224"/>
                  </a:moveTo>
                  <a:cubicBezTo>
                    <a:pt x="245552" y="-12557"/>
                    <a:pt x="323315" y="42920"/>
                    <a:pt x="365970" y="112998"/>
                  </a:cubicBezTo>
                  <a:cubicBezTo>
                    <a:pt x="386584" y="146866"/>
                    <a:pt x="376208" y="232270"/>
                    <a:pt x="393480" y="316923"/>
                  </a:cubicBezTo>
                  <a:cubicBezTo>
                    <a:pt x="399763" y="347725"/>
                    <a:pt x="461824" y="393621"/>
                    <a:pt x="469390" y="424248"/>
                  </a:cubicBezTo>
                  <a:cubicBezTo>
                    <a:pt x="478877" y="462654"/>
                    <a:pt x="444834" y="506191"/>
                    <a:pt x="445835" y="536806"/>
                  </a:cubicBezTo>
                  <a:cubicBezTo>
                    <a:pt x="447831" y="598015"/>
                    <a:pt x="476287" y="631771"/>
                    <a:pt x="477244" y="638899"/>
                  </a:cubicBezTo>
                  <a:cubicBezTo>
                    <a:pt x="480404" y="662348"/>
                    <a:pt x="493077" y="693995"/>
                    <a:pt x="437981" y="727895"/>
                  </a:cubicBezTo>
                  <a:cubicBezTo>
                    <a:pt x="419613" y="739197"/>
                    <a:pt x="409619" y="799806"/>
                    <a:pt x="372541" y="806427"/>
                  </a:cubicBezTo>
                  <a:cubicBezTo>
                    <a:pt x="299246" y="819513"/>
                    <a:pt x="237292" y="799443"/>
                    <a:pt x="212860" y="764542"/>
                  </a:cubicBezTo>
                  <a:cubicBezTo>
                    <a:pt x="192766" y="735837"/>
                    <a:pt x="195413" y="696004"/>
                    <a:pt x="170981" y="675546"/>
                  </a:cubicBezTo>
                  <a:cubicBezTo>
                    <a:pt x="135692" y="645990"/>
                    <a:pt x="67636" y="650696"/>
                    <a:pt x="68894" y="641515"/>
                  </a:cubicBezTo>
                  <a:cubicBezTo>
                    <a:pt x="70252" y="631559"/>
                    <a:pt x="48718" y="609612"/>
                    <a:pt x="63656" y="552513"/>
                  </a:cubicBezTo>
                  <a:cubicBezTo>
                    <a:pt x="72273" y="519583"/>
                    <a:pt x="131049" y="469613"/>
                    <a:pt x="115566" y="417264"/>
                  </a:cubicBezTo>
                  <a:cubicBezTo>
                    <a:pt x="102180" y="372012"/>
                    <a:pt x="89138" y="319532"/>
                    <a:pt x="72348" y="294625"/>
                  </a:cubicBezTo>
                  <a:cubicBezTo>
                    <a:pt x="28642" y="229773"/>
                    <a:pt x="16845" y="237721"/>
                    <a:pt x="3028" y="156147"/>
                  </a:cubicBezTo>
                  <a:cubicBezTo>
                    <a:pt x="-1904" y="127053"/>
                    <a:pt x="-15440" y="14258"/>
                    <a:pt x="101642" y="2224"/>
                  </a:cubicBez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81" name="Freeform: Shape 180">
              <a:extLst>
                <a:ext uri="{FF2B5EF4-FFF2-40B4-BE49-F238E27FC236}">
                  <a16:creationId xmlns:a16="http://schemas.microsoft.com/office/drawing/2014/main" id="{99B153CB-FC15-3F98-28C7-53F281EDD322}"/>
                </a:ext>
              </a:extLst>
            </p:cNvPr>
            <p:cNvSpPr/>
            <p:nvPr/>
          </p:nvSpPr>
          <p:spPr>
            <a:xfrm rot="10800000" flipV="1">
              <a:off x="10399760" y="5908491"/>
              <a:ext cx="96101" cy="179388"/>
            </a:xfrm>
            <a:custGeom>
              <a:avLst/>
              <a:gdLst>
                <a:gd name="connsiteX0" fmla="*/ 5747 w 184437"/>
                <a:gd name="connsiteY0" fmla="*/ 305109 h 344281"/>
                <a:gd name="connsiteX1" fmla="*/ 34622 w 184437"/>
                <a:gd name="connsiteY1" fmla="*/ 244869 h 344281"/>
                <a:gd name="connsiteX2" fmla="*/ 72051 w 184437"/>
                <a:gd name="connsiteY2" fmla="*/ 109057 h 344281"/>
                <a:gd name="connsiteX3" fmla="*/ 98466 w 184437"/>
                <a:gd name="connsiteY3" fmla="*/ 3189 h 344281"/>
                <a:gd name="connsiteX4" fmla="*/ 184320 w 184437"/>
                <a:gd name="connsiteY4" fmla="*/ -177 h 344281"/>
                <a:gd name="connsiteX5" fmla="*/ 165434 w 184437"/>
                <a:gd name="connsiteY5" fmla="*/ 77723 h 344281"/>
                <a:gd name="connsiteX6" fmla="*/ 172593 w 184437"/>
                <a:gd name="connsiteY6" fmla="*/ 156424 h 344281"/>
                <a:gd name="connsiteX7" fmla="*/ 87020 w 184437"/>
                <a:gd name="connsiteY7" fmla="*/ 289783 h 344281"/>
                <a:gd name="connsiteX8" fmla="*/ 2543 w 184437"/>
                <a:gd name="connsiteY8" fmla="*/ 337907 h 344281"/>
                <a:gd name="connsiteX9" fmla="*/ 5747 w 184437"/>
                <a:gd name="connsiteY9" fmla="*/ 305109 h 344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4437" h="344281">
                  <a:moveTo>
                    <a:pt x="5747" y="305109"/>
                  </a:moveTo>
                  <a:cubicBezTo>
                    <a:pt x="5747" y="305109"/>
                    <a:pt x="22863" y="286573"/>
                    <a:pt x="34622" y="244869"/>
                  </a:cubicBezTo>
                  <a:cubicBezTo>
                    <a:pt x="46387" y="203159"/>
                    <a:pt x="63497" y="137931"/>
                    <a:pt x="72051" y="109057"/>
                  </a:cubicBezTo>
                  <a:cubicBezTo>
                    <a:pt x="80606" y="80188"/>
                    <a:pt x="98466" y="3189"/>
                    <a:pt x="98466" y="3189"/>
                  </a:cubicBezTo>
                  <a:lnTo>
                    <a:pt x="184320" y="-177"/>
                  </a:lnTo>
                  <a:cubicBezTo>
                    <a:pt x="184320" y="-177"/>
                    <a:pt x="157956" y="55269"/>
                    <a:pt x="165434" y="77723"/>
                  </a:cubicBezTo>
                  <a:cubicBezTo>
                    <a:pt x="172925" y="100183"/>
                    <a:pt x="172593" y="156424"/>
                    <a:pt x="172593" y="156424"/>
                  </a:cubicBezTo>
                  <a:cubicBezTo>
                    <a:pt x="172593" y="156424"/>
                    <a:pt x="128730" y="237384"/>
                    <a:pt x="87020" y="289783"/>
                  </a:cubicBezTo>
                  <a:cubicBezTo>
                    <a:pt x="45317" y="342181"/>
                    <a:pt x="10028" y="352877"/>
                    <a:pt x="2543" y="337907"/>
                  </a:cubicBezTo>
                  <a:cubicBezTo>
                    <a:pt x="-4942" y="322932"/>
                    <a:pt x="5747" y="305109"/>
                    <a:pt x="5747" y="305109"/>
                  </a:cubicBezTo>
                  <a:close/>
                </a:path>
              </a:pathLst>
            </a:custGeom>
            <a:solidFill>
              <a:srgbClr val="E6E6E6"/>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82" name="Freeform: Shape 181">
              <a:extLst>
                <a:ext uri="{FF2B5EF4-FFF2-40B4-BE49-F238E27FC236}">
                  <a16:creationId xmlns:a16="http://schemas.microsoft.com/office/drawing/2014/main" id="{E8BF5123-663B-D4BB-0EB3-A8575CBE2BD0}"/>
                </a:ext>
              </a:extLst>
            </p:cNvPr>
            <p:cNvSpPr/>
            <p:nvPr/>
          </p:nvSpPr>
          <p:spPr>
            <a:xfrm rot="10800000" flipV="1">
              <a:off x="10397905" y="5967873"/>
              <a:ext cx="124873" cy="143004"/>
            </a:xfrm>
            <a:custGeom>
              <a:avLst/>
              <a:gdLst>
                <a:gd name="connsiteX0" fmla="*/ 232600 w 239656"/>
                <a:gd name="connsiteY0" fmla="*/ 17420 h 274453"/>
                <a:gd name="connsiteX1" fmla="*/ 202787 w 239656"/>
                <a:gd name="connsiteY1" fmla="*/ 9072 h 274453"/>
                <a:gd name="connsiteX2" fmla="*/ 151515 w 239656"/>
                <a:gd name="connsiteY2" fmla="*/ 109870 h 274453"/>
                <a:gd name="connsiteX3" fmla="*/ 81650 w 239656"/>
                <a:gd name="connsiteY3" fmla="*/ 212533 h 274453"/>
                <a:gd name="connsiteX4" fmla="*/ 57406 w 239656"/>
                <a:gd name="connsiteY4" fmla="*/ 191144 h 274453"/>
                <a:gd name="connsiteX5" fmla="*/ 1803 w 239656"/>
                <a:gd name="connsiteY5" fmla="*/ 270990 h 274453"/>
                <a:gd name="connsiteX6" fmla="*/ 130125 w 239656"/>
                <a:gd name="connsiteY6" fmla="*/ 253880 h 274453"/>
                <a:gd name="connsiteX7" fmla="*/ 173968 w 239656"/>
                <a:gd name="connsiteY7" fmla="*/ 134114 h 274453"/>
                <a:gd name="connsiteX8" fmla="*/ 190014 w 239656"/>
                <a:gd name="connsiteY8" fmla="*/ 162982 h 274453"/>
                <a:gd name="connsiteX9" fmla="*/ 184664 w 239656"/>
                <a:gd name="connsiteY9" fmla="*/ 248536 h 274453"/>
                <a:gd name="connsiteX10" fmla="*/ 204984 w 239656"/>
                <a:gd name="connsiteY10" fmla="*/ 248536 h 274453"/>
                <a:gd name="connsiteX11" fmla="*/ 214608 w 239656"/>
                <a:gd name="connsiteY11" fmla="*/ 148013 h 274453"/>
                <a:gd name="connsiteX12" fmla="*/ 239202 w 239656"/>
                <a:gd name="connsiteY12" fmla="*/ 89194 h 274453"/>
                <a:gd name="connsiteX13" fmla="*/ 232600 w 239656"/>
                <a:gd name="connsiteY13" fmla="*/ 17420 h 27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9656" h="274453">
                  <a:moveTo>
                    <a:pt x="232600" y="17420"/>
                  </a:moveTo>
                  <a:cubicBezTo>
                    <a:pt x="232600" y="17420"/>
                    <a:pt x="222706" y="-15823"/>
                    <a:pt x="202787" y="9072"/>
                  </a:cubicBezTo>
                  <a:cubicBezTo>
                    <a:pt x="198018" y="15029"/>
                    <a:pt x="151515" y="109870"/>
                    <a:pt x="151515" y="109870"/>
                  </a:cubicBezTo>
                  <a:cubicBezTo>
                    <a:pt x="151515" y="109870"/>
                    <a:pt x="104460" y="203979"/>
                    <a:pt x="81650" y="212533"/>
                  </a:cubicBezTo>
                  <a:cubicBezTo>
                    <a:pt x="58833" y="221088"/>
                    <a:pt x="57406" y="191144"/>
                    <a:pt x="57406" y="191144"/>
                  </a:cubicBezTo>
                  <a:cubicBezTo>
                    <a:pt x="57406" y="191144"/>
                    <a:pt x="-12459" y="259581"/>
                    <a:pt x="1803" y="270990"/>
                  </a:cubicBezTo>
                  <a:cubicBezTo>
                    <a:pt x="16059" y="282398"/>
                    <a:pt x="113015" y="261008"/>
                    <a:pt x="130125" y="253880"/>
                  </a:cubicBezTo>
                  <a:cubicBezTo>
                    <a:pt x="147234" y="246753"/>
                    <a:pt x="173968" y="134114"/>
                    <a:pt x="173968" y="134114"/>
                  </a:cubicBezTo>
                  <a:cubicBezTo>
                    <a:pt x="173968" y="134114"/>
                    <a:pt x="188944" y="146943"/>
                    <a:pt x="190014" y="162982"/>
                  </a:cubicBezTo>
                  <a:cubicBezTo>
                    <a:pt x="191085" y="179022"/>
                    <a:pt x="184664" y="248536"/>
                    <a:pt x="184664" y="248536"/>
                  </a:cubicBezTo>
                  <a:lnTo>
                    <a:pt x="204984" y="248536"/>
                  </a:lnTo>
                  <a:cubicBezTo>
                    <a:pt x="204984" y="248536"/>
                    <a:pt x="209264" y="156568"/>
                    <a:pt x="214608" y="148013"/>
                  </a:cubicBezTo>
                  <a:cubicBezTo>
                    <a:pt x="219953" y="139458"/>
                    <a:pt x="237062" y="105239"/>
                    <a:pt x="239202" y="89194"/>
                  </a:cubicBezTo>
                  <a:cubicBezTo>
                    <a:pt x="241343" y="73154"/>
                    <a:pt x="232600" y="17420"/>
                    <a:pt x="232600" y="17420"/>
                  </a:cubicBezTo>
                  <a:close/>
                </a:path>
              </a:pathLst>
            </a:custGeom>
            <a:solidFill>
              <a:srgbClr val="6D3D4C"/>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83" name="Freeform: Shape 182">
              <a:extLst>
                <a:ext uri="{FF2B5EF4-FFF2-40B4-BE49-F238E27FC236}">
                  <a16:creationId xmlns:a16="http://schemas.microsoft.com/office/drawing/2014/main" id="{4C3A1C46-D3CE-AD66-8028-F76D584BEE43}"/>
                </a:ext>
              </a:extLst>
            </p:cNvPr>
            <p:cNvSpPr/>
            <p:nvPr/>
          </p:nvSpPr>
          <p:spPr>
            <a:xfrm rot="10800000" flipV="1">
              <a:off x="10015829" y="5351330"/>
              <a:ext cx="199326" cy="242124"/>
            </a:xfrm>
            <a:custGeom>
              <a:avLst/>
              <a:gdLst>
                <a:gd name="connsiteX0" fmla="*/ 144449 w 382546"/>
                <a:gd name="connsiteY0" fmla="*/ 434794 h 464685"/>
                <a:gd name="connsiteX1" fmla="*/ 382392 w 382546"/>
                <a:gd name="connsiteY1" fmla="*/ 123726 h 464685"/>
                <a:gd name="connsiteX2" fmla="*/ 42099 w 382546"/>
                <a:gd name="connsiteY2" fmla="*/ -177 h 464685"/>
                <a:gd name="connsiteX3" fmla="*/ 1421 w 382546"/>
                <a:gd name="connsiteY3" fmla="*/ 441165 h 464685"/>
                <a:gd name="connsiteX4" fmla="*/ 144449 w 382546"/>
                <a:gd name="connsiteY4" fmla="*/ 434794 h 464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546" h="464685">
                  <a:moveTo>
                    <a:pt x="144449" y="434794"/>
                  </a:moveTo>
                  <a:cubicBezTo>
                    <a:pt x="144449" y="434794"/>
                    <a:pt x="385878" y="203998"/>
                    <a:pt x="382392" y="123726"/>
                  </a:cubicBezTo>
                  <a:cubicBezTo>
                    <a:pt x="378900" y="43447"/>
                    <a:pt x="42099" y="-177"/>
                    <a:pt x="42099" y="-177"/>
                  </a:cubicBezTo>
                  <a:cubicBezTo>
                    <a:pt x="42099" y="-177"/>
                    <a:pt x="-9587" y="385156"/>
                    <a:pt x="1421" y="441165"/>
                  </a:cubicBezTo>
                  <a:cubicBezTo>
                    <a:pt x="12436" y="497175"/>
                    <a:pt x="144449" y="434794"/>
                    <a:pt x="144449" y="434794"/>
                  </a:cubicBez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84" name="Freeform: Shape 183">
              <a:extLst>
                <a:ext uri="{FF2B5EF4-FFF2-40B4-BE49-F238E27FC236}">
                  <a16:creationId xmlns:a16="http://schemas.microsoft.com/office/drawing/2014/main" id="{C10E3181-BC7C-FEE2-E3A9-8740FB70A767}"/>
                </a:ext>
              </a:extLst>
            </p:cNvPr>
            <p:cNvSpPr/>
            <p:nvPr/>
          </p:nvSpPr>
          <p:spPr>
            <a:xfrm rot="10800000" flipV="1">
              <a:off x="9948634" y="5218709"/>
              <a:ext cx="509239" cy="723747"/>
            </a:xfrm>
            <a:custGeom>
              <a:avLst/>
              <a:gdLst>
                <a:gd name="connsiteX0" fmla="*/ -117 w 977331"/>
                <a:gd name="connsiteY0" fmla="*/ 1388839 h 1389016"/>
                <a:gd name="connsiteX1" fmla="*/ 166854 w 977331"/>
                <a:gd name="connsiteY1" fmla="*/ 523951 h 1389016"/>
                <a:gd name="connsiteX2" fmla="*/ 523632 w 977331"/>
                <a:gd name="connsiteY2" fmla="*/ 47557 h 1389016"/>
                <a:gd name="connsiteX3" fmla="*/ 920974 w 977331"/>
                <a:gd name="connsiteY3" fmla="*/ 4189 h 1389016"/>
                <a:gd name="connsiteX4" fmla="*/ 965169 w 977331"/>
                <a:gd name="connsiteY4" fmla="*/ 284969 h 1389016"/>
                <a:gd name="connsiteX5" fmla="*/ 656259 w 977331"/>
                <a:gd name="connsiteY5" fmla="*/ 472485 h 1389016"/>
                <a:gd name="connsiteX6" fmla="*/ 294049 w 977331"/>
                <a:gd name="connsiteY6" fmla="*/ 733815 h 1389016"/>
                <a:gd name="connsiteX7" fmla="*/ 210579 w 977331"/>
                <a:gd name="connsiteY7" fmla="*/ 1039070 h 1389016"/>
                <a:gd name="connsiteX8" fmla="*/ 104743 w 977331"/>
                <a:gd name="connsiteY8" fmla="*/ 1388839 h 1389016"/>
                <a:gd name="connsiteX9" fmla="*/ -117 w 977331"/>
                <a:gd name="connsiteY9" fmla="*/ 1388839 h 1389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7331" h="1389016">
                  <a:moveTo>
                    <a:pt x="-117" y="1388839"/>
                  </a:moveTo>
                  <a:cubicBezTo>
                    <a:pt x="40072" y="1107120"/>
                    <a:pt x="121402" y="572902"/>
                    <a:pt x="166854" y="523951"/>
                  </a:cubicBezTo>
                  <a:cubicBezTo>
                    <a:pt x="201061" y="487116"/>
                    <a:pt x="420086" y="137292"/>
                    <a:pt x="523632" y="47557"/>
                  </a:cubicBezTo>
                  <a:cubicBezTo>
                    <a:pt x="602158" y="-20505"/>
                    <a:pt x="920974" y="4189"/>
                    <a:pt x="920974" y="4189"/>
                  </a:cubicBezTo>
                  <a:cubicBezTo>
                    <a:pt x="920974" y="4189"/>
                    <a:pt x="1008506" y="136509"/>
                    <a:pt x="965169" y="284969"/>
                  </a:cubicBezTo>
                  <a:cubicBezTo>
                    <a:pt x="952671" y="327780"/>
                    <a:pt x="899290" y="446671"/>
                    <a:pt x="656259" y="472485"/>
                  </a:cubicBezTo>
                  <a:cubicBezTo>
                    <a:pt x="437139" y="495759"/>
                    <a:pt x="294049" y="733815"/>
                    <a:pt x="294049" y="733815"/>
                  </a:cubicBezTo>
                  <a:cubicBezTo>
                    <a:pt x="294049" y="733815"/>
                    <a:pt x="267021" y="930161"/>
                    <a:pt x="210579" y="1039070"/>
                  </a:cubicBezTo>
                  <a:cubicBezTo>
                    <a:pt x="190053" y="1078671"/>
                    <a:pt x="141960" y="1250098"/>
                    <a:pt x="104743" y="1388839"/>
                  </a:cubicBezTo>
                  <a:lnTo>
                    <a:pt x="-117" y="1388839"/>
                  </a:ln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85" name="Freeform: Shape 184">
              <a:extLst>
                <a:ext uri="{FF2B5EF4-FFF2-40B4-BE49-F238E27FC236}">
                  <a16:creationId xmlns:a16="http://schemas.microsoft.com/office/drawing/2014/main" id="{4B278D5F-1A52-C14F-89A4-ED43B46C362F}"/>
                </a:ext>
              </a:extLst>
            </p:cNvPr>
            <p:cNvSpPr/>
            <p:nvPr/>
          </p:nvSpPr>
          <p:spPr>
            <a:xfrm rot="10800000" flipV="1">
              <a:off x="10043373" y="5709536"/>
              <a:ext cx="29865" cy="153624"/>
            </a:xfrm>
            <a:custGeom>
              <a:avLst/>
              <a:gdLst>
                <a:gd name="connsiteX0" fmla="*/ -117 w 57317"/>
                <a:gd name="connsiteY0" fmla="*/ -177 h 294835"/>
                <a:gd name="connsiteX1" fmla="*/ 57201 w 57317"/>
                <a:gd name="connsiteY1" fmla="*/ -177 h 294835"/>
                <a:gd name="connsiteX2" fmla="*/ 57201 w 57317"/>
                <a:gd name="connsiteY2" fmla="*/ 294658 h 294835"/>
                <a:gd name="connsiteX3" fmla="*/ -117 w 57317"/>
                <a:gd name="connsiteY3" fmla="*/ 294658 h 294835"/>
              </a:gdLst>
              <a:ahLst/>
              <a:cxnLst>
                <a:cxn ang="0">
                  <a:pos x="connsiteX0" y="connsiteY0"/>
                </a:cxn>
                <a:cxn ang="0">
                  <a:pos x="connsiteX1" y="connsiteY1"/>
                </a:cxn>
                <a:cxn ang="0">
                  <a:pos x="connsiteX2" y="connsiteY2"/>
                </a:cxn>
                <a:cxn ang="0">
                  <a:pos x="connsiteX3" y="connsiteY3"/>
                </a:cxn>
              </a:cxnLst>
              <a:rect l="l" t="t" r="r" b="b"/>
              <a:pathLst>
                <a:path w="57317" h="294835">
                  <a:moveTo>
                    <a:pt x="-117" y="-177"/>
                  </a:moveTo>
                  <a:lnTo>
                    <a:pt x="57201" y="-177"/>
                  </a:lnTo>
                  <a:lnTo>
                    <a:pt x="57201" y="294658"/>
                  </a:lnTo>
                  <a:lnTo>
                    <a:pt x="-117" y="294658"/>
                  </a:ln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86" name="Freeform: Shape 185">
              <a:extLst>
                <a:ext uri="{FF2B5EF4-FFF2-40B4-BE49-F238E27FC236}">
                  <a16:creationId xmlns:a16="http://schemas.microsoft.com/office/drawing/2014/main" id="{8B29BCBF-ACA1-2994-AAC9-A169E94059FA}"/>
                </a:ext>
              </a:extLst>
            </p:cNvPr>
            <p:cNvSpPr/>
            <p:nvPr/>
          </p:nvSpPr>
          <p:spPr>
            <a:xfrm rot="10800000" flipV="1">
              <a:off x="10025823" y="5682652"/>
              <a:ext cx="65586" cy="34847"/>
            </a:xfrm>
            <a:custGeom>
              <a:avLst/>
              <a:gdLst>
                <a:gd name="connsiteX0" fmla="*/ 100025 w 125874"/>
                <a:gd name="connsiteY0" fmla="*/ 66702 h 66879"/>
                <a:gd name="connsiteX1" fmla="*/ 25616 w 125874"/>
                <a:gd name="connsiteY1" fmla="*/ 66702 h 66879"/>
                <a:gd name="connsiteX2" fmla="*/ -117 w 125874"/>
                <a:gd name="connsiteY2" fmla="*/ 40969 h 66879"/>
                <a:gd name="connsiteX3" fmla="*/ -117 w 125874"/>
                <a:gd name="connsiteY3" fmla="*/ 25556 h 66879"/>
                <a:gd name="connsiteX4" fmla="*/ 25616 w 125874"/>
                <a:gd name="connsiteY4" fmla="*/ -177 h 66879"/>
                <a:gd name="connsiteX5" fmla="*/ 100025 w 125874"/>
                <a:gd name="connsiteY5" fmla="*/ -177 h 66879"/>
                <a:gd name="connsiteX6" fmla="*/ 125758 w 125874"/>
                <a:gd name="connsiteY6" fmla="*/ 25556 h 66879"/>
                <a:gd name="connsiteX7" fmla="*/ 125758 w 125874"/>
                <a:gd name="connsiteY7" fmla="*/ 40969 h 66879"/>
                <a:gd name="connsiteX8" fmla="*/ 100025 w 125874"/>
                <a:gd name="connsiteY8" fmla="*/ 66702 h 66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874" h="66879">
                  <a:moveTo>
                    <a:pt x="100025" y="66702"/>
                  </a:moveTo>
                  <a:lnTo>
                    <a:pt x="25616" y="66702"/>
                  </a:lnTo>
                  <a:cubicBezTo>
                    <a:pt x="11404" y="66702"/>
                    <a:pt x="-117" y="55181"/>
                    <a:pt x="-117" y="40969"/>
                  </a:cubicBezTo>
                  <a:lnTo>
                    <a:pt x="-117" y="25556"/>
                  </a:lnTo>
                  <a:cubicBezTo>
                    <a:pt x="-117" y="11344"/>
                    <a:pt x="11404" y="-177"/>
                    <a:pt x="25616" y="-177"/>
                  </a:cubicBezTo>
                  <a:lnTo>
                    <a:pt x="100025" y="-177"/>
                  </a:lnTo>
                  <a:cubicBezTo>
                    <a:pt x="114237" y="-177"/>
                    <a:pt x="125758" y="11344"/>
                    <a:pt x="125758" y="25556"/>
                  </a:cubicBezTo>
                  <a:lnTo>
                    <a:pt x="125758" y="40969"/>
                  </a:lnTo>
                  <a:cubicBezTo>
                    <a:pt x="125758" y="55181"/>
                    <a:pt x="114237" y="66702"/>
                    <a:pt x="100025" y="66702"/>
                  </a:cubicBez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87" name="Freeform: Shape 186">
              <a:extLst>
                <a:ext uri="{FF2B5EF4-FFF2-40B4-BE49-F238E27FC236}">
                  <a16:creationId xmlns:a16="http://schemas.microsoft.com/office/drawing/2014/main" id="{1321B9AF-FA6A-6B52-7789-DA80C6331BAE}"/>
                </a:ext>
              </a:extLst>
            </p:cNvPr>
            <p:cNvSpPr/>
            <p:nvPr/>
          </p:nvSpPr>
          <p:spPr>
            <a:xfrm rot="10800000" flipV="1">
              <a:off x="10035048" y="5847767"/>
              <a:ext cx="46511" cy="100790"/>
            </a:xfrm>
            <a:custGeom>
              <a:avLst/>
              <a:gdLst>
                <a:gd name="connsiteX0" fmla="*/ -117 w 89264"/>
                <a:gd name="connsiteY0" fmla="*/ -177 h 193436"/>
                <a:gd name="connsiteX1" fmla="*/ 89148 w 89264"/>
                <a:gd name="connsiteY1" fmla="*/ -177 h 193436"/>
                <a:gd name="connsiteX2" fmla="*/ 89148 w 89264"/>
                <a:gd name="connsiteY2" fmla="*/ 193259 h 193436"/>
                <a:gd name="connsiteX3" fmla="*/ -117 w 89264"/>
                <a:gd name="connsiteY3" fmla="*/ 193259 h 193436"/>
              </a:gdLst>
              <a:ahLst/>
              <a:cxnLst>
                <a:cxn ang="0">
                  <a:pos x="connsiteX0" y="connsiteY0"/>
                </a:cxn>
                <a:cxn ang="0">
                  <a:pos x="connsiteX1" y="connsiteY1"/>
                </a:cxn>
                <a:cxn ang="0">
                  <a:pos x="connsiteX2" y="connsiteY2"/>
                </a:cxn>
                <a:cxn ang="0">
                  <a:pos x="connsiteX3" y="connsiteY3"/>
                </a:cxn>
              </a:cxnLst>
              <a:rect l="l" t="t" r="r" b="b"/>
              <a:pathLst>
                <a:path w="89264" h="193436">
                  <a:moveTo>
                    <a:pt x="-117" y="-177"/>
                  </a:moveTo>
                  <a:lnTo>
                    <a:pt x="89148" y="-177"/>
                  </a:lnTo>
                  <a:lnTo>
                    <a:pt x="89148" y="193259"/>
                  </a:lnTo>
                  <a:lnTo>
                    <a:pt x="-117" y="193259"/>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88" name="Freeform: Shape 187">
              <a:extLst>
                <a:ext uri="{FF2B5EF4-FFF2-40B4-BE49-F238E27FC236}">
                  <a16:creationId xmlns:a16="http://schemas.microsoft.com/office/drawing/2014/main" id="{A4CDEA72-F8F3-920D-1328-9B688996C04B}"/>
                </a:ext>
              </a:extLst>
            </p:cNvPr>
            <p:cNvSpPr/>
            <p:nvPr/>
          </p:nvSpPr>
          <p:spPr>
            <a:xfrm rot="10800000" flipV="1">
              <a:off x="10023612" y="5891396"/>
              <a:ext cx="69382" cy="113872"/>
            </a:xfrm>
            <a:custGeom>
              <a:avLst/>
              <a:gdLst>
                <a:gd name="connsiteX0" fmla="*/ 133042 w 133158"/>
                <a:gd name="connsiteY0" fmla="*/ 218366 h 218543"/>
                <a:gd name="connsiteX1" fmla="*/ -117 w 133158"/>
                <a:gd name="connsiteY1" fmla="*/ 218366 h 218543"/>
                <a:gd name="connsiteX2" fmla="*/ 20491 w 133158"/>
                <a:gd name="connsiteY2" fmla="*/ -177 h 218543"/>
                <a:gd name="connsiteX3" fmla="*/ 112434 w 133158"/>
                <a:gd name="connsiteY3" fmla="*/ -177 h 218543"/>
                <a:gd name="connsiteX4" fmla="*/ 133042 w 133158"/>
                <a:gd name="connsiteY4" fmla="*/ 218366 h 218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158" h="218543">
                  <a:moveTo>
                    <a:pt x="133042" y="218366"/>
                  </a:moveTo>
                  <a:lnTo>
                    <a:pt x="-117" y="218366"/>
                  </a:lnTo>
                  <a:lnTo>
                    <a:pt x="20491" y="-177"/>
                  </a:lnTo>
                  <a:lnTo>
                    <a:pt x="112434" y="-177"/>
                  </a:lnTo>
                  <a:lnTo>
                    <a:pt x="133042" y="218366"/>
                  </a:ln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89" name="Freeform: Shape 188">
              <a:extLst>
                <a:ext uri="{FF2B5EF4-FFF2-40B4-BE49-F238E27FC236}">
                  <a16:creationId xmlns:a16="http://schemas.microsoft.com/office/drawing/2014/main" id="{6B7C4255-71B0-F286-D277-01FBE46D419A}"/>
                </a:ext>
              </a:extLst>
            </p:cNvPr>
            <p:cNvSpPr/>
            <p:nvPr/>
          </p:nvSpPr>
          <p:spPr>
            <a:xfrm rot="10800000" flipV="1">
              <a:off x="9863613" y="5951182"/>
              <a:ext cx="395237" cy="122349"/>
            </a:xfrm>
            <a:custGeom>
              <a:avLst/>
              <a:gdLst>
                <a:gd name="connsiteX0" fmla="*/ 681617 w 758539"/>
                <a:gd name="connsiteY0" fmla="*/ 173483 h 234813"/>
                <a:gd name="connsiteX1" fmla="*/ 379379 w 758539"/>
                <a:gd name="connsiteY1" fmla="*/ 87873 h 234813"/>
                <a:gd name="connsiteX2" fmla="*/ 62327 w 758539"/>
                <a:gd name="connsiteY2" fmla="*/ 173483 h 234813"/>
                <a:gd name="connsiteX3" fmla="*/ 13759 w 758539"/>
                <a:gd name="connsiteY3" fmla="*/ 198303 h 234813"/>
                <a:gd name="connsiteX4" fmla="*/ 7789 w 758539"/>
                <a:gd name="connsiteY4" fmla="*/ 159503 h 234813"/>
                <a:gd name="connsiteX5" fmla="*/ 385343 w 758539"/>
                <a:gd name="connsiteY5" fmla="*/ -177 h 234813"/>
                <a:gd name="connsiteX6" fmla="*/ 736038 w 758539"/>
                <a:gd name="connsiteY6" fmla="*/ 153533 h 234813"/>
                <a:gd name="connsiteX7" fmla="*/ 758423 w 758539"/>
                <a:gd name="connsiteY7" fmla="*/ 231133 h 234813"/>
                <a:gd name="connsiteX8" fmla="*/ 681617 w 758539"/>
                <a:gd name="connsiteY8" fmla="*/ 173483 h 234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8539" h="234813">
                  <a:moveTo>
                    <a:pt x="681617" y="173483"/>
                  </a:moveTo>
                  <a:lnTo>
                    <a:pt x="379379" y="87873"/>
                  </a:lnTo>
                  <a:lnTo>
                    <a:pt x="62327" y="173483"/>
                  </a:lnTo>
                  <a:cubicBezTo>
                    <a:pt x="41557" y="173483"/>
                    <a:pt x="13759" y="198303"/>
                    <a:pt x="13759" y="198303"/>
                  </a:cubicBezTo>
                  <a:cubicBezTo>
                    <a:pt x="13759" y="177526"/>
                    <a:pt x="-12988" y="159503"/>
                    <a:pt x="7789" y="159503"/>
                  </a:cubicBezTo>
                  <a:lnTo>
                    <a:pt x="385343" y="-177"/>
                  </a:lnTo>
                  <a:lnTo>
                    <a:pt x="736038" y="153533"/>
                  </a:lnTo>
                  <a:cubicBezTo>
                    <a:pt x="756815" y="153533"/>
                    <a:pt x="758423" y="231133"/>
                    <a:pt x="758423" y="231133"/>
                  </a:cubicBezTo>
                  <a:cubicBezTo>
                    <a:pt x="758423" y="251909"/>
                    <a:pt x="702394" y="173483"/>
                    <a:pt x="681617" y="173483"/>
                  </a:cubicBez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90" name="Freeform: Shape 189">
              <a:extLst>
                <a:ext uri="{FF2B5EF4-FFF2-40B4-BE49-F238E27FC236}">
                  <a16:creationId xmlns:a16="http://schemas.microsoft.com/office/drawing/2014/main" id="{CA576B3B-1350-B1F6-B4F2-1F5DA1B614D3}"/>
                </a:ext>
              </a:extLst>
            </p:cNvPr>
            <p:cNvSpPr/>
            <p:nvPr/>
          </p:nvSpPr>
          <p:spPr>
            <a:xfrm rot="10800000" flipV="1">
              <a:off x="10043921" y="5984617"/>
              <a:ext cx="28769" cy="59874"/>
            </a:xfrm>
            <a:custGeom>
              <a:avLst/>
              <a:gdLst>
                <a:gd name="connsiteX0" fmla="*/ -117 w 55214"/>
                <a:gd name="connsiteY0" fmla="*/ -177 h 114910"/>
                <a:gd name="connsiteX1" fmla="*/ 55098 w 55214"/>
                <a:gd name="connsiteY1" fmla="*/ -177 h 114910"/>
                <a:gd name="connsiteX2" fmla="*/ 55098 w 55214"/>
                <a:gd name="connsiteY2" fmla="*/ 114733 h 114910"/>
                <a:gd name="connsiteX3" fmla="*/ -117 w 55214"/>
                <a:gd name="connsiteY3" fmla="*/ 114733 h 114910"/>
              </a:gdLst>
              <a:ahLst/>
              <a:cxnLst>
                <a:cxn ang="0">
                  <a:pos x="connsiteX0" y="connsiteY0"/>
                </a:cxn>
                <a:cxn ang="0">
                  <a:pos x="connsiteX1" y="connsiteY1"/>
                </a:cxn>
                <a:cxn ang="0">
                  <a:pos x="connsiteX2" y="connsiteY2"/>
                </a:cxn>
                <a:cxn ang="0">
                  <a:pos x="connsiteX3" y="connsiteY3"/>
                </a:cxn>
              </a:cxnLst>
              <a:rect l="l" t="t" r="r" b="b"/>
              <a:pathLst>
                <a:path w="55214" h="114910">
                  <a:moveTo>
                    <a:pt x="-117" y="-177"/>
                  </a:moveTo>
                  <a:lnTo>
                    <a:pt x="55098" y="-177"/>
                  </a:lnTo>
                  <a:lnTo>
                    <a:pt x="55098" y="114733"/>
                  </a:lnTo>
                  <a:lnTo>
                    <a:pt x="-117" y="114733"/>
                  </a:ln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91" name="Freeform: Shape 190">
              <a:extLst>
                <a:ext uri="{FF2B5EF4-FFF2-40B4-BE49-F238E27FC236}">
                  <a16:creationId xmlns:a16="http://schemas.microsoft.com/office/drawing/2014/main" id="{E9C828B1-5F99-A881-B7A0-8F5BA2F2BB96}"/>
                </a:ext>
              </a:extLst>
            </p:cNvPr>
            <p:cNvSpPr/>
            <p:nvPr/>
          </p:nvSpPr>
          <p:spPr>
            <a:xfrm rot="10800000" flipV="1">
              <a:off x="10026807" y="6027728"/>
              <a:ext cx="62995" cy="72802"/>
            </a:xfrm>
            <a:custGeom>
              <a:avLst/>
              <a:gdLst>
                <a:gd name="connsiteX0" fmla="*/ 120783 w 120899"/>
                <a:gd name="connsiteY0" fmla="*/ 69681 h 139723"/>
                <a:gd name="connsiteX1" fmla="*/ 60330 w 120899"/>
                <a:gd name="connsiteY1" fmla="*/ 139546 h 139723"/>
                <a:gd name="connsiteX2" fmla="*/ -117 w 120899"/>
                <a:gd name="connsiteY2" fmla="*/ 69681 h 139723"/>
                <a:gd name="connsiteX3" fmla="*/ 60330 w 120899"/>
                <a:gd name="connsiteY3" fmla="*/ -177 h 139723"/>
                <a:gd name="connsiteX4" fmla="*/ 120783 w 120899"/>
                <a:gd name="connsiteY4" fmla="*/ 69681 h 139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899" h="139723">
                  <a:moveTo>
                    <a:pt x="120783" y="69681"/>
                  </a:moveTo>
                  <a:cubicBezTo>
                    <a:pt x="120783" y="108268"/>
                    <a:pt x="93723" y="139546"/>
                    <a:pt x="60330" y="139546"/>
                  </a:cubicBezTo>
                  <a:cubicBezTo>
                    <a:pt x="26943" y="139546"/>
                    <a:pt x="-117" y="108268"/>
                    <a:pt x="-117" y="69681"/>
                  </a:cubicBezTo>
                  <a:cubicBezTo>
                    <a:pt x="-117" y="31100"/>
                    <a:pt x="26943" y="-177"/>
                    <a:pt x="60330" y="-177"/>
                  </a:cubicBezTo>
                  <a:cubicBezTo>
                    <a:pt x="93723" y="-177"/>
                    <a:pt x="120783" y="31100"/>
                    <a:pt x="120783" y="69681"/>
                  </a:cubicBez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92" name="Freeform: Shape 191">
              <a:extLst>
                <a:ext uri="{FF2B5EF4-FFF2-40B4-BE49-F238E27FC236}">
                  <a16:creationId xmlns:a16="http://schemas.microsoft.com/office/drawing/2014/main" id="{003A5D33-80E2-E552-4EEF-3E77D74A7FB5}"/>
                </a:ext>
              </a:extLst>
            </p:cNvPr>
            <p:cNvSpPr/>
            <p:nvPr/>
          </p:nvSpPr>
          <p:spPr>
            <a:xfrm rot="10800000" flipV="1">
              <a:off x="10061571" y="6047358"/>
              <a:ext cx="18977" cy="33540"/>
            </a:xfrm>
            <a:custGeom>
              <a:avLst/>
              <a:gdLst>
                <a:gd name="connsiteX0" fmla="*/ 36305 w 36421"/>
                <a:gd name="connsiteY0" fmla="*/ 32008 h 64370"/>
                <a:gd name="connsiteX1" fmla="*/ 18094 w 36421"/>
                <a:gd name="connsiteY1" fmla="*/ 64193 h 64370"/>
                <a:gd name="connsiteX2" fmla="*/ -117 w 36421"/>
                <a:gd name="connsiteY2" fmla="*/ 32008 h 64370"/>
                <a:gd name="connsiteX3" fmla="*/ 18094 w 36421"/>
                <a:gd name="connsiteY3" fmla="*/ -177 h 64370"/>
                <a:gd name="connsiteX4" fmla="*/ 36305 w 36421"/>
                <a:gd name="connsiteY4" fmla="*/ 32008 h 6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21" h="64370">
                  <a:moveTo>
                    <a:pt x="36305" y="32008"/>
                  </a:moveTo>
                  <a:cubicBezTo>
                    <a:pt x="36305" y="49787"/>
                    <a:pt x="28151" y="64193"/>
                    <a:pt x="18094" y="64193"/>
                  </a:cubicBezTo>
                  <a:cubicBezTo>
                    <a:pt x="8031" y="64193"/>
                    <a:pt x="-117" y="49787"/>
                    <a:pt x="-117" y="32008"/>
                  </a:cubicBezTo>
                  <a:cubicBezTo>
                    <a:pt x="-117" y="14235"/>
                    <a:pt x="8031" y="-177"/>
                    <a:pt x="18094" y="-177"/>
                  </a:cubicBezTo>
                  <a:cubicBezTo>
                    <a:pt x="28151" y="-177"/>
                    <a:pt x="36305" y="14235"/>
                    <a:pt x="36305" y="32008"/>
                  </a:cubicBez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93" name="Freeform: Shape 192">
              <a:extLst>
                <a:ext uri="{FF2B5EF4-FFF2-40B4-BE49-F238E27FC236}">
                  <a16:creationId xmlns:a16="http://schemas.microsoft.com/office/drawing/2014/main" id="{7BE34F74-6A03-F2B7-9404-760ABC8B913E}"/>
                </a:ext>
              </a:extLst>
            </p:cNvPr>
            <p:cNvSpPr/>
            <p:nvPr/>
          </p:nvSpPr>
          <p:spPr>
            <a:xfrm rot="10800000" flipV="1">
              <a:off x="10204846" y="6027728"/>
              <a:ext cx="72802" cy="72802"/>
            </a:xfrm>
            <a:custGeom>
              <a:avLst/>
              <a:gdLst>
                <a:gd name="connsiteX0" fmla="*/ 139606 w 139723"/>
                <a:gd name="connsiteY0" fmla="*/ 69681 h 139723"/>
                <a:gd name="connsiteX1" fmla="*/ 69748 w 139723"/>
                <a:gd name="connsiteY1" fmla="*/ 139546 h 139723"/>
                <a:gd name="connsiteX2" fmla="*/ -117 w 139723"/>
                <a:gd name="connsiteY2" fmla="*/ 69681 h 139723"/>
                <a:gd name="connsiteX3" fmla="*/ 69748 w 139723"/>
                <a:gd name="connsiteY3" fmla="*/ -177 h 139723"/>
                <a:gd name="connsiteX4" fmla="*/ 139606 w 139723"/>
                <a:gd name="connsiteY4" fmla="*/ 69681 h 139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723" h="139723">
                  <a:moveTo>
                    <a:pt x="139606" y="69681"/>
                  </a:moveTo>
                  <a:cubicBezTo>
                    <a:pt x="139606" y="108268"/>
                    <a:pt x="108329" y="139546"/>
                    <a:pt x="69748" y="139546"/>
                  </a:cubicBezTo>
                  <a:cubicBezTo>
                    <a:pt x="31161" y="139546"/>
                    <a:pt x="-117" y="108268"/>
                    <a:pt x="-117" y="69681"/>
                  </a:cubicBezTo>
                  <a:cubicBezTo>
                    <a:pt x="-117" y="31100"/>
                    <a:pt x="31161" y="-177"/>
                    <a:pt x="69748" y="-177"/>
                  </a:cubicBezTo>
                  <a:cubicBezTo>
                    <a:pt x="108329" y="-177"/>
                    <a:pt x="139606" y="31100"/>
                    <a:pt x="139606" y="69681"/>
                  </a:cubicBez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94" name="Freeform: Shape 193">
              <a:extLst>
                <a:ext uri="{FF2B5EF4-FFF2-40B4-BE49-F238E27FC236}">
                  <a16:creationId xmlns:a16="http://schemas.microsoft.com/office/drawing/2014/main" id="{2FB9B4C0-2C53-6FEA-415B-5E63E9909811}"/>
                </a:ext>
              </a:extLst>
            </p:cNvPr>
            <p:cNvSpPr/>
            <p:nvPr/>
          </p:nvSpPr>
          <p:spPr>
            <a:xfrm rot="10800000" flipV="1">
              <a:off x="10245915" y="6052245"/>
              <a:ext cx="18977" cy="28652"/>
            </a:xfrm>
            <a:custGeom>
              <a:avLst/>
              <a:gdLst>
                <a:gd name="connsiteX0" fmla="*/ 36305 w 36421"/>
                <a:gd name="connsiteY0" fmla="*/ 27320 h 54989"/>
                <a:gd name="connsiteX1" fmla="*/ 18094 w 36421"/>
                <a:gd name="connsiteY1" fmla="*/ 54812 h 54989"/>
                <a:gd name="connsiteX2" fmla="*/ -117 w 36421"/>
                <a:gd name="connsiteY2" fmla="*/ 27320 h 54989"/>
                <a:gd name="connsiteX3" fmla="*/ 18094 w 36421"/>
                <a:gd name="connsiteY3" fmla="*/ -177 h 54989"/>
                <a:gd name="connsiteX4" fmla="*/ 36305 w 36421"/>
                <a:gd name="connsiteY4" fmla="*/ 27320 h 54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21" h="54989">
                  <a:moveTo>
                    <a:pt x="36305" y="27320"/>
                  </a:moveTo>
                  <a:cubicBezTo>
                    <a:pt x="36305" y="42503"/>
                    <a:pt x="28151" y="54812"/>
                    <a:pt x="18094" y="54812"/>
                  </a:cubicBezTo>
                  <a:cubicBezTo>
                    <a:pt x="8037" y="54812"/>
                    <a:pt x="-117" y="42503"/>
                    <a:pt x="-117" y="27320"/>
                  </a:cubicBezTo>
                  <a:cubicBezTo>
                    <a:pt x="-117" y="12132"/>
                    <a:pt x="8037" y="-177"/>
                    <a:pt x="18094" y="-177"/>
                  </a:cubicBezTo>
                  <a:cubicBezTo>
                    <a:pt x="28151" y="-177"/>
                    <a:pt x="36305" y="12132"/>
                    <a:pt x="36305" y="27320"/>
                  </a:cubicBez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95" name="Freeform: Shape 194">
              <a:extLst>
                <a:ext uri="{FF2B5EF4-FFF2-40B4-BE49-F238E27FC236}">
                  <a16:creationId xmlns:a16="http://schemas.microsoft.com/office/drawing/2014/main" id="{676148A1-A0B5-2374-8F48-56F37ACFA2CD}"/>
                </a:ext>
              </a:extLst>
            </p:cNvPr>
            <p:cNvSpPr/>
            <p:nvPr/>
          </p:nvSpPr>
          <p:spPr>
            <a:xfrm rot="10800000" flipV="1">
              <a:off x="9848507" y="6027728"/>
              <a:ext cx="72802" cy="72802"/>
            </a:xfrm>
            <a:custGeom>
              <a:avLst/>
              <a:gdLst>
                <a:gd name="connsiteX0" fmla="*/ -117 w 139723"/>
                <a:gd name="connsiteY0" fmla="*/ 69681 h 139723"/>
                <a:gd name="connsiteX1" fmla="*/ 69748 w 139723"/>
                <a:gd name="connsiteY1" fmla="*/ 139546 h 139723"/>
                <a:gd name="connsiteX2" fmla="*/ 139606 w 139723"/>
                <a:gd name="connsiteY2" fmla="*/ 69681 h 139723"/>
                <a:gd name="connsiteX3" fmla="*/ 69748 w 139723"/>
                <a:gd name="connsiteY3" fmla="*/ -177 h 139723"/>
                <a:gd name="connsiteX4" fmla="*/ -117 w 139723"/>
                <a:gd name="connsiteY4" fmla="*/ 69681 h 139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723" h="139723">
                  <a:moveTo>
                    <a:pt x="-117" y="69681"/>
                  </a:moveTo>
                  <a:cubicBezTo>
                    <a:pt x="-117" y="108268"/>
                    <a:pt x="31161" y="139546"/>
                    <a:pt x="69748" y="139546"/>
                  </a:cubicBezTo>
                  <a:cubicBezTo>
                    <a:pt x="108329" y="139546"/>
                    <a:pt x="139606" y="108268"/>
                    <a:pt x="139606" y="69681"/>
                  </a:cubicBezTo>
                  <a:cubicBezTo>
                    <a:pt x="139606" y="31100"/>
                    <a:pt x="108329" y="-177"/>
                    <a:pt x="69748" y="-177"/>
                  </a:cubicBezTo>
                  <a:cubicBezTo>
                    <a:pt x="31161" y="-177"/>
                    <a:pt x="-117" y="31100"/>
                    <a:pt x="-117" y="69681"/>
                  </a:cubicBez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96" name="Freeform: Shape 195">
              <a:extLst>
                <a:ext uri="{FF2B5EF4-FFF2-40B4-BE49-F238E27FC236}">
                  <a16:creationId xmlns:a16="http://schemas.microsoft.com/office/drawing/2014/main" id="{B5893E14-EC62-638C-B406-ECF02808C48D}"/>
                </a:ext>
              </a:extLst>
            </p:cNvPr>
            <p:cNvSpPr/>
            <p:nvPr/>
          </p:nvSpPr>
          <p:spPr>
            <a:xfrm rot="10800000" flipV="1">
              <a:off x="9893309" y="6052245"/>
              <a:ext cx="18977" cy="28652"/>
            </a:xfrm>
            <a:custGeom>
              <a:avLst/>
              <a:gdLst>
                <a:gd name="connsiteX0" fmla="*/ 36305 w 36421"/>
                <a:gd name="connsiteY0" fmla="*/ 27320 h 54989"/>
                <a:gd name="connsiteX1" fmla="*/ 18094 w 36421"/>
                <a:gd name="connsiteY1" fmla="*/ 54812 h 54989"/>
                <a:gd name="connsiteX2" fmla="*/ -117 w 36421"/>
                <a:gd name="connsiteY2" fmla="*/ 27320 h 54989"/>
                <a:gd name="connsiteX3" fmla="*/ 18094 w 36421"/>
                <a:gd name="connsiteY3" fmla="*/ -177 h 54989"/>
                <a:gd name="connsiteX4" fmla="*/ 36305 w 36421"/>
                <a:gd name="connsiteY4" fmla="*/ 27320 h 54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21" h="54989">
                  <a:moveTo>
                    <a:pt x="36305" y="27320"/>
                  </a:moveTo>
                  <a:cubicBezTo>
                    <a:pt x="36305" y="42503"/>
                    <a:pt x="28157" y="54812"/>
                    <a:pt x="18094" y="54812"/>
                  </a:cubicBezTo>
                  <a:cubicBezTo>
                    <a:pt x="8038" y="54812"/>
                    <a:pt x="-117" y="42503"/>
                    <a:pt x="-117" y="27320"/>
                  </a:cubicBezTo>
                  <a:cubicBezTo>
                    <a:pt x="-117" y="12132"/>
                    <a:pt x="8038" y="-177"/>
                    <a:pt x="18094" y="-177"/>
                  </a:cubicBezTo>
                  <a:cubicBezTo>
                    <a:pt x="28157" y="-177"/>
                    <a:pt x="36305" y="12132"/>
                    <a:pt x="36305" y="27320"/>
                  </a:cubicBez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97" name="Freeform: Shape 196">
              <a:extLst>
                <a:ext uri="{FF2B5EF4-FFF2-40B4-BE49-F238E27FC236}">
                  <a16:creationId xmlns:a16="http://schemas.microsoft.com/office/drawing/2014/main" id="{3916417B-6D1D-FE3A-1B7F-D9EEDE9DEC4D}"/>
                </a:ext>
              </a:extLst>
            </p:cNvPr>
            <p:cNvSpPr/>
            <p:nvPr/>
          </p:nvSpPr>
          <p:spPr>
            <a:xfrm rot="10800000" flipV="1">
              <a:off x="9843955" y="5614107"/>
              <a:ext cx="491582" cy="85444"/>
            </a:xfrm>
            <a:custGeom>
              <a:avLst/>
              <a:gdLst>
                <a:gd name="connsiteX0" fmla="*/ 943328 w 943444"/>
                <a:gd name="connsiteY0" fmla="*/ 33898 h 163985"/>
                <a:gd name="connsiteX1" fmla="*/ 521654 w 943444"/>
                <a:gd name="connsiteY1" fmla="*/ 163808 h 163985"/>
                <a:gd name="connsiteX2" fmla="*/ -117 w 943444"/>
                <a:gd name="connsiteY2" fmla="*/ -177 h 163985"/>
                <a:gd name="connsiteX3" fmla="*/ 943328 w 943444"/>
                <a:gd name="connsiteY3" fmla="*/ 33898 h 163985"/>
              </a:gdLst>
              <a:ahLst/>
              <a:cxnLst>
                <a:cxn ang="0">
                  <a:pos x="connsiteX0" y="connsiteY0"/>
                </a:cxn>
                <a:cxn ang="0">
                  <a:pos x="connsiteX1" y="connsiteY1"/>
                </a:cxn>
                <a:cxn ang="0">
                  <a:pos x="connsiteX2" y="connsiteY2"/>
                </a:cxn>
                <a:cxn ang="0">
                  <a:pos x="connsiteX3" y="connsiteY3"/>
                </a:cxn>
              </a:cxnLst>
              <a:rect l="l" t="t" r="r" b="b"/>
              <a:pathLst>
                <a:path w="943444" h="163985">
                  <a:moveTo>
                    <a:pt x="943328" y="33898"/>
                  </a:moveTo>
                  <a:cubicBezTo>
                    <a:pt x="943328" y="33898"/>
                    <a:pt x="715454" y="163808"/>
                    <a:pt x="521654" y="163808"/>
                  </a:cubicBezTo>
                  <a:cubicBezTo>
                    <a:pt x="327855" y="163808"/>
                    <a:pt x="-117" y="-177"/>
                    <a:pt x="-117" y="-177"/>
                  </a:cubicBezTo>
                  <a:lnTo>
                    <a:pt x="943328" y="33898"/>
                  </a:lnTo>
                  <a:close/>
                </a:path>
              </a:pathLst>
            </a:custGeom>
            <a:solidFill>
              <a:schemeClr val="bg1">
                <a:lumMod val="65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98" name="Freeform: Shape 197">
              <a:extLst>
                <a:ext uri="{FF2B5EF4-FFF2-40B4-BE49-F238E27FC236}">
                  <a16:creationId xmlns:a16="http://schemas.microsoft.com/office/drawing/2014/main" id="{E241EDB2-12BC-E61C-3A66-0D882BC2A436}"/>
                </a:ext>
              </a:extLst>
            </p:cNvPr>
            <p:cNvSpPr/>
            <p:nvPr/>
          </p:nvSpPr>
          <p:spPr>
            <a:xfrm rot="10800000" flipV="1">
              <a:off x="9666069" y="5045586"/>
              <a:ext cx="466769" cy="591268"/>
            </a:xfrm>
            <a:custGeom>
              <a:avLst/>
              <a:gdLst>
                <a:gd name="connsiteX0" fmla="*/ 104950 w 895822"/>
                <a:gd name="connsiteY0" fmla="*/ 1133521 h 1134762"/>
                <a:gd name="connsiteX1" fmla="*/ 526624 w 895822"/>
                <a:gd name="connsiteY1" fmla="*/ 1134586 h 1134762"/>
                <a:gd name="connsiteX2" fmla="*/ 614386 w 895822"/>
                <a:gd name="connsiteY2" fmla="*/ 1096668 h 1134762"/>
                <a:gd name="connsiteX3" fmla="*/ 664332 w 895822"/>
                <a:gd name="connsiteY3" fmla="*/ 950474 h 1134762"/>
                <a:gd name="connsiteX4" fmla="*/ 641884 w 895822"/>
                <a:gd name="connsiteY4" fmla="*/ 833917 h 1134762"/>
                <a:gd name="connsiteX5" fmla="*/ 618366 w 895822"/>
                <a:gd name="connsiteY5" fmla="*/ 730747 h 1134762"/>
                <a:gd name="connsiteX6" fmla="*/ 650145 w 895822"/>
                <a:gd name="connsiteY6" fmla="*/ 421506 h 1134762"/>
                <a:gd name="connsiteX7" fmla="*/ 813417 w 895822"/>
                <a:gd name="connsiteY7" fmla="*/ 96375 h 1134762"/>
                <a:gd name="connsiteX8" fmla="*/ 884402 w 895822"/>
                <a:gd name="connsiteY8" fmla="*/ 48101 h 1134762"/>
                <a:gd name="connsiteX9" fmla="*/ 889021 w 895822"/>
                <a:gd name="connsiteY9" fmla="*/ 10120 h 1134762"/>
                <a:gd name="connsiteX10" fmla="*/ 832579 w 895822"/>
                <a:gd name="connsiteY10" fmla="*/ 11191 h 1134762"/>
                <a:gd name="connsiteX11" fmla="*/ 621746 w 895822"/>
                <a:gd name="connsiteY11" fmla="*/ 333480 h 1134762"/>
                <a:gd name="connsiteX12" fmla="*/ 569748 w 895822"/>
                <a:gd name="connsiteY12" fmla="*/ 746192 h 1134762"/>
                <a:gd name="connsiteX13" fmla="*/ 596144 w 895822"/>
                <a:gd name="connsiteY13" fmla="*/ 863280 h 1134762"/>
                <a:gd name="connsiteX14" fmla="*/ 614649 w 895822"/>
                <a:gd name="connsiteY14" fmla="*/ 952401 h 1134762"/>
                <a:gd name="connsiteX15" fmla="*/ 503550 w 895822"/>
                <a:gd name="connsiteY15" fmla="*/ 1035558 h 1134762"/>
                <a:gd name="connsiteX16" fmla="*/ 53840 w 895822"/>
                <a:gd name="connsiteY16" fmla="*/ 1046203 h 1134762"/>
                <a:gd name="connsiteX17" fmla="*/ -117 w 895822"/>
                <a:gd name="connsiteY17" fmla="*/ 1079214 h 1134762"/>
                <a:gd name="connsiteX18" fmla="*/ 104950 w 895822"/>
                <a:gd name="connsiteY18" fmla="*/ 1133521 h 1134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5822" h="1134762">
                  <a:moveTo>
                    <a:pt x="104950" y="1133521"/>
                  </a:moveTo>
                  <a:lnTo>
                    <a:pt x="526624" y="1134586"/>
                  </a:lnTo>
                  <a:cubicBezTo>
                    <a:pt x="559184" y="1134586"/>
                    <a:pt x="590355" y="1121118"/>
                    <a:pt x="614386" y="1096668"/>
                  </a:cubicBezTo>
                  <a:cubicBezTo>
                    <a:pt x="647648" y="1062824"/>
                    <a:pt x="665383" y="1010901"/>
                    <a:pt x="664332" y="950474"/>
                  </a:cubicBezTo>
                  <a:cubicBezTo>
                    <a:pt x="663681" y="913176"/>
                    <a:pt x="653092" y="874676"/>
                    <a:pt x="641884" y="833917"/>
                  </a:cubicBezTo>
                  <a:cubicBezTo>
                    <a:pt x="632829" y="800994"/>
                    <a:pt x="623492" y="766957"/>
                    <a:pt x="618366" y="730747"/>
                  </a:cubicBezTo>
                  <a:cubicBezTo>
                    <a:pt x="604499" y="632771"/>
                    <a:pt x="622265" y="523362"/>
                    <a:pt x="650145" y="421506"/>
                  </a:cubicBezTo>
                  <a:cubicBezTo>
                    <a:pt x="688237" y="282314"/>
                    <a:pt x="749435" y="157379"/>
                    <a:pt x="813417" y="96375"/>
                  </a:cubicBezTo>
                  <a:cubicBezTo>
                    <a:pt x="842192" y="68934"/>
                    <a:pt x="868644" y="56274"/>
                    <a:pt x="884402" y="48101"/>
                  </a:cubicBezTo>
                  <a:cubicBezTo>
                    <a:pt x="902075" y="38939"/>
                    <a:pt x="895285" y="17655"/>
                    <a:pt x="889021" y="10120"/>
                  </a:cubicBezTo>
                  <a:cubicBezTo>
                    <a:pt x="874377" y="-7458"/>
                    <a:pt x="849607" y="589"/>
                    <a:pt x="832579" y="11191"/>
                  </a:cubicBezTo>
                  <a:cubicBezTo>
                    <a:pt x="722863" y="79510"/>
                    <a:pt x="653455" y="238596"/>
                    <a:pt x="621746" y="333480"/>
                  </a:cubicBezTo>
                  <a:cubicBezTo>
                    <a:pt x="571719" y="483160"/>
                    <a:pt x="554735" y="639568"/>
                    <a:pt x="569748" y="746192"/>
                  </a:cubicBezTo>
                  <a:cubicBezTo>
                    <a:pt x="575843" y="789461"/>
                    <a:pt x="586625" y="828680"/>
                    <a:pt x="596144" y="863280"/>
                  </a:cubicBezTo>
                  <a:cubicBezTo>
                    <a:pt x="605850" y="898588"/>
                    <a:pt x="614649" y="929071"/>
                    <a:pt x="614649" y="952401"/>
                  </a:cubicBezTo>
                  <a:cubicBezTo>
                    <a:pt x="614649" y="1041947"/>
                    <a:pt x="540466" y="1034488"/>
                    <a:pt x="503550" y="1035558"/>
                  </a:cubicBezTo>
                  <a:cubicBezTo>
                    <a:pt x="466634" y="1036622"/>
                    <a:pt x="53840" y="1046203"/>
                    <a:pt x="53840" y="1046203"/>
                  </a:cubicBezTo>
                  <a:cubicBezTo>
                    <a:pt x="23257" y="1046203"/>
                    <a:pt x="-117" y="1048631"/>
                    <a:pt x="-117" y="1079214"/>
                  </a:cubicBezTo>
                  <a:cubicBezTo>
                    <a:pt x="-117" y="1109797"/>
                    <a:pt x="74367" y="1133521"/>
                    <a:pt x="104950" y="1133521"/>
                  </a:cubicBezTo>
                  <a:close/>
                </a:path>
              </a:pathLst>
            </a:custGeom>
            <a:solidFill>
              <a:schemeClr val="accent5">
                <a:lumMod val="50000"/>
              </a:schemeClr>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199" name="Freeform: Shape 198">
              <a:extLst>
                <a:ext uri="{FF2B5EF4-FFF2-40B4-BE49-F238E27FC236}">
                  <a16:creationId xmlns:a16="http://schemas.microsoft.com/office/drawing/2014/main" id="{92423774-C553-0AF3-60F3-3D17F72E97F0}"/>
                </a:ext>
              </a:extLst>
            </p:cNvPr>
            <p:cNvSpPr/>
            <p:nvPr/>
          </p:nvSpPr>
          <p:spPr>
            <a:xfrm rot="10800000" flipV="1">
              <a:off x="9680281" y="5045777"/>
              <a:ext cx="369882" cy="558796"/>
            </a:xfrm>
            <a:custGeom>
              <a:avLst/>
              <a:gdLst>
                <a:gd name="connsiteX0" fmla="*/ 276730 w 709878"/>
                <a:gd name="connsiteY0" fmla="*/ -177 h 1072441"/>
                <a:gd name="connsiteX1" fmla="*/ 709762 w 709878"/>
                <a:gd name="connsiteY1" fmla="*/ -177 h 1072441"/>
                <a:gd name="connsiteX2" fmla="*/ 449940 w 709878"/>
                <a:gd name="connsiteY2" fmla="*/ 455922 h 1072441"/>
                <a:gd name="connsiteX3" fmla="*/ 466981 w 709878"/>
                <a:gd name="connsiteY3" fmla="*/ 905281 h 1072441"/>
                <a:gd name="connsiteX4" fmla="*/ 415871 w 709878"/>
                <a:gd name="connsiteY4" fmla="*/ 1058616 h 1072441"/>
                <a:gd name="connsiteX5" fmla="*/ 29337 w 709878"/>
                <a:gd name="connsiteY5" fmla="*/ 1052226 h 1072441"/>
                <a:gd name="connsiteX6" fmla="*/ 30400 w 709878"/>
                <a:gd name="connsiteY6" fmla="*/ 853107 h 1072441"/>
                <a:gd name="connsiteX7" fmla="*/ 54888 w 709878"/>
                <a:gd name="connsiteY7" fmla="*/ 349441 h 1072441"/>
                <a:gd name="connsiteX8" fmla="*/ 276730 w 709878"/>
                <a:gd name="connsiteY8" fmla="*/ -177 h 1072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9878" h="1072441">
                  <a:moveTo>
                    <a:pt x="276730" y="-177"/>
                  </a:moveTo>
                  <a:lnTo>
                    <a:pt x="709762" y="-177"/>
                  </a:lnTo>
                  <a:cubicBezTo>
                    <a:pt x="709762" y="-177"/>
                    <a:pt x="480823" y="250407"/>
                    <a:pt x="449940" y="455922"/>
                  </a:cubicBezTo>
                  <a:cubicBezTo>
                    <a:pt x="419063" y="661436"/>
                    <a:pt x="458463" y="855235"/>
                    <a:pt x="466981" y="905281"/>
                  </a:cubicBezTo>
                  <a:cubicBezTo>
                    <a:pt x="475498" y="955327"/>
                    <a:pt x="505317" y="1024541"/>
                    <a:pt x="415871" y="1058616"/>
                  </a:cubicBezTo>
                  <a:cubicBezTo>
                    <a:pt x="326425" y="1092691"/>
                    <a:pt x="29337" y="1052226"/>
                    <a:pt x="29337" y="1052226"/>
                  </a:cubicBezTo>
                  <a:cubicBezTo>
                    <a:pt x="29337" y="1052226"/>
                    <a:pt x="50632" y="977687"/>
                    <a:pt x="30400" y="853107"/>
                  </a:cubicBezTo>
                  <a:cubicBezTo>
                    <a:pt x="10168" y="728516"/>
                    <a:pt x="-37750" y="561345"/>
                    <a:pt x="54888" y="349441"/>
                  </a:cubicBezTo>
                  <a:cubicBezTo>
                    <a:pt x="147532" y="137537"/>
                    <a:pt x="276730" y="-177"/>
                    <a:pt x="276730" y="-177"/>
                  </a:cubicBezTo>
                  <a:close/>
                </a:path>
              </a:pathLst>
            </a:custGeom>
            <a:solidFill>
              <a:schemeClr val="accent1">
                <a:lumMod val="75000"/>
              </a:schemeClr>
            </a:solidFill>
            <a:ln w="6256" cap="flat">
              <a:solidFill>
                <a:srgbClr val="C00000"/>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200" name="Freeform: Shape 199">
              <a:extLst>
                <a:ext uri="{FF2B5EF4-FFF2-40B4-BE49-F238E27FC236}">
                  <a16:creationId xmlns:a16="http://schemas.microsoft.com/office/drawing/2014/main" id="{B2A29EE7-F2E5-7232-A59A-371427EC6F10}"/>
                </a:ext>
              </a:extLst>
            </p:cNvPr>
            <p:cNvSpPr/>
            <p:nvPr/>
          </p:nvSpPr>
          <p:spPr>
            <a:xfrm rot="10800000" flipV="1">
              <a:off x="9890959" y="5045586"/>
              <a:ext cx="466770" cy="591268"/>
            </a:xfrm>
            <a:custGeom>
              <a:avLst/>
              <a:gdLst>
                <a:gd name="connsiteX0" fmla="*/ 55255 w 895825"/>
                <a:gd name="connsiteY0" fmla="*/ 1114353 h 1134762"/>
                <a:gd name="connsiteX1" fmla="*/ 526623 w 895825"/>
                <a:gd name="connsiteY1" fmla="*/ 1134586 h 1134762"/>
                <a:gd name="connsiteX2" fmla="*/ 614386 w 895825"/>
                <a:gd name="connsiteY2" fmla="*/ 1096668 h 1134762"/>
                <a:gd name="connsiteX3" fmla="*/ 664325 w 895825"/>
                <a:gd name="connsiteY3" fmla="*/ 950474 h 1134762"/>
                <a:gd name="connsiteX4" fmla="*/ 641884 w 895825"/>
                <a:gd name="connsiteY4" fmla="*/ 833917 h 1134762"/>
                <a:gd name="connsiteX5" fmla="*/ 618366 w 895825"/>
                <a:gd name="connsiteY5" fmla="*/ 730747 h 1134762"/>
                <a:gd name="connsiteX6" fmla="*/ 650139 w 895825"/>
                <a:gd name="connsiteY6" fmla="*/ 421506 h 1134762"/>
                <a:gd name="connsiteX7" fmla="*/ 813417 w 895825"/>
                <a:gd name="connsiteY7" fmla="*/ 96375 h 1134762"/>
                <a:gd name="connsiteX8" fmla="*/ 884402 w 895825"/>
                <a:gd name="connsiteY8" fmla="*/ 48101 h 1134762"/>
                <a:gd name="connsiteX9" fmla="*/ 889021 w 895825"/>
                <a:gd name="connsiteY9" fmla="*/ 10120 h 1134762"/>
                <a:gd name="connsiteX10" fmla="*/ 832586 w 895825"/>
                <a:gd name="connsiteY10" fmla="*/ 11191 h 1134762"/>
                <a:gd name="connsiteX11" fmla="*/ 621746 w 895825"/>
                <a:gd name="connsiteY11" fmla="*/ 333480 h 1134762"/>
                <a:gd name="connsiteX12" fmla="*/ 569748 w 895825"/>
                <a:gd name="connsiteY12" fmla="*/ 746192 h 1134762"/>
                <a:gd name="connsiteX13" fmla="*/ 596144 w 895825"/>
                <a:gd name="connsiteY13" fmla="*/ 863280 h 1134762"/>
                <a:gd name="connsiteX14" fmla="*/ 614649 w 895825"/>
                <a:gd name="connsiteY14" fmla="*/ 952401 h 1134762"/>
                <a:gd name="connsiteX15" fmla="*/ 503550 w 895825"/>
                <a:gd name="connsiteY15" fmla="*/ 1035558 h 1134762"/>
                <a:gd name="connsiteX16" fmla="*/ 55255 w 895825"/>
                <a:gd name="connsiteY16" fmla="*/ 1023843 h 1134762"/>
                <a:gd name="connsiteX17" fmla="*/ -117 w 895825"/>
                <a:gd name="connsiteY17" fmla="*/ 1079214 h 1134762"/>
                <a:gd name="connsiteX18" fmla="*/ 55255 w 895825"/>
                <a:gd name="connsiteY18" fmla="*/ 1114353 h 1134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5825" h="1134762">
                  <a:moveTo>
                    <a:pt x="55255" y="1114353"/>
                  </a:moveTo>
                  <a:lnTo>
                    <a:pt x="526623" y="1134586"/>
                  </a:lnTo>
                  <a:cubicBezTo>
                    <a:pt x="559190" y="1134586"/>
                    <a:pt x="590355" y="1121118"/>
                    <a:pt x="614386" y="1096668"/>
                  </a:cubicBezTo>
                  <a:cubicBezTo>
                    <a:pt x="647641" y="1062824"/>
                    <a:pt x="665383" y="1010901"/>
                    <a:pt x="664325" y="950474"/>
                  </a:cubicBezTo>
                  <a:cubicBezTo>
                    <a:pt x="663681" y="913176"/>
                    <a:pt x="653092" y="874676"/>
                    <a:pt x="641884" y="833917"/>
                  </a:cubicBezTo>
                  <a:cubicBezTo>
                    <a:pt x="632829" y="800994"/>
                    <a:pt x="623498" y="766957"/>
                    <a:pt x="618366" y="730747"/>
                  </a:cubicBezTo>
                  <a:cubicBezTo>
                    <a:pt x="604499" y="632771"/>
                    <a:pt x="622265" y="523362"/>
                    <a:pt x="650139" y="421506"/>
                  </a:cubicBezTo>
                  <a:cubicBezTo>
                    <a:pt x="688237" y="282314"/>
                    <a:pt x="749441" y="157379"/>
                    <a:pt x="813417" y="96375"/>
                  </a:cubicBezTo>
                  <a:cubicBezTo>
                    <a:pt x="842192" y="68934"/>
                    <a:pt x="868644" y="56274"/>
                    <a:pt x="884402" y="48101"/>
                  </a:cubicBezTo>
                  <a:cubicBezTo>
                    <a:pt x="902075" y="38939"/>
                    <a:pt x="895291" y="17655"/>
                    <a:pt x="889021" y="10120"/>
                  </a:cubicBezTo>
                  <a:cubicBezTo>
                    <a:pt x="874377" y="-7458"/>
                    <a:pt x="849607" y="589"/>
                    <a:pt x="832586" y="11191"/>
                  </a:cubicBezTo>
                  <a:cubicBezTo>
                    <a:pt x="722863" y="79510"/>
                    <a:pt x="653455" y="238596"/>
                    <a:pt x="621746" y="333480"/>
                  </a:cubicBezTo>
                  <a:cubicBezTo>
                    <a:pt x="571725" y="483160"/>
                    <a:pt x="554728" y="639568"/>
                    <a:pt x="569748" y="746192"/>
                  </a:cubicBezTo>
                  <a:cubicBezTo>
                    <a:pt x="575837" y="789461"/>
                    <a:pt x="586625" y="828680"/>
                    <a:pt x="596144" y="863280"/>
                  </a:cubicBezTo>
                  <a:cubicBezTo>
                    <a:pt x="605856" y="898588"/>
                    <a:pt x="614649" y="929071"/>
                    <a:pt x="614649" y="952401"/>
                  </a:cubicBezTo>
                  <a:cubicBezTo>
                    <a:pt x="614649" y="1041947"/>
                    <a:pt x="540466" y="1034488"/>
                    <a:pt x="503550" y="1035558"/>
                  </a:cubicBezTo>
                  <a:cubicBezTo>
                    <a:pt x="466633" y="1036622"/>
                    <a:pt x="55255" y="1023843"/>
                    <a:pt x="55255" y="1023843"/>
                  </a:cubicBezTo>
                  <a:cubicBezTo>
                    <a:pt x="24678" y="1023843"/>
                    <a:pt x="-117" y="1048631"/>
                    <a:pt x="-117" y="1079214"/>
                  </a:cubicBezTo>
                  <a:cubicBezTo>
                    <a:pt x="-117" y="1109797"/>
                    <a:pt x="24678" y="1114353"/>
                    <a:pt x="55255" y="1114353"/>
                  </a:cubicBezTo>
                  <a:close/>
                </a:path>
              </a:pathLst>
            </a:custGeom>
            <a:solidFill>
              <a:schemeClr val="accent1"/>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201" name="Freeform: Shape 200">
              <a:extLst>
                <a:ext uri="{FF2B5EF4-FFF2-40B4-BE49-F238E27FC236}">
                  <a16:creationId xmlns:a16="http://schemas.microsoft.com/office/drawing/2014/main" id="{FB99B8A0-7383-4CC7-FC0A-8DCC51307787}"/>
                </a:ext>
              </a:extLst>
            </p:cNvPr>
            <p:cNvSpPr/>
            <p:nvPr/>
          </p:nvSpPr>
          <p:spPr>
            <a:xfrm rot="10800000" flipV="1">
              <a:off x="10113775" y="5632416"/>
              <a:ext cx="69738" cy="46611"/>
            </a:xfrm>
            <a:custGeom>
              <a:avLst/>
              <a:gdLst>
                <a:gd name="connsiteX0" fmla="*/ 115951 w 133842"/>
                <a:gd name="connsiteY0" fmla="*/ 4078 h 89455"/>
                <a:gd name="connsiteX1" fmla="*/ 119149 w 133842"/>
                <a:gd name="connsiteY1" fmla="*/ 78618 h 89455"/>
                <a:gd name="connsiteX2" fmla="*/ 38220 w 133842"/>
                <a:gd name="connsiteY2" fmla="*/ 71164 h 89455"/>
                <a:gd name="connsiteX3" fmla="*/ -117 w 133842"/>
                <a:gd name="connsiteY3" fmla="*/ -177 h 89455"/>
                <a:gd name="connsiteX4" fmla="*/ 115951 w 133842"/>
                <a:gd name="connsiteY4" fmla="*/ 4078 h 894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842" h="89455">
                  <a:moveTo>
                    <a:pt x="115951" y="4078"/>
                  </a:moveTo>
                  <a:cubicBezTo>
                    <a:pt x="117021" y="7276"/>
                    <a:pt x="153224" y="67973"/>
                    <a:pt x="119149" y="78618"/>
                  </a:cubicBezTo>
                  <a:cubicBezTo>
                    <a:pt x="85074" y="89269"/>
                    <a:pt x="59516" y="98850"/>
                    <a:pt x="38220" y="71164"/>
                  </a:cubicBezTo>
                  <a:cubicBezTo>
                    <a:pt x="16924" y="43479"/>
                    <a:pt x="-117" y="-177"/>
                    <a:pt x="-117" y="-177"/>
                  </a:cubicBezTo>
                  <a:lnTo>
                    <a:pt x="115951" y="4078"/>
                  </a:lnTo>
                  <a:close/>
                </a:path>
              </a:pathLst>
            </a:custGeom>
            <a:solidFill>
              <a:srgbClr val="4D4D4D"/>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sp>
          <p:nvSpPr>
            <p:cNvPr id="202" name="Freeform: Shape 201">
              <a:extLst>
                <a:ext uri="{FF2B5EF4-FFF2-40B4-BE49-F238E27FC236}">
                  <a16:creationId xmlns:a16="http://schemas.microsoft.com/office/drawing/2014/main" id="{A2628008-E030-0413-0645-C5D24715F624}"/>
                </a:ext>
              </a:extLst>
            </p:cNvPr>
            <p:cNvSpPr/>
            <p:nvPr/>
          </p:nvSpPr>
          <p:spPr>
            <a:xfrm rot="10800000" flipV="1">
              <a:off x="10027781" y="5373336"/>
              <a:ext cx="227043" cy="296955"/>
            </a:xfrm>
            <a:custGeom>
              <a:avLst/>
              <a:gdLst>
                <a:gd name="connsiteX0" fmla="*/ 390175 w 435742"/>
                <a:gd name="connsiteY0" fmla="*/ 45213 h 569915"/>
                <a:gd name="connsiteX1" fmla="*/ 11094 w 435742"/>
                <a:gd name="connsiteY1" fmla="*/ 35269 h 569915"/>
                <a:gd name="connsiteX2" fmla="*/ 187151 w 435742"/>
                <a:gd name="connsiteY2" fmla="*/ 554906 h 569915"/>
                <a:gd name="connsiteX3" fmla="*/ 228323 w 435742"/>
                <a:gd name="connsiteY3" fmla="*/ 569099 h 569915"/>
                <a:gd name="connsiteX4" fmla="*/ 238261 w 435742"/>
                <a:gd name="connsiteY4" fmla="*/ 536451 h 569915"/>
                <a:gd name="connsiteX5" fmla="*/ 79243 w 435742"/>
                <a:gd name="connsiteY5" fmla="*/ 61533 h 569915"/>
                <a:gd name="connsiteX6" fmla="*/ 373140 w 435742"/>
                <a:gd name="connsiteY6" fmla="*/ 95608 h 569915"/>
                <a:gd name="connsiteX7" fmla="*/ 434188 w 435742"/>
                <a:gd name="connsiteY7" fmla="*/ 90640 h 569915"/>
                <a:gd name="connsiteX8" fmla="*/ 390175 w 435742"/>
                <a:gd name="connsiteY8" fmla="*/ 45213 h 56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5742" h="569915">
                  <a:moveTo>
                    <a:pt x="390175" y="45213"/>
                  </a:moveTo>
                  <a:cubicBezTo>
                    <a:pt x="390175" y="45213"/>
                    <a:pt x="76402" y="-49922"/>
                    <a:pt x="11094" y="35269"/>
                  </a:cubicBezTo>
                  <a:cubicBezTo>
                    <a:pt x="-54216" y="120453"/>
                    <a:pt x="187151" y="554906"/>
                    <a:pt x="187151" y="554906"/>
                  </a:cubicBezTo>
                  <a:cubicBezTo>
                    <a:pt x="187151" y="554906"/>
                    <a:pt x="207027" y="573361"/>
                    <a:pt x="228323" y="569099"/>
                  </a:cubicBezTo>
                  <a:cubicBezTo>
                    <a:pt x="249619" y="564843"/>
                    <a:pt x="238261" y="536451"/>
                    <a:pt x="238261" y="536451"/>
                  </a:cubicBezTo>
                  <a:cubicBezTo>
                    <a:pt x="238261" y="536451"/>
                    <a:pt x="-3100" y="87085"/>
                    <a:pt x="79243" y="61533"/>
                  </a:cubicBezTo>
                  <a:cubicBezTo>
                    <a:pt x="142006" y="42058"/>
                    <a:pt x="269494" y="74319"/>
                    <a:pt x="373140" y="95608"/>
                  </a:cubicBezTo>
                  <a:cubicBezTo>
                    <a:pt x="399512" y="101028"/>
                    <a:pt x="430445" y="102624"/>
                    <a:pt x="434188" y="90640"/>
                  </a:cubicBezTo>
                  <a:cubicBezTo>
                    <a:pt x="441285" y="67923"/>
                    <a:pt x="421409" y="50882"/>
                    <a:pt x="390175" y="45213"/>
                  </a:cubicBezTo>
                  <a:close/>
                </a:path>
              </a:pathLst>
            </a:custGeom>
            <a:solidFill>
              <a:srgbClr val="B3B3B3"/>
            </a:solidFill>
            <a:ln w="6256" cap="flat">
              <a:no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10" name="TextBox 9">
            <a:extLst>
              <a:ext uri="{FF2B5EF4-FFF2-40B4-BE49-F238E27FC236}">
                <a16:creationId xmlns:a16="http://schemas.microsoft.com/office/drawing/2014/main" id="{FF36C58C-9045-CBC8-AAFF-EEA83F152E4B}"/>
              </a:ext>
            </a:extLst>
          </p:cNvPr>
          <p:cNvSpPr txBox="1">
            <a:spLocks/>
          </p:cNvSpPr>
          <p:nvPr/>
        </p:nvSpPr>
        <p:spPr>
          <a:xfrm>
            <a:off x="6502529" y="1149016"/>
            <a:ext cx="5065775" cy="24622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nl-NL" b="1"/>
              <a:t>Hoe ziet het eruit?</a:t>
            </a:r>
          </a:p>
        </p:txBody>
      </p:sp>
      <p:sp>
        <p:nvSpPr>
          <p:cNvPr id="29" name="TextBox 28">
            <a:extLst>
              <a:ext uri="{FF2B5EF4-FFF2-40B4-BE49-F238E27FC236}">
                <a16:creationId xmlns:a16="http://schemas.microsoft.com/office/drawing/2014/main" id="{906190AB-5850-7029-7BF7-2D1FD9AE76BF}"/>
              </a:ext>
            </a:extLst>
          </p:cNvPr>
          <p:cNvSpPr txBox="1">
            <a:spLocks/>
          </p:cNvSpPr>
          <p:nvPr/>
        </p:nvSpPr>
        <p:spPr>
          <a:xfrm>
            <a:off x="6502529" y="1491239"/>
            <a:ext cx="5065775" cy="50783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179997" lvl="1"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2pPr>
            <a:lvl3pPr marL="359994" lvl="2" indent="-179997">
              <a:lnSpc>
                <a:spcPct val="100000"/>
              </a:lnSpc>
              <a:spcBef>
                <a:spcPts val="0"/>
              </a:spcBef>
              <a:spcAft>
                <a:spcPts val="300"/>
              </a:spcAft>
              <a:buClr>
                <a:schemeClr val="accent1"/>
              </a:buClr>
              <a:buSzPct val="100000"/>
              <a:buFont typeface="Wingdings" panose="05000000000000000000" pitchFamily="2" charset="2"/>
              <a:buChar char="§"/>
              <a:defRPr lang="en-US" sz="1600" dirty="0"/>
            </a:lvl3pPr>
            <a:lvl4pPr marL="539991" lvl="3"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4pPr>
            <a:lvl5pPr marL="719988" lvl="4" indent="-179997">
              <a:lnSpc>
                <a:spcPct val="100000"/>
              </a:lnSpc>
              <a:spcBef>
                <a:spcPts val="0"/>
              </a:spcBef>
              <a:spcAft>
                <a:spcPts val="300"/>
              </a:spcAft>
              <a:buClr>
                <a:schemeClr val="accent1"/>
              </a:buClr>
              <a:buSzPct val="100000"/>
              <a:buFont typeface="Calibri" panose="020F050202020403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nl-NL" sz="1100" dirty="0">
                <a:ea typeface="Verdana" panose="020B0604030504040204" pitchFamily="34" charset="0"/>
                <a:cs typeface="Calibri" panose="020F0502020204030204" pitchFamily="34" charset="0"/>
              </a:rPr>
              <a:t>De performance dialoog sessie is de eerste bijeenkomst van het </a:t>
            </a:r>
            <a:r>
              <a:rPr lang="nl-NL" sz="1100" dirty="0"/>
              <a:t>leiderschapsprogramma</a:t>
            </a:r>
            <a:r>
              <a:rPr lang="nl-NL" sz="1100" dirty="0">
                <a:ea typeface="Verdana" panose="020B0604030504040204" pitchFamily="34" charset="0"/>
                <a:cs typeface="Calibri" panose="020F0502020204030204" pitchFamily="34" charset="0"/>
              </a:rPr>
              <a:t>. Het is een bijeenkomst van 4 uur met een externe/interne facilitator waarin je theorie leert en direct toepast op je echte performance dialogen</a:t>
            </a:r>
          </a:p>
        </p:txBody>
      </p:sp>
      <p:sp>
        <p:nvSpPr>
          <p:cNvPr id="3" name="Sticky">
            <a:extLst>
              <a:ext uri="{FF2B5EF4-FFF2-40B4-BE49-F238E27FC236}">
                <a16:creationId xmlns:a16="http://schemas.microsoft.com/office/drawing/2014/main" id="{DD351930-F48F-B253-208A-64A115605D86}"/>
              </a:ext>
            </a:extLst>
          </p:cNvPr>
          <p:cNvSpPr/>
          <p:nvPr>
            <p:custDataLst>
              <p:tags r:id="rId3"/>
            </p:custDataLst>
          </p:nvPr>
        </p:nvSpPr>
        <p:spPr>
          <a:xfrm>
            <a:off x="1555750" y="2403190"/>
            <a:ext cx="1905000" cy="455639"/>
          </a:xfrm>
          <a:prstGeom prst="foldedCorner">
            <a:avLst/>
          </a:prstGeom>
          <a:solidFill>
            <a:srgbClr val="FFFF6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spcBef>
                <a:spcPts val="300"/>
              </a:spcBef>
              <a:spcAft>
                <a:spcPts val="300"/>
              </a:spcAft>
            </a:pPr>
            <a:r>
              <a:rPr lang="nl-NL" sz="1600" dirty="0">
                <a:solidFill>
                  <a:srgbClr val="000000"/>
                </a:solidFill>
              </a:rPr>
              <a:t>Vertrouwelijk</a:t>
            </a:r>
          </a:p>
        </p:txBody>
      </p:sp>
    </p:spTree>
    <p:extLst>
      <p:ext uri="{BB962C8B-B14F-4D97-AF65-F5344CB8AC3E}">
        <p14:creationId xmlns:p14="http://schemas.microsoft.com/office/powerpoint/2010/main" val="1920900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BC18A374-5468-4DAA-B176-E86F5750275C}"/>
              </a:ext>
            </a:extLst>
          </p:cNvPr>
          <p:cNvGraphicFramePr>
            <a:graphicFrameLocks noChangeAspect="1"/>
          </p:cNvGraphicFramePr>
          <p:nvPr>
            <p:custDataLst>
              <p:tags r:id="rId1"/>
            </p:custDataLst>
            <p:extLst>
              <p:ext uri="{D42A27DB-BD31-4B8C-83A1-F6EECF244321}">
                <p14:modId xmlns:p14="http://schemas.microsoft.com/office/powerpoint/2010/main" val="26332311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Footer Placeholder 4">
            <a:extLst>
              <a:ext uri="{FF2B5EF4-FFF2-40B4-BE49-F238E27FC236}">
                <a16:creationId xmlns:a16="http://schemas.microsoft.com/office/drawing/2014/main" id="{090D8635-3D9F-4FCB-B64C-495FA85E92C0}"/>
              </a:ext>
            </a:extLst>
          </p:cNvPr>
          <p:cNvSpPr>
            <a:spLocks noGrp="1"/>
          </p:cNvSpPr>
          <p:nvPr>
            <p:ph type="ftr" sz="quarter" idx="4294967295"/>
          </p:nvPr>
        </p:nvSpPr>
        <p:spPr>
          <a:xfrm>
            <a:off x="8077200" y="7000875"/>
            <a:ext cx="4114800" cy="152400"/>
          </a:xfrm>
          <a:prstGeom prst="rect">
            <a:avLst/>
          </a:prstGeom>
        </p:spPr>
        <p:txBody>
          <a:bodyPr/>
          <a:lstStyle/>
          <a:p>
            <a:r>
              <a:rPr lang="nl-NL" dirty="0"/>
              <a:t>Achmea HR</a:t>
            </a:r>
          </a:p>
        </p:txBody>
      </p:sp>
      <p:sp>
        <p:nvSpPr>
          <p:cNvPr id="6" name="Slide Number Placeholder 5">
            <a:extLst>
              <a:ext uri="{FF2B5EF4-FFF2-40B4-BE49-F238E27FC236}">
                <a16:creationId xmlns:a16="http://schemas.microsoft.com/office/drawing/2014/main" id="{5A622B11-63A7-449A-81D0-D095268142C2}"/>
              </a:ext>
            </a:extLst>
          </p:cNvPr>
          <p:cNvSpPr>
            <a:spLocks noGrp="1"/>
          </p:cNvSpPr>
          <p:nvPr>
            <p:ph type="sldNum" sz="quarter" idx="4294967295"/>
          </p:nvPr>
        </p:nvSpPr>
        <p:spPr>
          <a:xfrm>
            <a:off x="11907838" y="7000875"/>
            <a:ext cx="284162" cy="152400"/>
          </a:xfrm>
          <a:prstGeom prst="rect">
            <a:avLst/>
          </a:prstGeom>
        </p:spPr>
        <p:txBody>
          <a:bodyPr/>
          <a:lstStyle/>
          <a:p>
            <a:fld id="{D7B5DC5B-6873-43DB-ADC7-B15ACCE0DFDB}" type="slidenum">
              <a:rPr lang="nl-NL" noProof="0" smtClean="0"/>
              <a:t>7</a:t>
            </a:fld>
            <a:endParaRPr lang="nl-NL" noProof="0"/>
          </a:p>
        </p:txBody>
      </p:sp>
    </p:spTree>
    <p:extLst>
      <p:ext uri="{BB962C8B-B14F-4D97-AF65-F5344CB8AC3E}">
        <p14:creationId xmlns:p14="http://schemas.microsoft.com/office/powerpoint/2010/main" val="202913102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SCLIENT" val="True"/>
  <p:tag name="BLUEONEFOURTHTITLEFONTCOLORFIXED" val="true"/>
  <p:tag name="DARKLAYOUTNAMESCHANGEDTOCONTRAST" val="true"/>
  <p:tag name="ICONFILLBACKGROUND" val="Color [A=255, R=193, G=86, B=131]"/>
  <p:tag name="ICONFILLBACKGROUNDTHEME" val="Accent 1"/>
  <p:tag name="ICONENCLOSURE" val="False"/>
  <p:tag name="ICONLINEFILL" val="Color [A=255, R=193, G=86, B=131]"/>
  <p:tag name="ICONLINEFILLTHEME" val="Accent 1"/>
  <p:tag name="MTBTACCENT" val="Accent1ColorBoldText"/>
  <p:tag name="FF" val="true"/>
  <p:tag name="THINKCELLPRESENTATIONDONOTDELETE" val="&lt;?xml version=&quot;1.0&quot; encoding=&quot;UTF-16&quot; standalone=&quot;yes&quot;?&gt;&lt;root reqver=&quot;27037&quot;&gt;&lt;version val=&quot;33096&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1 %#d&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2&quot;/&gt;&lt;m_eweekdayFirstOfWorkweek val=&quot;2&quot;/&gt;&lt;m_eweekdayFirstOfWeekend val=&quot;7&quot;/&gt;&lt;/CPresentation&gt;&lt;/root&gt;"/>
  <p:tag name="NEWVI" val="false"/>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NAME" val="StrongCallout"/>
</p:tagLst>
</file>

<file path=ppt/tags/tag4.xml><?xml version="1.0" encoding="utf-8"?>
<p:tagLst xmlns:a="http://schemas.openxmlformats.org/drawingml/2006/main" xmlns:r="http://schemas.openxmlformats.org/officeDocument/2006/relationships" xmlns:p="http://schemas.openxmlformats.org/presentationml/2006/main">
  <p:tag name="ISFLAT" val="True"/>
  <p:tag name="NAME" val="SplitFlo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xcgoWEzLgA0_64VDvMxGGg"/>
</p:tagLst>
</file>

<file path=ppt/tags/tag7.xml><?xml version="1.0" encoding="utf-8"?>
<p:tagLst xmlns:a="http://schemas.openxmlformats.org/drawingml/2006/main" xmlns:r="http://schemas.openxmlformats.org/officeDocument/2006/relationships" xmlns:p="http://schemas.openxmlformats.org/presentationml/2006/main">
  <p:tag name="SHAPENAME" val="4. Footnote"/>
</p:tagLst>
</file>

<file path=ppt/tags/tag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xml><?xml version="1.0" encoding="utf-8"?>
<p:tagLst xmlns:a="http://schemas.openxmlformats.org/drawingml/2006/main" xmlns:r="http://schemas.openxmlformats.org/officeDocument/2006/relationships" xmlns:p="http://schemas.openxmlformats.org/presentationml/2006/main">
  <p:tag name="NAME" val="ACET"/>
</p:tagLst>
</file>

<file path=ppt/tags/tag10.xml><?xml version="1.0" encoding="utf-8"?>
<p:tagLst xmlns:a="http://schemas.openxmlformats.org/drawingml/2006/main" xmlns:r="http://schemas.openxmlformats.org/officeDocument/2006/relationships" xmlns:p="http://schemas.openxmlformats.org/presentationml/2006/main">
  <p:tag name="NAME" val="Moon"/>
</p:tagLst>
</file>

<file path=ppt/tags/tag11.xml><?xml version="1.0" encoding="utf-8"?>
<p:tagLst xmlns:a="http://schemas.openxmlformats.org/drawingml/2006/main" xmlns:r="http://schemas.openxmlformats.org/officeDocument/2006/relationships" xmlns:p="http://schemas.openxmlformats.org/presentationml/2006/main">
  <p:tag name="NAME" val="Moon"/>
</p:tagLst>
</file>

<file path=ppt/tags/tag12.xml><?xml version="1.0" encoding="utf-8"?>
<p:tagLst xmlns:a="http://schemas.openxmlformats.org/drawingml/2006/main" xmlns:r="http://schemas.openxmlformats.org/officeDocument/2006/relationships" xmlns:p="http://schemas.openxmlformats.org/presentationml/2006/main">
  <p:tag name="NAME" val="Moon"/>
</p:tagLst>
</file>

<file path=ppt/tags/tag13.xml><?xml version="1.0" encoding="utf-8"?>
<p:tagLst xmlns:a="http://schemas.openxmlformats.org/drawingml/2006/main" xmlns:r="http://schemas.openxmlformats.org/officeDocument/2006/relationships" xmlns:p="http://schemas.openxmlformats.org/presentationml/2006/main">
  <p:tag name="NAME" val="Moon"/>
</p:tagLst>
</file>

<file path=ppt/tags/tag14.xml><?xml version="1.0" encoding="utf-8"?>
<p:tagLst xmlns:a="http://schemas.openxmlformats.org/drawingml/2006/main" xmlns:r="http://schemas.openxmlformats.org/officeDocument/2006/relationships" xmlns:p="http://schemas.openxmlformats.org/presentationml/2006/main">
  <p:tag name="NAME" val="Moon"/>
</p:tagLst>
</file>

<file path=ppt/tags/tag15.xml><?xml version="1.0" encoding="utf-8"?>
<p:tagLst xmlns:a="http://schemas.openxmlformats.org/drawingml/2006/main" xmlns:r="http://schemas.openxmlformats.org/officeDocument/2006/relationships" xmlns:p="http://schemas.openxmlformats.org/presentationml/2006/main">
  <p:tag name="ANGLE" val="5"/>
</p:tagLst>
</file>

<file path=ppt/tags/tag16.xml><?xml version="1.0" encoding="utf-8"?>
<p:tagLst xmlns:a="http://schemas.openxmlformats.org/drawingml/2006/main" xmlns:r="http://schemas.openxmlformats.org/officeDocument/2006/relationships" xmlns:p="http://schemas.openxmlformats.org/presentationml/2006/main">
  <p:tag name="ANGLE" val="5"/>
</p:tagLst>
</file>

<file path=ppt/tags/tag17.xml><?xml version="1.0" encoding="utf-8"?>
<p:tagLst xmlns:a="http://schemas.openxmlformats.org/drawingml/2006/main" xmlns:r="http://schemas.openxmlformats.org/officeDocument/2006/relationships" xmlns:p="http://schemas.openxmlformats.org/presentationml/2006/main">
  <p:tag name="ANGLE" val="4"/>
</p:tagLst>
</file>

<file path=ppt/tags/tag18.xml><?xml version="1.0" encoding="utf-8"?>
<p:tagLst xmlns:a="http://schemas.openxmlformats.org/drawingml/2006/main" xmlns:r="http://schemas.openxmlformats.org/officeDocument/2006/relationships" xmlns:p="http://schemas.openxmlformats.org/presentationml/2006/main">
  <p:tag name="ANGLE" val="4"/>
</p:tagLst>
</file>

<file path=ppt/tags/tag19.xml><?xml version="1.0" encoding="utf-8"?>
<p:tagLst xmlns:a="http://schemas.openxmlformats.org/drawingml/2006/main" xmlns:r="http://schemas.openxmlformats.org/officeDocument/2006/relationships" xmlns:p="http://schemas.openxmlformats.org/presentationml/2006/main">
  <p:tag name="ANGLE" val="3"/>
</p:tagLst>
</file>

<file path=ppt/tags/tag20.xml><?xml version="1.0" encoding="utf-8"?>
<p:tagLst xmlns:a="http://schemas.openxmlformats.org/drawingml/2006/main" xmlns:r="http://schemas.openxmlformats.org/officeDocument/2006/relationships" xmlns:p="http://schemas.openxmlformats.org/presentationml/2006/main">
  <p:tag name="ANGLE" val="3"/>
</p:tagLst>
</file>

<file path=ppt/tags/tag21.xml><?xml version="1.0" encoding="utf-8"?>
<p:tagLst xmlns:a="http://schemas.openxmlformats.org/drawingml/2006/main" xmlns:r="http://schemas.openxmlformats.org/officeDocument/2006/relationships" xmlns:p="http://schemas.openxmlformats.org/presentationml/2006/main">
  <p:tag name="ANGLE" val="2"/>
</p:tagLst>
</file>

<file path=ppt/tags/tag22.xml><?xml version="1.0" encoding="utf-8"?>
<p:tagLst xmlns:a="http://schemas.openxmlformats.org/drawingml/2006/main" xmlns:r="http://schemas.openxmlformats.org/officeDocument/2006/relationships" xmlns:p="http://schemas.openxmlformats.org/presentationml/2006/main">
  <p:tag name="ANGLE" val="2"/>
</p:tagLst>
</file>

<file path=ppt/tags/tag23.xml><?xml version="1.0" encoding="utf-8"?>
<p:tagLst xmlns:a="http://schemas.openxmlformats.org/drawingml/2006/main" xmlns:r="http://schemas.openxmlformats.org/officeDocument/2006/relationships" xmlns:p="http://schemas.openxmlformats.org/presentationml/2006/main">
  <p:tag name="ANGLE" val="1"/>
</p:tagLst>
</file>

<file path=ppt/tags/tag24.xml><?xml version="1.0" encoding="utf-8"?>
<p:tagLst xmlns:a="http://schemas.openxmlformats.org/drawingml/2006/main" xmlns:r="http://schemas.openxmlformats.org/officeDocument/2006/relationships" xmlns:p="http://schemas.openxmlformats.org/presentationml/2006/main">
  <p:tag name="ANGLE" val="1"/>
</p:tagLst>
</file>

<file path=ppt/tags/tag25.xml><?xml version="1.0" encoding="utf-8"?>
<p:tagLst xmlns:a="http://schemas.openxmlformats.org/drawingml/2006/main" xmlns:r="http://schemas.openxmlformats.org/officeDocument/2006/relationships" xmlns:p="http://schemas.openxmlformats.org/presentationml/2006/main">
  <p:tag name="NAME" val="1BoatTopShape"/>
</p:tagLst>
</file>

<file path=ppt/tags/tag26.xml><?xml version="1.0" encoding="utf-8"?>
<p:tagLst xmlns:a="http://schemas.openxmlformats.org/drawingml/2006/main" xmlns:r="http://schemas.openxmlformats.org/officeDocument/2006/relationships" xmlns:p="http://schemas.openxmlformats.org/presentationml/2006/main">
  <p:tag name="NAME" val="1BoatTopText"/>
</p:tagLst>
</file>

<file path=ppt/tags/tag27.xml><?xml version="1.0" encoding="utf-8"?>
<p:tagLst xmlns:a="http://schemas.openxmlformats.org/drawingml/2006/main" xmlns:r="http://schemas.openxmlformats.org/officeDocument/2006/relationships" xmlns:p="http://schemas.openxmlformats.org/presentationml/2006/main">
  <p:tag name="NAME" val="1BoatBottomShape"/>
</p:tagLst>
</file>

<file path=ppt/tags/tag28.xml><?xml version="1.0" encoding="utf-8"?>
<p:tagLst xmlns:a="http://schemas.openxmlformats.org/drawingml/2006/main" xmlns:r="http://schemas.openxmlformats.org/officeDocument/2006/relationships" xmlns:p="http://schemas.openxmlformats.org/presentationml/2006/main">
  <p:tag name="NAME" val="1BoatBottomText"/>
</p:tagLst>
</file>

<file path=ppt/tags/tag29.xml><?xml version="1.0" encoding="utf-8"?>
<p:tagLst xmlns:a="http://schemas.openxmlformats.org/drawingml/2006/main" xmlns:r="http://schemas.openxmlformats.org/officeDocument/2006/relationships" xmlns:p="http://schemas.openxmlformats.org/presentationml/2006/main">
  <p:tag name="NAME" val="2BoatBottomShape"/>
</p:tagLst>
</file>

<file path=ppt/tags/tag30.xml><?xml version="1.0" encoding="utf-8"?>
<p:tagLst xmlns:a="http://schemas.openxmlformats.org/drawingml/2006/main" xmlns:r="http://schemas.openxmlformats.org/officeDocument/2006/relationships" xmlns:p="http://schemas.openxmlformats.org/presentationml/2006/main">
  <p:tag name="NAME" val="2BoatBottomText"/>
</p:tagLst>
</file>

<file path=ppt/tags/tag31.xml><?xml version="1.0" encoding="utf-8"?>
<p:tagLst xmlns:a="http://schemas.openxmlformats.org/drawingml/2006/main" xmlns:r="http://schemas.openxmlformats.org/officeDocument/2006/relationships" xmlns:p="http://schemas.openxmlformats.org/presentationml/2006/main">
  <p:tag name="NAME" val="Flow"/>
</p:tagLst>
</file>

<file path=ppt/tags/tag32.xml><?xml version="1.0" encoding="utf-8"?>
<p:tagLst xmlns:a="http://schemas.openxmlformats.org/drawingml/2006/main" xmlns:r="http://schemas.openxmlformats.org/officeDocument/2006/relationships" xmlns:p="http://schemas.openxmlformats.org/presentationml/2006/main">
  <p:tag name="NAME" val="SingleBoatShape"/>
</p:tagLst>
</file>

<file path=ppt/tags/tag33.xml><?xml version="1.0" encoding="utf-8"?>
<p:tagLst xmlns:a="http://schemas.openxmlformats.org/drawingml/2006/main" xmlns:r="http://schemas.openxmlformats.org/officeDocument/2006/relationships" xmlns:p="http://schemas.openxmlformats.org/presentationml/2006/main">
  <p:tag name="NAME" val="SingleBoatText"/>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36.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37.xml><?xml version="1.0" encoding="utf-8"?>
<p:tagLst xmlns:a="http://schemas.openxmlformats.org/drawingml/2006/main" xmlns:r="http://schemas.openxmlformats.org/officeDocument/2006/relationships" xmlns:p="http://schemas.openxmlformats.org/presentationml/2006/main">
  <p:tag name="SHAPENAME" val="Subtitle"/>
</p:tagLst>
</file>

<file path=ppt/tags/tag38.xml><?xml version="1.0" encoding="utf-8"?>
<p:tagLst xmlns:a="http://schemas.openxmlformats.org/drawingml/2006/main" xmlns:r="http://schemas.openxmlformats.org/officeDocument/2006/relationships" xmlns:p="http://schemas.openxmlformats.org/presentationml/2006/main">
  <p:tag name="SHAPENAME" val="Titl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4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2.xml><?xml version="1.0" encoding="utf-8"?>
<p:tagLst xmlns:a="http://schemas.openxmlformats.org/drawingml/2006/main" xmlns:r="http://schemas.openxmlformats.org/officeDocument/2006/relationships" xmlns:p="http://schemas.openxmlformats.org/presentationml/2006/main">
  <p:tag name="SHAPENAME" val="3. Subtitle"/>
</p:tagLst>
</file>

<file path=ppt/tags/tag4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4.xml><?xml version="1.0" encoding="utf-8"?>
<p:tagLst xmlns:a="http://schemas.openxmlformats.org/drawingml/2006/main" xmlns:r="http://schemas.openxmlformats.org/officeDocument/2006/relationships" xmlns:p="http://schemas.openxmlformats.org/presentationml/2006/main">
  <p:tag name="SHAPENAME" val="5. Source"/>
</p:tagLst>
</file>

<file path=ppt/tags/tag4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rZ96ctUUqJsGDCugslwBCg"/>
</p:tagLst>
</file>

<file path=ppt/tags/tag4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1.xml><?xml version="1.0" encoding="utf-8"?>
<p:tagLst xmlns:a="http://schemas.openxmlformats.org/drawingml/2006/main" xmlns:r="http://schemas.openxmlformats.org/officeDocument/2006/relationships" xmlns:p="http://schemas.openxmlformats.org/presentationml/2006/main">
  <p:tag name="SHAPENAME" val="5. Sourc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AvhTnprpZIIVVQCOTQtpLw"/>
</p:tagLst>
</file>

<file path=ppt/tags/tag5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7.xml><?xml version="1.0" encoding="utf-8"?>
<p:tagLst xmlns:a="http://schemas.openxmlformats.org/drawingml/2006/main" xmlns:r="http://schemas.openxmlformats.org/officeDocument/2006/relationships" xmlns:p="http://schemas.openxmlformats.org/presentationml/2006/main">
  <p:tag name="SHAPENAME" val="5. Sourc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Vvs3CU0mhZ0iF9VK3Gc_gQ"/>
</p:tagLst>
</file>

<file path=ppt/tags/tag6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3.xml><?xml version="1.0" encoding="utf-8"?>
<p:tagLst xmlns:a="http://schemas.openxmlformats.org/drawingml/2006/main" xmlns:r="http://schemas.openxmlformats.org/officeDocument/2006/relationships" xmlns:p="http://schemas.openxmlformats.org/presentationml/2006/main">
  <p:tag name="SHAPENAME" val="5. Sourc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NrcAbB4u0quRffFN3bn3Xw"/>
</p:tagLst>
</file>

<file path=ppt/tags/tag6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7.xml><?xml version="1.0" encoding="utf-8"?>
<p:tagLst xmlns:a="http://schemas.openxmlformats.org/drawingml/2006/main" xmlns:r="http://schemas.openxmlformats.org/officeDocument/2006/relationships" xmlns:p="http://schemas.openxmlformats.org/presentationml/2006/main">
  <p:tag name="SHAPENAME" val="3. Subtitle"/>
</p:tagLst>
</file>

<file path=ppt/tags/tag6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0.xml><?xml version="1.0" encoding="utf-8"?>
<p:tagLst xmlns:a="http://schemas.openxmlformats.org/drawingml/2006/main" xmlns:r="http://schemas.openxmlformats.org/officeDocument/2006/relationships" xmlns:p="http://schemas.openxmlformats.org/presentationml/2006/main">
  <p:tag name="SHAPENAME" val="5. Sourc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YG_9mniplMrafceMpP.Qwg"/>
</p:tagLst>
</file>

<file path=ppt/tags/tag73.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7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5.xml><?xml version="1.0" encoding="utf-8"?>
<p:tagLst xmlns:a="http://schemas.openxmlformats.org/drawingml/2006/main" xmlns:r="http://schemas.openxmlformats.org/officeDocument/2006/relationships" xmlns:p="http://schemas.openxmlformats.org/presentationml/2006/main">
  <p:tag name="SHAPENAME" val="3. Subtitle"/>
</p:tagLst>
</file>

<file path=ppt/tags/tag7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8.xml><?xml version="1.0" encoding="utf-8"?>
<p:tagLst xmlns:a="http://schemas.openxmlformats.org/drawingml/2006/main" xmlns:r="http://schemas.openxmlformats.org/officeDocument/2006/relationships" xmlns:p="http://schemas.openxmlformats.org/presentationml/2006/main">
  <p:tag name="SHAPENAME" val="5. Sourc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bEQ8aI7AKzsdxigcAG3ZA"/>
</p:tagLst>
</file>

<file path=ppt/tags/tag8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8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3.xml><?xml version="1.0" encoding="utf-8"?>
<p:tagLst xmlns:a="http://schemas.openxmlformats.org/drawingml/2006/main" xmlns:r="http://schemas.openxmlformats.org/officeDocument/2006/relationships" xmlns:p="http://schemas.openxmlformats.org/presentationml/2006/main">
  <p:tag name="SHAPENAME" val="3. Subtitle"/>
</p:tagLst>
</file>

<file path=ppt/tags/tag8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6.xml><?xml version="1.0" encoding="utf-8"?>
<p:tagLst xmlns:a="http://schemas.openxmlformats.org/drawingml/2006/main" xmlns:r="http://schemas.openxmlformats.org/officeDocument/2006/relationships" xmlns:p="http://schemas.openxmlformats.org/presentationml/2006/main">
  <p:tag name="SHAPENAME" val="5. Sourc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BLvs1S2qnQw1aA01IUaglg"/>
</p:tagLst>
</file>

<file path=ppt/tags/tag8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1.xml><?xml version="1.0" encoding="utf-8"?>
<p:tagLst xmlns:a="http://schemas.openxmlformats.org/drawingml/2006/main" xmlns:r="http://schemas.openxmlformats.org/officeDocument/2006/relationships" xmlns:p="http://schemas.openxmlformats.org/presentationml/2006/main">
  <p:tag name="SHAPENAME" val="3. Subtitle"/>
</p:tagLst>
</file>

<file path=ppt/tags/tag9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9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94.xml><?xml version="1.0" encoding="utf-8"?>
<p:tagLst xmlns:a="http://schemas.openxmlformats.org/drawingml/2006/main" xmlns:r="http://schemas.openxmlformats.org/officeDocument/2006/relationships" xmlns:p="http://schemas.openxmlformats.org/presentationml/2006/main">
  <p:tag name="SHAPENAME" val="5. Sourc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qUyDlDqWonv3hoAx.p9Rsw"/>
</p:tagLst>
</file>

<file path=ppt/tags/tag9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9.xml><?xml version="1.0" encoding="utf-8"?>
<p:tagLst xmlns:a="http://schemas.openxmlformats.org/drawingml/2006/main" xmlns:r="http://schemas.openxmlformats.org/officeDocument/2006/relationships" xmlns:p="http://schemas.openxmlformats.org/presentationml/2006/main">
  <p:tag name="SHAPENAME" val="3. Subtitle"/>
</p:tagLst>
</file>

<file path=ppt/tags/tag10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2.xml><?xml version="1.0" encoding="utf-8"?>
<p:tagLst xmlns:a="http://schemas.openxmlformats.org/drawingml/2006/main" xmlns:r="http://schemas.openxmlformats.org/officeDocument/2006/relationships" xmlns:p="http://schemas.openxmlformats.org/presentationml/2006/main">
  <p:tag name="SHAPENAME" val="5. Sourc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o9xgrPArEB1mEiMOhB5KGA"/>
</p:tagLst>
</file>

<file path=ppt/tags/tag105.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0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7.xml><?xml version="1.0" encoding="utf-8"?>
<p:tagLst xmlns:a="http://schemas.openxmlformats.org/drawingml/2006/main" xmlns:r="http://schemas.openxmlformats.org/officeDocument/2006/relationships" xmlns:p="http://schemas.openxmlformats.org/presentationml/2006/main">
  <p:tag name="SHAPENAME" val="3. Subtitle"/>
</p:tagLst>
</file>

<file path=ppt/tags/tag10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0.xml><?xml version="1.0" encoding="utf-8"?>
<p:tagLst xmlns:a="http://schemas.openxmlformats.org/drawingml/2006/main" xmlns:r="http://schemas.openxmlformats.org/officeDocument/2006/relationships" xmlns:p="http://schemas.openxmlformats.org/presentationml/2006/main">
  <p:tag name="SHAPENAME" val="5. Source"/>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xNguF4Gw2mJIhuiFXm5tKQ"/>
</p:tagLst>
</file>

<file path=ppt/tags/tag11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1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6.xml><?xml version="1.0" encoding="utf-8"?>
<p:tagLst xmlns:a="http://schemas.openxmlformats.org/drawingml/2006/main" xmlns:r="http://schemas.openxmlformats.org/officeDocument/2006/relationships" xmlns:p="http://schemas.openxmlformats.org/presentationml/2006/main">
  <p:tag name="SHAPENAME" val="5. Source"/>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0.xml><?xml version="1.0" encoding="utf-8"?>
<p:tagLst xmlns:a="http://schemas.openxmlformats.org/drawingml/2006/main" xmlns:r="http://schemas.openxmlformats.org/officeDocument/2006/relationships" xmlns:p="http://schemas.openxmlformats.org/presentationml/2006/main">
  <p:tag name="SHAPENAME" val="5. Source"/>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2.xml><?xml version="1.0" encoding="utf-8"?>
<p:tagLst xmlns:a="http://schemas.openxmlformats.org/drawingml/2006/main" xmlns:r="http://schemas.openxmlformats.org/officeDocument/2006/relationships" xmlns:p="http://schemas.openxmlformats.org/presentationml/2006/main">
  <p:tag name="SHAPENAME" val="5. Source"/>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12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6.xml><?xml version="1.0" encoding="utf-8"?>
<p:tagLst xmlns:a="http://schemas.openxmlformats.org/drawingml/2006/main" xmlns:r="http://schemas.openxmlformats.org/officeDocument/2006/relationships" xmlns:p="http://schemas.openxmlformats.org/presentationml/2006/main">
  <p:tag name="SHAPENAME" val="3. Subtitle"/>
</p:tagLst>
</file>

<file path=ppt/tags/tag12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29.xml><?xml version="1.0" encoding="utf-8"?>
<p:tagLst xmlns:a="http://schemas.openxmlformats.org/drawingml/2006/main" xmlns:r="http://schemas.openxmlformats.org/officeDocument/2006/relationships" xmlns:p="http://schemas.openxmlformats.org/presentationml/2006/main">
  <p:tag name="SHAPENAME" val="5. Source"/>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tRJ5YSYJuDLR_gGSTL1eCw"/>
</p:tagLst>
</file>

<file path=ppt/tags/tag13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33.xml><?xml version="1.0" encoding="utf-8"?>
<p:tagLst xmlns:a="http://schemas.openxmlformats.org/drawingml/2006/main" xmlns:r="http://schemas.openxmlformats.org/officeDocument/2006/relationships" xmlns:p="http://schemas.openxmlformats.org/presentationml/2006/main">
  <p:tag name="SHAPENAME" val="3. Subtitle"/>
</p:tagLst>
</file>

<file path=ppt/tags/tag13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tRJ5YSYJuDLR_gGSTL1eCw"/>
</p:tagLst>
</file>

<file path=ppt/tags/tag13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38.xml><?xml version="1.0" encoding="utf-8"?>
<p:tagLst xmlns:a="http://schemas.openxmlformats.org/drawingml/2006/main" xmlns:r="http://schemas.openxmlformats.org/officeDocument/2006/relationships" xmlns:p="http://schemas.openxmlformats.org/presentationml/2006/main">
  <p:tag name="SHAPENAME" val="3. Subtitle"/>
</p:tagLst>
</file>

<file path=ppt/tags/tag13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0.xml><?xml version="1.0" encoding="utf-8"?>
<p:tagLst xmlns:a="http://schemas.openxmlformats.org/drawingml/2006/main" xmlns:r="http://schemas.openxmlformats.org/officeDocument/2006/relationships" xmlns:p="http://schemas.openxmlformats.org/presentationml/2006/main">
  <p:tag name="SHAPENAME" val="5. Sourc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tRJ5YSYJuDLR_gGSTL1eCw"/>
</p:tagLst>
</file>

<file path=ppt/tags/tag14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44.xml><?xml version="1.0" encoding="utf-8"?>
<p:tagLst xmlns:a="http://schemas.openxmlformats.org/drawingml/2006/main" xmlns:r="http://schemas.openxmlformats.org/officeDocument/2006/relationships" xmlns:p="http://schemas.openxmlformats.org/presentationml/2006/main">
  <p:tag name="SHAPENAME" val="3. Subtitle"/>
</p:tagLst>
</file>

<file path=ppt/tags/tag14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6.xml><?xml version="1.0" encoding="utf-8"?>
<p:tagLst xmlns:a="http://schemas.openxmlformats.org/drawingml/2006/main" xmlns:r="http://schemas.openxmlformats.org/officeDocument/2006/relationships" xmlns:p="http://schemas.openxmlformats.org/presentationml/2006/main">
  <p:tag name="NAME" val="StrongCallout"/>
</p:tagLst>
</file>

<file path=ppt/tags/tag147.xml><?xml version="1.0" encoding="utf-8"?>
<p:tagLst xmlns:a="http://schemas.openxmlformats.org/drawingml/2006/main" xmlns:r="http://schemas.openxmlformats.org/officeDocument/2006/relationships" xmlns:p="http://schemas.openxmlformats.org/presentationml/2006/main">
  <p:tag name="ISFLAT" val="True"/>
  <p:tag name="NAME" val="SplitFlow"/>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xcgoWEzLgA0_64VDvMxGGg"/>
</p:tagLst>
</file>

<file path=ppt/tags/tag150.xml><?xml version="1.0" encoding="utf-8"?>
<p:tagLst xmlns:a="http://schemas.openxmlformats.org/drawingml/2006/main" xmlns:r="http://schemas.openxmlformats.org/officeDocument/2006/relationships" xmlns:p="http://schemas.openxmlformats.org/presentationml/2006/main">
  <p:tag name="SHAPENAME" val="4. Footnote"/>
</p:tagLst>
</file>

<file path=ppt/tags/tag15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2.xml><?xml version="1.0" encoding="utf-8"?>
<p:tagLst xmlns:a="http://schemas.openxmlformats.org/drawingml/2006/main" xmlns:r="http://schemas.openxmlformats.org/officeDocument/2006/relationships" xmlns:p="http://schemas.openxmlformats.org/presentationml/2006/main">
  <p:tag name="NAME" val="ACET"/>
</p:tagLst>
</file>

<file path=ppt/tags/tag153.xml><?xml version="1.0" encoding="utf-8"?>
<p:tagLst xmlns:a="http://schemas.openxmlformats.org/drawingml/2006/main" xmlns:r="http://schemas.openxmlformats.org/officeDocument/2006/relationships" xmlns:p="http://schemas.openxmlformats.org/presentationml/2006/main">
  <p:tag name="NAME" val="Moon"/>
</p:tagLst>
</file>

<file path=ppt/tags/tag154.xml><?xml version="1.0" encoding="utf-8"?>
<p:tagLst xmlns:a="http://schemas.openxmlformats.org/drawingml/2006/main" xmlns:r="http://schemas.openxmlformats.org/officeDocument/2006/relationships" xmlns:p="http://schemas.openxmlformats.org/presentationml/2006/main">
  <p:tag name="NAME" val="Moon"/>
</p:tagLst>
</file>

<file path=ppt/tags/tag155.xml><?xml version="1.0" encoding="utf-8"?>
<p:tagLst xmlns:a="http://schemas.openxmlformats.org/drawingml/2006/main" xmlns:r="http://schemas.openxmlformats.org/officeDocument/2006/relationships" xmlns:p="http://schemas.openxmlformats.org/presentationml/2006/main">
  <p:tag name="NAME" val="Moon"/>
</p:tagLst>
</file>

<file path=ppt/tags/tag156.xml><?xml version="1.0" encoding="utf-8"?>
<p:tagLst xmlns:a="http://schemas.openxmlformats.org/drawingml/2006/main" xmlns:r="http://schemas.openxmlformats.org/officeDocument/2006/relationships" xmlns:p="http://schemas.openxmlformats.org/presentationml/2006/main">
  <p:tag name="NAME" val="Moon"/>
</p:tagLst>
</file>

<file path=ppt/tags/tag157.xml><?xml version="1.0" encoding="utf-8"?>
<p:tagLst xmlns:a="http://schemas.openxmlformats.org/drawingml/2006/main" xmlns:r="http://schemas.openxmlformats.org/officeDocument/2006/relationships" xmlns:p="http://schemas.openxmlformats.org/presentationml/2006/main">
  <p:tag name="NAME" val="Moon"/>
</p:tagLst>
</file>

<file path=ppt/tags/tag158.xml><?xml version="1.0" encoding="utf-8"?>
<p:tagLst xmlns:a="http://schemas.openxmlformats.org/drawingml/2006/main" xmlns:r="http://schemas.openxmlformats.org/officeDocument/2006/relationships" xmlns:p="http://schemas.openxmlformats.org/presentationml/2006/main">
  <p:tag name="ANGLE" val="5"/>
</p:tagLst>
</file>

<file path=ppt/tags/tag159.xml><?xml version="1.0" encoding="utf-8"?>
<p:tagLst xmlns:a="http://schemas.openxmlformats.org/drawingml/2006/main" xmlns:r="http://schemas.openxmlformats.org/officeDocument/2006/relationships" xmlns:p="http://schemas.openxmlformats.org/presentationml/2006/main">
  <p:tag name="ANGLE" val="5"/>
</p:tagLst>
</file>

<file path=ppt/tags/tag160.xml><?xml version="1.0" encoding="utf-8"?>
<p:tagLst xmlns:a="http://schemas.openxmlformats.org/drawingml/2006/main" xmlns:r="http://schemas.openxmlformats.org/officeDocument/2006/relationships" xmlns:p="http://schemas.openxmlformats.org/presentationml/2006/main">
  <p:tag name="ANGLE" val="4"/>
</p:tagLst>
</file>

<file path=ppt/tags/tag161.xml><?xml version="1.0" encoding="utf-8"?>
<p:tagLst xmlns:a="http://schemas.openxmlformats.org/drawingml/2006/main" xmlns:r="http://schemas.openxmlformats.org/officeDocument/2006/relationships" xmlns:p="http://schemas.openxmlformats.org/presentationml/2006/main">
  <p:tag name="ANGLE" val="4"/>
</p:tagLst>
</file>

<file path=ppt/tags/tag162.xml><?xml version="1.0" encoding="utf-8"?>
<p:tagLst xmlns:a="http://schemas.openxmlformats.org/drawingml/2006/main" xmlns:r="http://schemas.openxmlformats.org/officeDocument/2006/relationships" xmlns:p="http://schemas.openxmlformats.org/presentationml/2006/main">
  <p:tag name="ANGLE" val="3"/>
</p:tagLst>
</file>

<file path=ppt/tags/tag163.xml><?xml version="1.0" encoding="utf-8"?>
<p:tagLst xmlns:a="http://schemas.openxmlformats.org/drawingml/2006/main" xmlns:r="http://schemas.openxmlformats.org/officeDocument/2006/relationships" xmlns:p="http://schemas.openxmlformats.org/presentationml/2006/main">
  <p:tag name="ANGLE" val="3"/>
</p:tagLst>
</file>

<file path=ppt/tags/tag164.xml><?xml version="1.0" encoding="utf-8"?>
<p:tagLst xmlns:a="http://schemas.openxmlformats.org/drawingml/2006/main" xmlns:r="http://schemas.openxmlformats.org/officeDocument/2006/relationships" xmlns:p="http://schemas.openxmlformats.org/presentationml/2006/main">
  <p:tag name="ANGLE" val="2"/>
</p:tagLst>
</file>

<file path=ppt/tags/tag165.xml><?xml version="1.0" encoding="utf-8"?>
<p:tagLst xmlns:a="http://schemas.openxmlformats.org/drawingml/2006/main" xmlns:r="http://schemas.openxmlformats.org/officeDocument/2006/relationships" xmlns:p="http://schemas.openxmlformats.org/presentationml/2006/main">
  <p:tag name="ANGLE" val="2"/>
</p:tagLst>
</file>

<file path=ppt/tags/tag166.xml><?xml version="1.0" encoding="utf-8"?>
<p:tagLst xmlns:a="http://schemas.openxmlformats.org/drawingml/2006/main" xmlns:r="http://schemas.openxmlformats.org/officeDocument/2006/relationships" xmlns:p="http://schemas.openxmlformats.org/presentationml/2006/main">
  <p:tag name="ANGLE" val="1"/>
</p:tagLst>
</file>

<file path=ppt/tags/tag167.xml><?xml version="1.0" encoding="utf-8"?>
<p:tagLst xmlns:a="http://schemas.openxmlformats.org/drawingml/2006/main" xmlns:r="http://schemas.openxmlformats.org/officeDocument/2006/relationships" xmlns:p="http://schemas.openxmlformats.org/presentationml/2006/main">
  <p:tag name="ANGLE" val="1"/>
</p:tagLst>
</file>

<file path=ppt/tags/tag168.xml><?xml version="1.0" encoding="utf-8"?>
<p:tagLst xmlns:a="http://schemas.openxmlformats.org/drawingml/2006/main" xmlns:r="http://schemas.openxmlformats.org/officeDocument/2006/relationships" xmlns:p="http://schemas.openxmlformats.org/presentationml/2006/main">
  <p:tag name="NAME" val="1BoatTopShape"/>
</p:tagLst>
</file>

<file path=ppt/tags/tag169.xml><?xml version="1.0" encoding="utf-8"?>
<p:tagLst xmlns:a="http://schemas.openxmlformats.org/drawingml/2006/main" xmlns:r="http://schemas.openxmlformats.org/officeDocument/2006/relationships" xmlns:p="http://schemas.openxmlformats.org/presentationml/2006/main">
  <p:tag name="NAME" val="1BoatTopText"/>
</p:tagLst>
</file>

<file path=ppt/tags/tag170.xml><?xml version="1.0" encoding="utf-8"?>
<p:tagLst xmlns:a="http://schemas.openxmlformats.org/drawingml/2006/main" xmlns:r="http://schemas.openxmlformats.org/officeDocument/2006/relationships" xmlns:p="http://schemas.openxmlformats.org/presentationml/2006/main">
  <p:tag name="NAME" val="1BoatBottomShape"/>
</p:tagLst>
</file>

<file path=ppt/tags/tag171.xml><?xml version="1.0" encoding="utf-8"?>
<p:tagLst xmlns:a="http://schemas.openxmlformats.org/drawingml/2006/main" xmlns:r="http://schemas.openxmlformats.org/officeDocument/2006/relationships" xmlns:p="http://schemas.openxmlformats.org/presentationml/2006/main">
  <p:tag name="NAME" val="1BoatBottomText"/>
</p:tagLst>
</file>

<file path=ppt/tags/tag172.xml><?xml version="1.0" encoding="utf-8"?>
<p:tagLst xmlns:a="http://schemas.openxmlformats.org/drawingml/2006/main" xmlns:r="http://schemas.openxmlformats.org/officeDocument/2006/relationships" xmlns:p="http://schemas.openxmlformats.org/presentationml/2006/main">
  <p:tag name="NAME" val="2BoatBottomShape"/>
</p:tagLst>
</file>

<file path=ppt/tags/tag173.xml><?xml version="1.0" encoding="utf-8"?>
<p:tagLst xmlns:a="http://schemas.openxmlformats.org/drawingml/2006/main" xmlns:r="http://schemas.openxmlformats.org/officeDocument/2006/relationships" xmlns:p="http://schemas.openxmlformats.org/presentationml/2006/main">
  <p:tag name="NAME" val="2BoatBottomText"/>
</p:tagLst>
</file>

<file path=ppt/tags/tag174.xml><?xml version="1.0" encoding="utf-8"?>
<p:tagLst xmlns:a="http://schemas.openxmlformats.org/drawingml/2006/main" xmlns:r="http://schemas.openxmlformats.org/officeDocument/2006/relationships" xmlns:p="http://schemas.openxmlformats.org/presentationml/2006/main">
  <p:tag name="NAME" val="Flow"/>
</p:tagLst>
</file>

<file path=ppt/tags/tag175.xml><?xml version="1.0" encoding="utf-8"?>
<p:tagLst xmlns:a="http://schemas.openxmlformats.org/drawingml/2006/main" xmlns:r="http://schemas.openxmlformats.org/officeDocument/2006/relationships" xmlns:p="http://schemas.openxmlformats.org/presentationml/2006/main">
  <p:tag name="NAME" val="SingleBoatShape"/>
</p:tagLst>
</file>

<file path=ppt/tags/tag176.xml><?xml version="1.0" encoding="utf-8"?>
<p:tagLst xmlns:a="http://schemas.openxmlformats.org/drawingml/2006/main" xmlns:r="http://schemas.openxmlformats.org/officeDocument/2006/relationships" xmlns:p="http://schemas.openxmlformats.org/presentationml/2006/main">
  <p:tag name="NAME" val="SingleBoatText"/>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179.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180.xml><?xml version="1.0" encoding="utf-8"?>
<p:tagLst xmlns:a="http://schemas.openxmlformats.org/drawingml/2006/main" xmlns:r="http://schemas.openxmlformats.org/officeDocument/2006/relationships" xmlns:p="http://schemas.openxmlformats.org/presentationml/2006/main">
  <p:tag name="SHAPENAME" val="Subtitle"/>
</p:tagLst>
</file>

<file path=ppt/tags/tag181.xml><?xml version="1.0" encoding="utf-8"?>
<p:tagLst xmlns:a="http://schemas.openxmlformats.org/drawingml/2006/main" xmlns:r="http://schemas.openxmlformats.org/officeDocument/2006/relationships" xmlns:p="http://schemas.openxmlformats.org/presentationml/2006/main">
  <p:tag name="SHAPENAME" val="Title"/>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18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5.xml><?xml version="1.0" encoding="utf-8"?>
<p:tagLst xmlns:a="http://schemas.openxmlformats.org/drawingml/2006/main" xmlns:r="http://schemas.openxmlformats.org/officeDocument/2006/relationships" xmlns:p="http://schemas.openxmlformats.org/presentationml/2006/main">
  <p:tag name="SHAPENAME" val="3. Subtitle"/>
</p:tagLst>
</file>

<file path=ppt/tags/tag18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87.xml><?xml version="1.0" encoding="utf-8"?>
<p:tagLst xmlns:a="http://schemas.openxmlformats.org/drawingml/2006/main" xmlns:r="http://schemas.openxmlformats.org/officeDocument/2006/relationships" xmlns:p="http://schemas.openxmlformats.org/presentationml/2006/main">
  <p:tag name="SHAPENAME" val="5. Source"/>
</p:tagLst>
</file>

<file path=ppt/tags/tag18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rZ96ctUUqJsGDCugslwBCg"/>
</p:tagLst>
</file>

<file path=ppt/tags/tag19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9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94.xml><?xml version="1.0" encoding="utf-8"?>
<p:tagLst xmlns:a="http://schemas.openxmlformats.org/drawingml/2006/main" xmlns:r="http://schemas.openxmlformats.org/officeDocument/2006/relationships" xmlns:p="http://schemas.openxmlformats.org/presentationml/2006/main">
  <p:tag name="SHAPENAME" val="5. Source"/>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AvhTnprpZIIVVQCOTQtpLw"/>
</p:tagLst>
</file>

<file path=ppt/tags/tag19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9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9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00.xml><?xml version="1.0" encoding="utf-8"?>
<p:tagLst xmlns:a="http://schemas.openxmlformats.org/drawingml/2006/main" xmlns:r="http://schemas.openxmlformats.org/officeDocument/2006/relationships" xmlns:p="http://schemas.openxmlformats.org/presentationml/2006/main">
  <p:tag name="SHAPENAME" val="5. Source"/>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Vvs3CU0mhZ0iF9VK3Gc_gQ"/>
</p:tagLst>
</file>

<file path=ppt/tags/tag20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0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0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06.xml><?xml version="1.0" encoding="utf-8"?>
<p:tagLst xmlns:a="http://schemas.openxmlformats.org/drawingml/2006/main" xmlns:r="http://schemas.openxmlformats.org/officeDocument/2006/relationships" xmlns:p="http://schemas.openxmlformats.org/presentationml/2006/main">
  <p:tag name="SHAPENAME" val="5. Source"/>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NrcAbB4u0quRffFN3bn3Xw"/>
</p:tagLst>
</file>

<file path=ppt/tags/tag20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10.xml><?xml version="1.0" encoding="utf-8"?>
<p:tagLst xmlns:a="http://schemas.openxmlformats.org/drawingml/2006/main" xmlns:r="http://schemas.openxmlformats.org/officeDocument/2006/relationships" xmlns:p="http://schemas.openxmlformats.org/presentationml/2006/main">
  <p:tag name="SHAPENAME" val="3. Subtitle"/>
</p:tagLst>
</file>

<file path=ppt/tags/tag21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1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13.xml><?xml version="1.0" encoding="utf-8"?>
<p:tagLst xmlns:a="http://schemas.openxmlformats.org/drawingml/2006/main" xmlns:r="http://schemas.openxmlformats.org/officeDocument/2006/relationships" xmlns:p="http://schemas.openxmlformats.org/presentationml/2006/main">
  <p:tag name="SHAPENAME" val="5. Source"/>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YG_9mniplMrafceMpP.Qwg"/>
</p:tagLst>
</file>

<file path=ppt/tags/tag216.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1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18.xml><?xml version="1.0" encoding="utf-8"?>
<p:tagLst xmlns:a="http://schemas.openxmlformats.org/drawingml/2006/main" xmlns:r="http://schemas.openxmlformats.org/officeDocument/2006/relationships" xmlns:p="http://schemas.openxmlformats.org/presentationml/2006/main">
  <p:tag name="SHAPENAME" val="3. Subtitle"/>
</p:tagLst>
</file>

<file path=ppt/tags/tag21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2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21.xml><?xml version="1.0" encoding="utf-8"?>
<p:tagLst xmlns:a="http://schemas.openxmlformats.org/drawingml/2006/main" xmlns:r="http://schemas.openxmlformats.org/officeDocument/2006/relationships" xmlns:p="http://schemas.openxmlformats.org/presentationml/2006/main">
  <p:tag name="SHAPENAME" val="5. Source"/>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HbEQ8aI7AKzsdxigcAG3ZA"/>
</p:tagLst>
</file>

<file path=ppt/tags/tag224.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2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26.xml><?xml version="1.0" encoding="utf-8"?>
<p:tagLst xmlns:a="http://schemas.openxmlformats.org/drawingml/2006/main" xmlns:r="http://schemas.openxmlformats.org/officeDocument/2006/relationships" xmlns:p="http://schemas.openxmlformats.org/presentationml/2006/main">
  <p:tag name="SHAPENAME" val="3. Subtitle"/>
</p:tagLst>
</file>

<file path=ppt/tags/tag22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2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29.xml><?xml version="1.0" encoding="utf-8"?>
<p:tagLst xmlns:a="http://schemas.openxmlformats.org/drawingml/2006/main" xmlns:r="http://schemas.openxmlformats.org/officeDocument/2006/relationships" xmlns:p="http://schemas.openxmlformats.org/presentationml/2006/main">
  <p:tag name="SHAPENAME" val="5. Source"/>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BLvs1S2qnQw1aA01IUaglg"/>
</p:tagLst>
</file>

<file path=ppt/tags/tag232.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3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34.xml><?xml version="1.0" encoding="utf-8"?>
<p:tagLst xmlns:a="http://schemas.openxmlformats.org/drawingml/2006/main" xmlns:r="http://schemas.openxmlformats.org/officeDocument/2006/relationships" xmlns:p="http://schemas.openxmlformats.org/presentationml/2006/main">
  <p:tag name="SHAPENAME" val="3. Subtitle"/>
</p:tagLst>
</file>

<file path=ppt/tags/tag23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3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37.xml><?xml version="1.0" encoding="utf-8"?>
<p:tagLst xmlns:a="http://schemas.openxmlformats.org/drawingml/2006/main" xmlns:r="http://schemas.openxmlformats.org/officeDocument/2006/relationships" xmlns:p="http://schemas.openxmlformats.org/presentationml/2006/main">
  <p:tag name="SHAPENAME" val="5. Source"/>
</p:tagLst>
</file>

<file path=ppt/tags/tag2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tqUyDlDqWonv3hoAx.p9Rsw"/>
</p:tagLst>
</file>

<file path=ppt/tags/tag24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4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42.xml><?xml version="1.0" encoding="utf-8"?>
<p:tagLst xmlns:a="http://schemas.openxmlformats.org/drawingml/2006/main" xmlns:r="http://schemas.openxmlformats.org/officeDocument/2006/relationships" xmlns:p="http://schemas.openxmlformats.org/presentationml/2006/main">
  <p:tag name="SHAPENAME" val="3. Subtitle"/>
</p:tagLst>
</file>

<file path=ppt/tags/tag24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4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45.xml><?xml version="1.0" encoding="utf-8"?>
<p:tagLst xmlns:a="http://schemas.openxmlformats.org/drawingml/2006/main" xmlns:r="http://schemas.openxmlformats.org/officeDocument/2006/relationships" xmlns:p="http://schemas.openxmlformats.org/presentationml/2006/main">
  <p:tag name="SHAPENAME" val="5. Source"/>
</p:tagLst>
</file>

<file path=ppt/tags/tag2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7.xml><?xml version="1.0" encoding="utf-8"?>
<p:tagLst xmlns:a="http://schemas.openxmlformats.org/drawingml/2006/main" xmlns:r="http://schemas.openxmlformats.org/officeDocument/2006/relationships" xmlns:p="http://schemas.openxmlformats.org/presentationml/2006/main">
  <p:tag name="THINKCELLSHAPEDONOTDELETE" val="to9xgrPArEB1mEiMOhB5KGA"/>
</p:tagLst>
</file>

<file path=ppt/tags/tag24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4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50.xml><?xml version="1.0" encoding="utf-8"?>
<p:tagLst xmlns:a="http://schemas.openxmlformats.org/drawingml/2006/main" xmlns:r="http://schemas.openxmlformats.org/officeDocument/2006/relationships" xmlns:p="http://schemas.openxmlformats.org/presentationml/2006/main">
  <p:tag name="SHAPENAME" val="3. Subtitle"/>
</p:tagLst>
</file>

<file path=ppt/tags/tag25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5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53.xml><?xml version="1.0" encoding="utf-8"?>
<p:tagLst xmlns:a="http://schemas.openxmlformats.org/drawingml/2006/main" xmlns:r="http://schemas.openxmlformats.org/officeDocument/2006/relationships" xmlns:p="http://schemas.openxmlformats.org/presentationml/2006/main">
  <p:tag name="SHAPENAME" val="5. Source"/>
</p:tagLst>
</file>

<file path=ppt/tags/tag2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5.xml><?xml version="1.0" encoding="utf-8"?>
<p:tagLst xmlns:a="http://schemas.openxmlformats.org/drawingml/2006/main" xmlns:r="http://schemas.openxmlformats.org/officeDocument/2006/relationships" xmlns:p="http://schemas.openxmlformats.org/presentationml/2006/main">
  <p:tag name="THINKCELLSHAPEDONOTDELETE" val="txNguF4Gw2mJIhuiFXm5tKQ"/>
</p:tagLst>
</file>

<file path=ppt/tags/tag25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5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5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59.xml><?xml version="1.0" encoding="utf-8"?>
<p:tagLst xmlns:a="http://schemas.openxmlformats.org/drawingml/2006/main" xmlns:r="http://schemas.openxmlformats.org/officeDocument/2006/relationships" xmlns:p="http://schemas.openxmlformats.org/presentationml/2006/main">
  <p:tag name="SHAPENAME" val="5. Source"/>
</p:tagLst>
</file>

<file path=ppt/tags/tag2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6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63.xml><?xml version="1.0" encoding="utf-8"?>
<p:tagLst xmlns:a="http://schemas.openxmlformats.org/drawingml/2006/main" xmlns:r="http://schemas.openxmlformats.org/officeDocument/2006/relationships" xmlns:p="http://schemas.openxmlformats.org/presentationml/2006/main">
  <p:tag name="SHAPENAME" val="5. Source"/>
</p:tagLst>
</file>

<file path=ppt/tags/tag2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5.xml><?xml version="1.0" encoding="utf-8"?>
<p:tagLst xmlns:a="http://schemas.openxmlformats.org/drawingml/2006/main" xmlns:r="http://schemas.openxmlformats.org/officeDocument/2006/relationships" xmlns:p="http://schemas.openxmlformats.org/presentationml/2006/main">
  <p:tag name="SHAPENAME" val="5. Source"/>
</p:tagLst>
</file>

<file path=ppt/tags/tag2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26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69.xml><?xml version="1.0" encoding="utf-8"?>
<p:tagLst xmlns:a="http://schemas.openxmlformats.org/drawingml/2006/main" xmlns:r="http://schemas.openxmlformats.org/officeDocument/2006/relationships" xmlns:p="http://schemas.openxmlformats.org/presentationml/2006/main">
  <p:tag name="SHAPENAME" val="3. Subtitle"/>
</p:tagLst>
</file>

<file path=ppt/tags/tag27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7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72.xml><?xml version="1.0" encoding="utf-8"?>
<p:tagLst xmlns:a="http://schemas.openxmlformats.org/drawingml/2006/main" xmlns:r="http://schemas.openxmlformats.org/officeDocument/2006/relationships" xmlns:p="http://schemas.openxmlformats.org/presentationml/2006/main">
  <p:tag name="SHAPENAME" val="5. Source"/>
</p:tagLst>
</file>

<file path=ppt/tags/tag2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4.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275.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76.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7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78.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79.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80.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81.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82.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28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84.xml><?xml version="1.0" encoding="utf-8"?>
<p:tagLst xmlns:a="http://schemas.openxmlformats.org/drawingml/2006/main" xmlns:r="http://schemas.openxmlformats.org/officeDocument/2006/relationships" xmlns:p="http://schemas.openxmlformats.org/presentationml/2006/main">
  <p:tag name="SHAPENAME" val="3. Subtitle"/>
</p:tagLst>
</file>

<file path=ppt/tags/tag28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86.xml><?xml version="1.0" encoding="utf-8"?>
<p:tagLst xmlns:a="http://schemas.openxmlformats.org/drawingml/2006/main" xmlns:r="http://schemas.openxmlformats.org/officeDocument/2006/relationships" xmlns:p="http://schemas.openxmlformats.org/presentationml/2006/main">
  <p:tag name="SHAPENAME" val="5. Source"/>
</p:tagLst>
</file>

<file path=ppt/tags/tag2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8.xml><?xml version="1.0" encoding="utf-8"?>
<p:tagLst xmlns:a="http://schemas.openxmlformats.org/drawingml/2006/main" xmlns:r="http://schemas.openxmlformats.org/officeDocument/2006/relationships" xmlns:p="http://schemas.openxmlformats.org/presentationml/2006/main">
  <p:tag name="NAME" val="Moon"/>
</p:tagLst>
</file>

<file path=ppt/tags/tag289.xml><?xml version="1.0" encoding="utf-8"?>
<p:tagLst xmlns:a="http://schemas.openxmlformats.org/drawingml/2006/main" xmlns:r="http://schemas.openxmlformats.org/officeDocument/2006/relationships" xmlns:p="http://schemas.openxmlformats.org/presentationml/2006/main">
  <p:tag name="NAME" val="Moon"/>
</p:tagLst>
</file>

<file path=ppt/tags/tag290.xml><?xml version="1.0" encoding="utf-8"?>
<p:tagLst xmlns:a="http://schemas.openxmlformats.org/drawingml/2006/main" xmlns:r="http://schemas.openxmlformats.org/officeDocument/2006/relationships" xmlns:p="http://schemas.openxmlformats.org/presentationml/2006/main">
  <p:tag name="NAME" val="Moon"/>
</p:tagLst>
</file>

<file path=ppt/tags/tag291.xml><?xml version="1.0" encoding="utf-8"?>
<p:tagLst xmlns:a="http://schemas.openxmlformats.org/drawingml/2006/main" xmlns:r="http://schemas.openxmlformats.org/officeDocument/2006/relationships" xmlns:p="http://schemas.openxmlformats.org/presentationml/2006/main">
  <p:tag name="NAME" val="Moon"/>
</p:tagLst>
</file>

<file path=ppt/tags/tag292.xml><?xml version="1.0" encoding="utf-8"?>
<p:tagLst xmlns:a="http://schemas.openxmlformats.org/drawingml/2006/main" xmlns:r="http://schemas.openxmlformats.org/officeDocument/2006/relationships" xmlns:p="http://schemas.openxmlformats.org/presentationml/2006/main">
  <p:tag name="NAME" val="Moon"/>
</p:tagLst>
</file>

<file path=ppt/tags/tag293.xml><?xml version="1.0" encoding="utf-8"?>
<p:tagLst xmlns:a="http://schemas.openxmlformats.org/drawingml/2006/main" xmlns:r="http://schemas.openxmlformats.org/officeDocument/2006/relationships" xmlns:p="http://schemas.openxmlformats.org/presentationml/2006/main">
  <p:tag name="ISLEGEND" val="true"/>
</p:tagLst>
</file>

<file path=ppt/tags/tag294.xml><?xml version="1.0" encoding="utf-8"?>
<p:tagLst xmlns:a="http://schemas.openxmlformats.org/drawingml/2006/main" xmlns:r="http://schemas.openxmlformats.org/officeDocument/2006/relationships" xmlns:p="http://schemas.openxmlformats.org/presentationml/2006/main">
  <p:tag name="ISLEGEND" val="true"/>
</p:tagLst>
</file>

<file path=ppt/tags/tag295.xml><?xml version="1.0" encoding="utf-8"?>
<p:tagLst xmlns:a="http://schemas.openxmlformats.org/drawingml/2006/main" xmlns:r="http://schemas.openxmlformats.org/officeDocument/2006/relationships" xmlns:p="http://schemas.openxmlformats.org/presentationml/2006/main">
  <p:tag name="ISLEGEND" val="true"/>
</p:tagLst>
</file>

<file path=ppt/tags/tag296.xml><?xml version="1.0" encoding="utf-8"?>
<p:tagLst xmlns:a="http://schemas.openxmlformats.org/drawingml/2006/main" xmlns:r="http://schemas.openxmlformats.org/officeDocument/2006/relationships" xmlns:p="http://schemas.openxmlformats.org/presentationml/2006/main">
  <p:tag name="ISLEGEND" val="true"/>
</p:tagLst>
</file>

<file path=ppt/tags/tag297.xml><?xml version="1.0" encoding="utf-8"?>
<p:tagLst xmlns:a="http://schemas.openxmlformats.org/drawingml/2006/main" xmlns:r="http://schemas.openxmlformats.org/officeDocument/2006/relationships" xmlns:p="http://schemas.openxmlformats.org/presentationml/2006/main">
  <p:tag name="ISLEGEND" val="true"/>
</p:tagLst>
</file>

<file path=ppt/tags/tag298.xml><?xml version="1.0" encoding="utf-8"?>
<p:tagLst xmlns:a="http://schemas.openxmlformats.org/drawingml/2006/main" xmlns:r="http://schemas.openxmlformats.org/officeDocument/2006/relationships" xmlns:p="http://schemas.openxmlformats.org/presentationml/2006/main">
  <p:tag name="NAME" val="MoonShape"/>
  <p:tag name="ANGLE" val="3"/>
</p:tagLst>
</file>

<file path=ppt/tags/tag299.xml><?xml version="1.0" encoding="utf-8"?>
<p:tagLst xmlns:a="http://schemas.openxmlformats.org/drawingml/2006/main" xmlns:r="http://schemas.openxmlformats.org/officeDocument/2006/relationships" xmlns:p="http://schemas.openxmlformats.org/presentationml/2006/main">
  <p:tag name="NAME" val="MoonHalfShape"/>
  <p:tag name="ANGLE" val="4"/>
</p:tagLst>
</file>

<file path=ppt/tags/tag300.xml><?xml version="1.0" encoding="utf-8"?>
<p:tagLst xmlns:a="http://schemas.openxmlformats.org/drawingml/2006/main" xmlns:r="http://schemas.openxmlformats.org/officeDocument/2006/relationships" xmlns:p="http://schemas.openxmlformats.org/presentationml/2006/main">
  <p:tag name="NAME" val="MoonShape"/>
  <p:tag name="ANGLE" val="5"/>
</p:tagLst>
</file>

<file path=ppt/tags/tag301.xml><?xml version="1.0" encoding="utf-8"?>
<p:tagLst xmlns:a="http://schemas.openxmlformats.org/drawingml/2006/main" xmlns:r="http://schemas.openxmlformats.org/officeDocument/2006/relationships" xmlns:p="http://schemas.openxmlformats.org/presentationml/2006/main">
  <p:tag name="NAME" val="MoonHalfShape"/>
  <p:tag name="ANGLE" val="5"/>
</p:tagLst>
</file>

<file path=ppt/tags/tag302.xml><?xml version="1.0" encoding="utf-8"?>
<p:tagLst xmlns:a="http://schemas.openxmlformats.org/drawingml/2006/main" xmlns:r="http://schemas.openxmlformats.org/officeDocument/2006/relationships" xmlns:p="http://schemas.openxmlformats.org/presentationml/2006/main">
  <p:tag name="NAME" val="MoonShape"/>
  <p:tag name="ANGLE" val="4"/>
</p:tagLst>
</file>

<file path=ppt/tags/tag303.xml><?xml version="1.0" encoding="utf-8"?>
<p:tagLst xmlns:a="http://schemas.openxmlformats.org/drawingml/2006/main" xmlns:r="http://schemas.openxmlformats.org/officeDocument/2006/relationships" xmlns:p="http://schemas.openxmlformats.org/presentationml/2006/main">
  <p:tag name="NAME" val="MoonHalfShape"/>
  <p:tag name="ANGLE" val="4"/>
</p:tagLst>
</file>

<file path=ppt/tags/tag304.xml><?xml version="1.0" encoding="utf-8"?>
<p:tagLst xmlns:a="http://schemas.openxmlformats.org/drawingml/2006/main" xmlns:r="http://schemas.openxmlformats.org/officeDocument/2006/relationships" xmlns:p="http://schemas.openxmlformats.org/presentationml/2006/main">
  <p:tag name="NAME" val="MoonShape"/>
  <p:tag name="ANGLE" val="2"/>
</p:tagLst>
</file>

<file path=ppt/tags/tag305.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306.xml><?xml version="1.0" encoding="utf-8"?>
<p:tagLst xmlns:a="http://schemas.openxmlformats.org/drawingml/2006/main" xmlns:r="http://schemas.openxmlformats.org/officeDocument/2006/relationships" xmlns:p="http://schemas.openxmlformats.org/presentationml/2006/main">
  <p:tag name="NAME" val="MoonShape"/>
  <p:tag name="ANGLE" val="1"/>
</p:tagLst>
</file>

<file path=ppt/tags/tag307.xml><?xml version="1.0" encoding="utf-8"?>
<p:tagLst xmlns:a="http://schemas.openxmlformats.org/drawingml/2006/main" xmlns:r="http://schemas.openxmlformats.org/officeDocument/2006/relationships" xmlns:p="http://schemas.openxmlformats.org/presentationml/2006/main">
  <p:tag name="NAME" val="MoonHalfShape"/>
  <p:tag name="ANGLE" val="1"/>
</p:tagLst>
</file>

<file path=ppt/tags/tag308.xml><?xml version="1.0" encoding="utf-8"?>
<p:tagLst xmlns:a="http://schemas.openxmlformats.org/drawingml/2006/main" xmlns:r="http://schemas.openxmlformats.org/officeDocument/2006/relationships" xmlns:p="http://schemas.openxmlformats.org/presentationml/2006/main">
  <p:tag name="ISLEGEND" val="true"/>
</p:tagLst>
</file>

<file path=ppt/tags/tag309.xml><?xml version="1.0" encoding="utf-8"?>
<p:tagLst xmlns:a="http://schemas.openxmlformats.org/drawingml/2006/main" xmlns:r="http://schemas.openxmlformats.org/officeDocument/2006/relationships" xmlns:p="http://schemas.openxmlformats.org/presentationml/2006/main">
  <p:tag name="ISLEGEND" val="true"/>
</p:tagLst>
</file>

<file path=ppt/tags/tag310.xml><?xml version="1.0" encoding="utf-8"?>
<p:tagLst xmlns:a="http://schemas.openxmlformats.org/drawingml/2006/main" xmlns:r="http://schemas.openxmlformats.org/officeDocument/2006/relationships" xmlns:p="http://schemas.openxmlformats.org/presentationml/2006/main">
  <p:tag name="ISLEGEND" val="true"/>
</p:tagLst>
</file>

<file path=ppt/tags/tag311.xml><?xml version="1.0" encoding="utf-8"?>
<p:tagLst xmlns:a="http://schemas.openxmlformats.org/drawingml/2006/main" xmlns:r="http://schemas.openxmlformats.org/officeDocument/2006/relationships" xmlns:p="http://schemas.openxmlformats.org/presentationml/2006/main">
  <p:tag name="ISLEGEND" val="true"/>
</p:tagLst>
</file>

<file path=ppt/tags/tag312.xml><?xml version="1.0" encoding="utf-8"?>
<p:tagLst xmlns:a="http://schemas.openxmlformats.org/drawingml/2006/main" xmlns:r="http://schemas.openxmlformats.org/officeDocument/2006/relationships" xmlns:p="http://schemas.openxmlformats.org/presentationml/2006/main">
  <p:tag name="ISLEGEND" val="true"/>
</p:tagLst>
</file>

<file path=ppt/tags/tag313.xml><?xml version="1.0" encoding="utf-8"?>
<p:tagLst xmlns:a="http://schemas.openxmlformats.org/drawingml/2006/main" xmlns:r="http://schemas.openxmlformats.org/officeDocument/2006/relationships" xmlns:p="http://schemas.openxmlformats.org/presentationml/2006/main">
  <p:tag name="ISLEGEND" val="true"/>
</p:tagLst>
</file>

<file path=ppt/tags/tag314.xml><?xml version="1.0" encoding="utf-8"?>
<p:tagLst xmlns:a="http://schemas.openxmlformats.org/drawingml/2006/main" xmlns:r="http://schemas.openxmlformats.org/officeDocument/2006/relationships" xmlns:p="http://schemas.openxmlformats.org/presentationml/2006/main">
  <p:tag name="ISLEGEND" val="true"/>
</p:tagLst>
</file>

<file path=ppt/tags/tag3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8.xml><?xml version="1.0" encoding="utf-8"?>
<p:tagLst xmlns:a="http://schemas.openxmlformats.org/drawingml/2006/main" xmlns:r="http://schemas.openxmlformats.org/officeDocument/2006/relationships" xmlns:p="http://schemas.openxmlformats.org/presentationml/2006/main">
  <p:tag name="NAME" val="StrongCallout"/>
</p:tagLst>
</file>

<file path=ppt/tags/tag319.xml><?xml version="1.0" encoding="utf-8"?>
<p:tagLst xmlns:a="http://schemas.openxmlformats.org/drawingml/2006/main" xmlns:r="http://schemas.openxmlformats.org/officeDocument/2006/relationships" xmlns:p="http://schemas.openxmlformats.org/presentationml/2006/main">
  <p:tag name="ISFLAT" val="True"/>
  <p:tag name="NAME" val="SplitFlow"/>
</p:tagLst>
</file>

<file path=ppt/tags/tag3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1.xml><?xml version="1.0" encoding="utf-8"?>
<p:tagLst xmlns:a="http://schemas.openxmlformats.org/drawingml/2006/main" xmlns:r="http://schemas.openxmlformats.org/officeDocument/2006/relationships" xmlns:p="http://schemas.openxmlformats.org/presentationml/2006/main">
  <p:tag name="THINKCELLSHAPEDONOTDELETE" val="txcgoWEzLgA0_64VDvMxGGg"/>
</p:tagLst>
</file>

<file path=ppt/tags/tag322.xml><?xml version="1.0" encoding="utf-8"?>
<p:tagLst xmlns:a="http://schemas.openxmlformats.org/drawingml/2006/main" xmlns:r="http://schemas.openxmlformats.org/officeDocument/2006/relationships" xmlns:p="http://schemas.openxmlformats.org/presentationml/2006/main">
  <p:tag name="SHAPENAME" val="4. Footnote"/>
</p:tagLst>
</file>

<file path=ppt/tags/tag32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24.xml><?xml version="1.0" encoding="utf-8"?>
<p:tagLst xmlns:a="http://schemas.openxmlformats.org/drawingml/2006/main" xmlns:r="http://schemas.openxmlformats.org/officeDocument/2006/relationships" xmlns:p="http://schemas.openxmlformats.org/presentationml/2006/main">
  <p:tag name="NAME" val="ACET"/>
</p:tagLst>
</file>

<file path=ppt/tags/tag325.xml><?xml version="1.0" encoding="utf-8"?>
<p:tagLst xmlns:a="http://schemas.openxmlformats.org/drawingml/2006/main" xmlns:r="http://schemas.openxmlformats.org/officeDocument/2006/relationships" xmlns:p="http://schemas.openxmlformats.org/presentationml/2006/main">
  <p:tag name="NAME" val="Moon"/>
</p:tagLst>
</file>

<file path=ppt/tags/tag326.xml><?xml version="1.0" encoding="utf-8"?>
<p:tagLst xmlns:a="http://schemas.openxmlformats.org/drawingml/2006/main" xmlns:r="http://schemas.openxmlformats.org/officeDocument/2006/relationships" xmlns:p="http://schemas.openxmlformats.org/presentationml/2006/main">
  <p:tag name="NAME" val="Moon"/>
</p:tagLst>
</file>

<file path=ppt/tags/tag327.xml><?xml version="1.0" encoding="utf-8"?>
<p:tagLst xmlns:a="http://schemas.openxmlformats.org/drawingml/2006/main" xmlns:r="http://schemas.openxmlformats.org/officeDocument/2006/relationships" xmlns:p="http://schemas.openxmlformats.org/presentationml/2006/main">
  <p:tag name="NAME" val="Moon"/>
</p:tagLst>
</file>

<file path=ppt/tags/tag328.xml><?xml version="1.0" encoding="utf-8"?>
<p:tagLst xmlns:a="http://schemas.openxmlformats.org/drawingml/2006/main" xmlns:r="http://schemas.openxmlformats.org/officeDocument/2006/relationships" xmlns:p="http://schemas.openxmlformats.org/presentationml/2006/main">
  <p:tag name="NAME" val="Moon"/>
</p:tagLst>
</file>

<file path=ppt/tags/tag329.xml><?xml version="1.0" encoding="utf-8"?>
<p:tagLst xmlns:a="http://schemas.openxmlformats.org/drawingml/2006/main" xmlns:r="http://schemas.openxmlformats.org/officeDocument/2006/relationships" xmlns:p="http://schemas.openxmlformats.org/presentationml/2006/main">
  <p:tag name="NAME" val="Moon"/>
</p:tagLst>
</file>

<file path=ppt/tags/tag330.xml><?xml version="1.0" encoding="utf-8"?>
<p:tagLst xmlns:a="http://schemas.openxmlformats.org/drawingml/2006/main" xmlns:r="http://schemas.openxmlformats.org/officeDocument/2006/relationships" xmlns:p="http://schemas.openxmlformats.org/presentationml/2006/main">
  <p:tag name="ANGLE" val="5"/>
</p:tagLst>
</file>

<file path=ppt/tags/tag331.xml><?xml version="1.0" encoding="utf-8"?>
<p:tagLst xmlns:a="http://schemas.openxmlformats.org/drawingml/2006/main" xmlns:r="http://schemas.openxmlformats.org/officeDocument/2006/relationships" xmlns:p="http://schemas.openxmlformats.org/presentationml/2006/main">
  <p:tag name="ANGLE" val="5"/>
</p:tagLst>
</file>

<file path=ppt/tags/tag332.xml><?xml version="1.0" encoding="utf-8"?>
<p:tagLst xmlns:a="http://schemas.openxmlformats.org/drawingml/2006/main" xmlns:r="http://schemas.openxmlformats.org/officeDocument/2006/relationships" xmlns:p="http://schemas.openxmlformats.org/presentationml/2006/main">
  <p:tag name="ANGLE" val="4"/>
</p:tagLst>
</file>

<file path=ppt/tags/tag333.xml><?xml version="1.0" encoding="utf-8"?>
<p:tagLst xmlns:a="http://schemas.openxmlformats.org/drawingml/2006/main" xmlns:r="http://schemas.openxmlformats.org/officeDocument/2006/relationships" xmlns:p="http://schemas.openxmlformats.org/presentationml/2006/main">
  <p:tag name="ANGLE" val="4"/>
</p:tagLst>
</file>

<file path=ppt/tags/tag334.xml><?xml version="1.0" encoding="utf-8"?>
<p:tagLst xmlns:a="http://schemas.openxmlformats.org/drawingml/2006/main" xmlns:r="http://schemas.openxmlformats.org/officeDocument/2006/relationships" xmlns:p="http://schemas.openxmlformats.org/presentationml/2006/main">
  <p:tag name="ANGLE" val="3"/>
</p:tagLst>
</file>

<file path=ppt/tags/tag335.xml><?xml version="1.0" encoding="utf-8"?>
<p:tagLst xmlns:a="http://schemas.openxmlformats.org/drawingml/2006/main" xmlns:r="http://schemas.openxmlformats.org/officeDocument/2006/relationships" xmlns:p="http://schemas.openxmlformats.org/presentationml/2006/main">
  <p:tag name="ANGLE" val="3"/>
</p:tagLst>
</file>

<file path=ppt/tags/tag336.xml><?xml version="1.0" encoding="utf-8"?>
<p:tagLst xmlns:a="http://schemas.openxmlformats.org/drawingml/2006/main" xmlns:r="http://schemas.openxmlformats.org/officeDocument/2006/relationships" xmlns:p="http://schemas.openxmlformats.org/presentationml/2006/main">
  <p:tag name="ANGLE" val="2"/>
</p:tagLst>
</file>

<file path=ppt/tags/tag337.xml><?xml version="1.0" encoding="utf-8"?>
<p:tagLst xmlns:a="http://schemas.openxmlformats.org/drawingml/2006/main" xmlns:r="http://schemas.openxmlformats.org/officeDocument/2006/relationships" xmlns:p="http://schemas.openxmlformats.org/presentationml/2006/main">
  <p:tag name="ANGLE" val="2"/>
</p:tagLst>
</file>

<file path=ppt/tags/tag338.xml><?xml version="1.0" encoding="utf-8"?>
<p:tagLst xmlns:a="http://schemas.openxmlformats.org/drawingml/2006/main" xmlns:r="http://schemas.openxmlformats.org/officeDocument/2006/relationships" xmlns:p="http://schemas.openxmlformats.org/presentationml/2006/main">
  <p:tag name="ANGLE" val="1"/>
</p:tagLst>
</file>

<file path=ppt/tags/tag339.xml><?xml version="1.0" encoding="utf-8"?>
<p:tagLst xmlns:a="http://schemas.openxmlformats.org/drawingml/2006/main" xmlns:r="http://schemas.openxmlformats.org/officeDocument/2006/relationships" xmlns:p="http://schemas.openxmlformats.org/presentationml/2006/main">
  <p:tag name="ANGLE" val="1"/>
</p:tagLst>
</file>

<file path=ppt/tags/tag340.xml><?xml version="1.0" encoding="utf-8"?>
<p:tagLst xmlns:a="http://schemas.openxmlformats.org/drawingml/2006/main" xmlns:r="http://schemas.openxmlformats.org/officeDocument/2006/relationships" xmlns:p="http://schemas.openxmlformats.org/presentationml/2006/main">
  <p:tag name="NAME" val="1BoatTopShape"/>
</p:tagLst>
</file>

<file path=ppt/tags/tag341.xml><?xml version="1.0" encoding="utf-8"?>
<p:tagLst xmlns:a="http://schemas.openxmlformats.org/drawingml/2006/main" xmlns:r="http://schemas.openxmlformats.org/officeDocument/2006/relationships" xmlns:p="http://schemas.openxmlformats.org/presentationml/2006/main">
  <p:tag name="NAME" val="1BoatTopText"/>
</p:tagLst>
</file>

<file path=ppt/tags/tag342.xml><?xml version="1.0" encoding="utf-8"?>
<p:tagLst xmlns:a="http://schemas.openxmlformats.org/drawingml/2006/main" xmlns:r="http://schemas.openxmlformats.org/officeDocument/2006/relationships" xmlns:p="http://schemas.openxmlformats.org/presentationml/2006/main">
  <p:tag name="NAME" val="1BoatBottomShape"/>
</p:tagLst>
</file>

<file path=ppt/tags/tag343.xml><?xml version="1.0" encoding="utf-8"?>
<p:tagLst xmlns:a="http://schemas.openxmlformats.org/drawingml/2006/main" xmlns:r="http://schemas.openxmlformats.org/officeDocument/2006/relationships" xmlns:p="http://schemas.openxmlformats.org/presentationml/2006/main">
  <p:tag name="NAME" val="1BoatBottomText"/>
</p:tagLst>
</file>

<file path=ppt/tags/tag344.xml><?xml version="1.0" encoding="utf-8"?>
<p:tagLst xmlns:a="http://schemas.openxmlformats.org/drawingml/2006/main" xmlns:r="http://schemas.openxmlformats.org/officeDocument/2006/relationships" xmlns:p="http://schemas.openxmlformats.org/presentationml/2006/main">
  <p:tag name="NAME" val="2BoatBottomShape"/>
</p:tagLst>
</file>

<file path=ppt/tags/tag345.xml><?xml version="1.0" encoding="utf-8"?>
<p:tagLst xmlns:a="http://schemas.openxmlformats.org/drawingml/2006/main" xmlns:r="http://schemas.openxmlformats.org/officeDocument/2006/relationships" xmlns:p="http://schemas.openxmlformats.org/presentationml/2006/main">
  <p:tag name="NAME" val="2BoatBottomText"/>
</p:tagLst>
</file>

<file path=ppt/tags/tag346.xml><?xml version="1.0" encoding="utf-8"?>
<p:tagLst xmlns:a="http://schemas.openxmlformats.org/drawingml/2006/main" xmlns:r="http://schemas.openxmlformats.org/officeDocument/2006/relationships" xmlns:p="http://schemas.openxmlformats.org/presentationml/2006/main">
  <p:tag name="NAME" val="Flow"/>
</p:tagLst>
</file>

<file path=ppt/tags/tag347.xml><?xml version="1.0" encoding="utf-8"?>
<p:tagLst xmlns:a="http://schemas.openxmlformats.org/drawingml/2006/main" xmlns:r="http://schemas.openxmlformats.org/officeDocument/2006/relationships" xmlns:p="http://schemas.openxmlformats.org/presentationml/2006/main">
  <p:tag name="NAME" val="SingleBoatShape"/>
</p:tagLst>
</file>

<file path=ppt/tags/tag348.xml><?xml version="1.0" encoding="utf-8"?>
<p:tagLst xmlns:a="http://schemas.openxmlformats.org/drawingml/2006/main" xmlns:r="http://schemas.openxmlformats.org/officeDocument/2006/relationships" xmlns:p="http://schemas.openxmlformats.org/presentationml/2006/main">
  <p:tag name="NAME" val="SingleBoatText"/>
</p:tagLst>
</file>

<file path=ppt/tags/tag3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0.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351.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352.xml><?xml version="1.0" encoding="utf-8"?>
<p:tagLst xmlns:a="http://schemas.openxmlformats.org/drawingml/2006/main" xmlns:r="http://schemas.openxmlformats.org/officeDocument/2006/relationships" xmlns:p="http://schemas.openxmlformats.org/presentationml/2006/main">
  <p:tag name="SHAPENAME" val="Subtitle"/>
</p:tagLst>
</file>

<file path=ppt/tags/tag353.xml><?xml version="1.0" encoding="utf-8"?>
<p:tagLst xmlns:a="http://schemas.openxmlformats.org/drawingml/2006/main" xmlns:r="http://schemas.openxmlformats.org/officeDocument/2006/relationships" xmlns:p="http://schemas.openxmlformats.org/presentationml/2006/main">
  <p:tag name="SHAPENAME" val="Title"/>
</p:tagLst>
</file>

<file path=ppt/tags/tag3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5.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35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57.xml><?xml version="1.0" encoding="utf-8"?>
<p:tagLst xmlns:a="http://schemas.openxmlformats.org/drawingml/2006/main" xmlns:r="http://schemas.openxmlformats.org/officeDocument/2006/relationships" xmlns:p="http://schemas.openxmlformats.org/presentationml/2006/main">
  <p:tag name="SHAPENAME" val="3. Subtitle"/>
</p:tagLst>
</file>

<file path=ppt/tags/tag35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59.xml><?xml version="1.0" encoding="utf-8"?>
<p:tagLst xmlns:a="http://schemas.openxmlformats.org/drawingml/2006/main" xmlns:r="http://schemas.openxmlformats.org/officeDocument/2006/relationships" xmlns:p="http://schemas.openxmlformats.org/presentationml/2006/main">
  <p:tag name="SHAPENAME" val="5. Source"/>
</p:tagLst>
</file>

<file path=ppt/tags/tag36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2.xml><?xml version="1.0" encoding="utf-8"?>
<p:tagLst xmlns:a="http://schemas.openxmlformats.org/drawingml/2006/main" xmlns:r="http://schemas.openxmlformats.org/officeDocument/2006/relationships" xmlns:p="http://schemas.openxmlformats.org/presentationml/2006/main">
  <p:tag name="THINKCELLSHAPEDONOTDELETE" val="trZ96ctUUqJsGDCugslwBCg"/>
</p:tagLst>
</file>

<file path=ppt/tags/tag36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6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6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66.xml><?xml version="1.0" encoding="utf-8"?>
<p:tagLst xmlns:a="http://schemas.openxmlformats.org/drawingml/2006/main" xmlns:r="http://schemas.openxmlformats.org/officeDocument/2006/relationships" xmlns:p="http://schemas.openxmlformats.org/presentationml/2006/main">
  <p:tag name="SHAPENAME" val="5. Source"/>
</p:tagLst>
</file>

<file path=ppt/tags/tag3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8.xml><?xml version="1.0" encoding="utf-8"?>
<p:tagLst xmlns:a="http://schemas.openxmlformats.org/drawingml/2006/main" xmlns:r="http://schemas.openxmlformats.org/officeDocument/2006/relationships" xmlns:p="http://schemas.openxmlformats.org/presentationml/2006/main">
  <p:tag name="THINKCELLSHAPEDONOTDELETE" val="tAvhTnprpZIIVVQCOTQtpLw"/>
</p:tagLst>
</file>

<file path=ppt/tags/tag36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7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7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72.xml><?xml version="1.0" encoding="utf-8"?>
<p:tagLst xmlns:a="http://schemas.openxmlformats.org/drawingml/2006/main" xmlns:r="http://schemas.openxmlformats.org/officeDocument/2006/relationships" xmlns:p="http://schemas.openxmlformats.org/presentationml/2006/main">
  <p:tag name="SHAPENAME" val="5. Source"/>
</p:tagLst>
</file>

<file path=ppt/tags/tag3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4.xml><?xml version="1.0" encoding="utf-8"?>
<p:tagLst xmlns:a="http://schemas.openxmlformats.org/drawingml/2006/main" xmlns:r="http://schemas.openxmlformats.org/officeDocument/2006/relationships" xmlns:p="http://schemas.openxmlformats.org/presentationml/2006/main">
  <p:tag name="THINKCELLSHAPEDONOTDELETE" val="tVvs3CU0mhZ0iF9VK3Gc_gQ"/>
</p:tagLst>
</file>

<file path=ppt/tags/tag37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7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7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78.xml><?xml version="1.0" encoding="utf-8"?>
<p:tagLst xmlns:a="http://schemas.openxmlformats.org/drawingml/2006/main" xmlns:r="http://schemas.openxmlformats.org/officeDocument/2006/relationships" xmlns:p="http://schemas.openxmlformats.org/presentationml/2006/main">
  <p:tag name="SHAPENAME" val="5. Source"/>
</p:tagLst>
</file>

<file path=ppt/tags/tag3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0.xml><?xml version="1.0" encoding="utf-8"?>
<p:tagLst xmlns:a="http://schemas.openxmlformats.org/drawingml/2006/main" xmlns:r="http://schemas.openxmlformats.org/officeDocument/2006/relationships" xmlns:p="http://schemas.openxmlformats.org/presentationml/2006/main">
  <p:tag name="THINKCELLSHAPEDONOTDELETE" val="tNrcAbB4u0quRffFN3bn3Xw"/>
</p:tagLst>
</file>

<file path=ppt/tags/tag38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82.xml><?xml version="1.0" encoding="utf-8"?>
<p:tagLst xmlns:a="http://schemas.openxmlformats.org/drawingml/2006/main" xmlns:r="http://schemas.openxmlformats.org/officeDocument/2006/relationships" xmlns:p="http://schemas.openxmlformats.org/presentationml/2006/main">
  <p:tag name="SHAPENAME" val="3. Subtitle"/>
</p:tagLst>
</file>

<file path=ppt/tags/tag38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8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85.xml><?xml version="1.0" encoding="utf-8"?>
<p:tagLst xmlns:a="http://schemas.openxmlformats.org/drawingml/2006/main" xmlns:r="http://schemas.openxmlformats.org/officeDocument/2006/relationships" xmlns:p="http://schemas.openxmlformats.org/presentationml/2006/main">
  <p:tag name="SHAPENAME" val="5. Source"/>
</p:tagLst>
</file>

<file path=ppt/tags/tag3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7.xml><?xml version="1.0" encoding="utf-8"?>
<p:tagLst xmlns:a="http://schemas.openxmlformats.org/drawingml/2006/main" xmlns:r="http://schemas.openxmlformats.org/officeDocument/2006/relationships" xmlns:p="http://schemas.openxmlformats.org/presentationml/2006/main">
  <p:tag name="THINKCELLSHAPEDONOTDELETE" val="tYG_9mniplMrafceMpP.Qwg"/>
</p:tagLst>
</file>

<file path=ppt/tags/tag38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38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90.xml><?xml version="1.0" encoding="utf-8"?>
<p:tagLst xmlns:a="http://schemas.openxmlformats.org/drawingml/2006/main" xmlns:r="http://schemas.openxmlformats.org/officeDocument/2006/relationships" xmlns:p="http://schemas.openxmlformats.org/presentationml/2006/main">
  <p:tag name="SHAPENAME" val="3. Subtitle"/>
</p:tagLst>
</file>

<file path=ppt/tags/tag39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9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93.xml><?xml version="1.0" encoding="utf-8"?>
<p:tagLst xmlns:a="http://schemas.openxmlformats.org/drawingml/2006/main" xmlns:r="http://schemas.openxmlformats.org/officeDocument/2006/relationships" xmlns:p="http://schemas.openxmlformats.org/presentationml/2006/main">
  <p:tag name="SHAPENAME" val="5. Source"/>
</p:tagLst>
</file>

<file path=ppt/tags/tag3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5.xml><?xml version="1.0" encoding="utf-8"?>
<p:tagLst xmlns:a="http://schemas.openxmlformats.org/drawingml/2006/main" xmlns:r="http://schemas.openxmlformats.org/officeDocument/2006/relationships" xmlns:p="http://schemas.openxmlformats.org/presentationml/2006/main">
  <p:tag name="THINKCELLSHAPEDONOTDELETE" val="tHbEQ8aI7AKzsdxigcAG3ZA"/>
</p:tagLst>
</file>

<file path=ppt/tags/tag396.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39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98.xml><?xml version="1.0" encoding="utf-8"?>
<p:tagLst xmlns:a="http://schemas.openxmlformats.org/drawingml/2006/main" xmlns:r="http://schemas.openxmlformats.org/officeDocument/2006/relationships" xmlns:p="http://schemas.openxmlformats.org/presentationml/2006/main">
  <p:tag name="SHAPENAME" val="3. Subtitle"/>
</p:tagLst>
</file>

<file path=ppt/tags/tag39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0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01.xml><?xml version="1.0" encoding="utf-8"?>
<p:tagLst xmlns:a="http://schemas.openxmlformats.org/drawingml/2006/main" xmlns:r="http://schemas.openxmlformats.org/officeDocument/2006/relationships" xmlns:p="http://schemas.openxmlformats.org/presentationml/2006/main">
  <p:tag name="SHAPENAME" val="5. Source"/>
</p:tagLst>
</file>

<file path=ppt/tags/tag4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3.xml><?xml version="1.0" encoding="utf-8"?>
<p:tagLst xmlns:a="http://schemas.openxmlformats.org/drawingml/2006/main" xmlns:r="http://schemas.openxmlformats.org/officeDocument/2006/relationships" xmlns:p="http://schemas.openxmlformats.org/presentationml/2006/main">
  <p:tag name="THINKCELLSHAPEDONOTDELETE" val="tBLvs1S2qnQw1aA01IUaglg"/>
</p:tagLst>
</file>

<file path=ppt/tags/tag404.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40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06.xml><?xml version="1.0" encoding="utf-8"?>
<p:tagLst xmlns:a="http://schemas.openxmlformats.org/drawingml/2006/main" xmlns:r="http://schemas.openxmlformats.org/officeDocument/2006/relationships" xmlns:p="http://schemas.openxmlformats.org/presentationml/2006/main">
  <p:tag name="SHAPENAME" val="3. Subtitle"/>
</p:tagLst>
</file>

<file path=ppt/tags/tag40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0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09.xml><?xml version="1.0" encoding="utf-8"?>
<p:tagLst xmlns:a="http://schemas.openxmlformats.org/drawingml/2006/main" xmlns:r="http://schemas.openxmlformats.org/officeDocument/2006/relationships" xmlns:p="http://schemas.openxmlformats.org/presentationml/2006/main">
  <p:tag name="SHAPENAME" val="5. Source"/>
</p:tagLst>
</file>

<file path=ppt/tags/tag4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1.xml><?xml version="1.0" encoding="utf-8"?>
<p:tagLst xmlns:a="http://schemas.openxmlformats.org/drawingml/2006/main" xmlns:r="http://schemas.openxmlformats.org/officeDocument/2006/relationships" xmlns:p="http://schemas.openxmlformats.org/presentationml/2006/main">
  <p:tag name="THINKCELLSHAPEDONOTDELETE" val="tqUyDlDqWonv3hoAx.p9Rsw"/>
</p:tagLst>
</file>

<file path=ppt/tags/tag41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13.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414.xml><?xml version="1.0" encoding="utf-8"?>
<p:tagLst xmlns:a="http://schemas.openxmlformats.org/drawingml/2006/main" xmlns:r="http://schemas.openxmlformats.org/officeDocument/2006/relationships" xmlns:p="http://schemas.openxmlformats.org/presentationml/2006/main">
  <p:tag name="SHAPENAME" val="3. Subtitle"/>
</p:tagLst>
</file>

<file path=ppt/tags/tag41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1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17.xml><?xml version="1.0" encoding="utf-8"?>
<p:tagLst xmlns:a="http://schemas.openxmlformats.org/drawingml/2006/main" xmlns:r="http://schemas.openxmlformats.org/officeDocument/2006/relationships" xmlns:p="http://schemas.openxmlformats.org/presentationml/2006/main">
  <p:tag name="SHAPENAME" val="5. Source"/>
</p:tagLst>
</file>

<file path=ppt/tags/tag4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9.xml><?xml version="1.0" encoding="utf-8"?>
<p:tagLst xmlns:a="http://schemas.openxmlformats.org/drawingml/2006/main" xmlns:r="http://schemas.openxmlformats.org/officeDocument/2006/relationships" xmlns:p="http://schemas.openxmlformats.org/presentationml/2006/main">
  <p:tag name="THINKCELLSHAPEDONOTDELETE" val="to9xgrPArEB1mEiMOhB5KGA"/>
</p:tagLst>
</file>

<file path=ppt/tags/tag42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42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22.xml><?xml version="1.0" encoding="utf-8"?>
<p:tagLst xmlns:a="http://schemas.openxmlformats.org/drawingml/2006/main" xmlns:r="http://schemas.openxmlformats.org/officeDocument/2006/relationships" xmlns:p="http://schemas.openxmlformats.org/presentationml/2006/main">
  <p:tag name="SHAPENAME" val="3. Subtitle"/>
</p:tagLst>
</file>

<file path=ppt/tags/tag42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2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25.xml><?xml version="1.0" encoding="utf-8"?>
<p:tagLst xmlns:a="http://schemas.openxmlformats.org/drawingml/2006/main" xmlns:r="http://schemas.openxmlformats.org/officeDocument/2006/relationships" xmlns:p="http://schemas.openxmlformats.org/presentationml/2006/main">
  <p:tag name="SHAPENAME" val="5. Source"/>
</p:tagLst>
</file>

<file path=ppt/tags/tag4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7.xml><?xml version="1.0" encoding="utf-8"?>
<p:tagLst xmlns:a="http://schemas.openxmlformats.org/drawingml/2006/main" xmlns:r="http://schemas.openxmlformats.org/officeDocument/2006/relationships" xmlns:p="http://schemas.openxmlformats.org/presentationml/2006/main">
  <p:tag name="THINKCELLSHAPEDONOTDELETE" val="txNguF4Gw2mJIhuiFXm5tKQ"/>
</p:tagLst>
</file>

<file path=ppt/tags/tag42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2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3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31.xml><?xml version="1.0" encoding="utf-8"?>
<p:tagLst xmlns:a="http://schemas.openxmlformats.org/drawingml/2006/main" xmlns:r="http://schemas.openxmlformats.org/officeDocument/2006/relationships" xmlns:p="http://schemas.openxmlformats.org/presentationml/2006/main">
  <p:tag name="SHAPENAME" val="5. Source"/>
</p:tagLst>
</file>

<file path=ppt/tags/tag4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3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35.xml><?xml version="1.0" encoding="utf-8"?>
<p:tagLst xmlns:a="http://schemas.openxmlformats.org/drawingml/2006/main" xmlns:r="http://schemas.openxmlformats.org/officeDocument/2006/relationships" xmlns:p="http://schemas.openxmlformats.org/presentationml/2006/main">
  <p:tag name="SHAPENAME" val="5. Source"/>
</p:tagLst>
</file>

<file path=ppt/tags/tag4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7.xml><?xml version="1.0" encoding="utf-8"?>
<p:tagLst xmlns:a="http://schemas.openxmlformats.org/drawingml/2006/main" xmlns:r="http://schemas.openxmlformats.org/officeDocument/2006/relationships" xmlns:p="http://schemas.openxmlformats.org/presentationml/2006/main">
  <p:tag name="SHAPENAME" val="5. Source"/>
</p:tagLst>
</file>

<file path=ppt/tags/tag4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9.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44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41.xml><?xml version="1.0" encoding="utf-8"?>
<p:tagLst xmlns:a="http://schemas.openxmlformats.org/drawingml/2006/main" xmlns:r="http://schemas.openxmlformats.org/officeDocument/2006/relationships" xmlns:p="http://schemas.openxmlformats.org/presentationml/2006/main">
  <p:tag name="SHAPENAME" val="3. Subtitle"/>
</p:tagLst>
</file>

<file path=ppt/tags/tag44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43.xml><?xml version="1.0" encoding="utf-8"?>
<p:tagLst xmlns:a="http://schemas.openxmlformats.org/drawingml/2006/main" xmlns:r="http://schemas.openxmlformats.org/officeDocument/2006/relationships" xmlns:p="http://schemas.openxmlformats.org/presentationml/2006/main">
  <p:tag name="SHAPENAME" val="5. Source"/>
</p:tagLst>
</file>

<file path=ppt/tags/tag44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6.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44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48.xml><?xml version="1.0" encoding="utf-8"?>
<p:tagLst xmlns:a="http://schemas.openxmlformats.org/drawingml/2006/main" xmlns:r="http://schemas.openxmlformats.org/officeDocument/2006/relationships" xmlns:p="http://schemas.openxmlformats.org/presentationml/2006/main">
  <p:tag name="SHAPENAME" val="3. Subtitle"/>
</p:tagLst>
</file>

<file path=ppt/tags/tag44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5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51.xml><?xml version="1.0" encoding="utf-8"?>
<p:tagLst xmlns:a="http://schemas.openxmlformats.org/drawingml/2006/main" xmlns:r="http://schemas.openxmlformats.org/officeDocument/2006/relationships" xmlns:p="http://schemas.openxmlformats.org/presentationml/2006/main">
  <p:tag name="SHAPENAME" val="5. Source"/>
</p:tagLst>
</file>

<file path=ppt/tags/tag4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3.xml><?xml version="1.0" encoding="utf-8"?>
<p:tagLst xmlns:a="http://schemas.openxmlformats.org/drawingml/2006/main" xmlns:r="http://schemas.openxmlformats.org/officeDocument/2006/relationships" xmlns:p="http://schemas.openxmlformats.org/presentationml/2006/main">
  <p:tag name="SHAPENAME" val="BottomLine"/>
</p:tagLst>
</file>

<file path=ppt/tags/tag454.xml><?xml version="1.0" encoding="utf-8"?>
<p:tagLst xmlns:a="http://schemas.openxmlformats.org/drawingml/2006/main" xmlns:r="http://schemas.openxmlformats.org/officeDocument/2006/relationships" xmlns:p="http://schemas.openxmlformats.org/presentationml/2006/main">
  <p:tag name="SHAPENAME" val="TopLine"/>
</p:tagLst>
</file>

<file path=ppt/tags/tag455.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45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5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58.xml><?xml version="1.0" encoding="utf-8"?>
<p:tagLst xmlns:a="http://schemas.openxmlformats.org/drawingml/2006/main" xmlns:r="http://schemas.openxmlformats.org/officeDocument/2006/relationships" xmlns:p="http://schemas.openxmlformats.org/presentationml/2006/main">
  <p:tag name="SHAPENAME" val="5. Source"/>
</p:tagLst>
</file>

<file path=ppt/tags/tag45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1.xml><?xml version="1.0" encoding="utf-8"?>
<p:tagLst xmlns:a="http://schemas.openxmlformats.org/drawingml/2006/main" xmlns:r="http://schemas.openxmlformats.org/officeDocument/2006/relationships" xmlns:p="http://schemas.openxmlformats.org/presentationml/2006/main">
  <p:tag name="THINKCELLSHAPEDONOTDELETE" val="t7P6iKZZoTDSflm.OoOVoMA"/>
</p:tagLst>
</file>

<file path=ppt/tags/tag462.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46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46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6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66.xml><?xml version="1.0" encoding="utf-8"?>
<p:tagLst xmlns:a="http://schemas.openxmlformats.org/drawingml/2006/main" xmlns:r="http://schemas.openxmlformats.org/officeDocument/2006/relationships" xmlns:p="http://schemas.openxmlformats.org/presentationml/2006/main">
  <p:tag name="SHAPENAME" val="3. Subtitle"/>
</p:tagLst>
</file>

<file path=ppt/tags/tag467.xml><?xml version="1.0" encoding="utf-8"?>
<p:tagLst xmlns:a="http://schemas.openxmlformats.org/drawingml/2006/main" xmlns:r="http://schemas.openxmlformats.org/officeDocument/2006/relationships" xmlns:p="http://schemas.openxmlformats.org/presentationml/2006/main">
  <p:tag name="SHAPENAME" val="5. Source"/>
</p:tagLst>
</file>

<file path=ppt/tags/tag46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69.xml><?xml version="1.0" encoding="utf-8"?>
<p:tagLst xmlns:a="http://schemas.openxmlformats.org/drawingml/2006/main" xmlns:r="http://schemas.openxmlformats.org/officeDocument/2006/relationships" xmlns:p="http://schemas.openxmlformats.org/presentationml/2006/main">
  <p:tag name="NAME" val="StrongCallout"/>
</p:tagLst>
</file>

<file path=ppt/tags/tag470.xml><?xml version="1.0" encoding="utf-8"?>
<p:tagLst xmlns:a="http://schemas.openxmlformats.org/drawingml/2006/main" xmlns:r="http://schemas.openxmlformats.org/officeDocument/2006/relationships" xmlns:p="http://schemas.openxmlformats.org/presentationml/2006/main">
  <p:tag name="ISFLAT" val="True"/>
  <p:tag name="NAME" val="SplitFlow"/>
</p:tagLst>
</file>

<file path=ppt/tags/tag4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2.xml><?xml version="1.0" encoding="utf-8"?>
<p:tagLst xmlns:a="http://schemas.openxmlformats.org/drawingml/2006/main" xmlns:r="http://schemas.openxmlformats.org/officeDocument/2006/relationships" xmlns:p="http://schemas.openxmlformats.org/presentationml/2006/main">
  <p:tag name="THINKCELLSHAPEDONOTDELETE" val="txcgoWEzLgA0_64VDvMxGGg"/>
</p:tagLst>
</file>

<file path=ppt/tags/tag473.xml><?xml version="1.0" encoding="utf-8"?>
<p:tagLst xmlns:a="http://schemas.openxmlformats.org/drawingml/2006/main" xmlns:r="http://schemas.openxmlformats.org/officeDocument/2006/relationships" xmlns:p="http://schemas.openxmlformats.org/presentationml/2006/main">
  <p:tag name="SHAPENAME" val="4. Footnote"/>
</p:tagLst>
</file>

<file path=ppt/tags/tag47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75.xml><?xml version="1.0" encoding="utf-8"?>
<p:tagLst xmlns:a="http://schemas.openxmlformats.org/drawingml/2006/main" xmlns:r="http://schemas.openxmlformats.org/officeDocument/2006/relationships" xmlns:p="http://schemas.openxmlformats.org/presentationml/2006/main">
  <p:tag name="NAME" val="ACET"/>
</p:tagLst>
</file>

<file path=ppt/tags/tag476.xml><?xml version="1.0" encoding="utf-8"?>
<p:tagLst xmlns:a="http://schemas.openxmlformats.org/drawingml/2006/main" xmlns:r="http://schemas.openxmlformats.org/officeDocument/2006/relationships" xmlns:p="http://schemas.openxmlformats.org/presentationml/2006/main">
  <p:tag name="NAME" val="Moon"/>
</p:tagLst>
</file>

<file path=ppt/tags/tag477.xml><?xml version="1.0" encoding="utf-8"?>
<p:tagLst xmlns:a="http://schemas.openxmlformats.org/drawingml/2006/main" xmlns:r="http://schemas.openxmlformats.org/officeDocument/2006/relationships" xmlns:p="http://schemas.openxmlformats.org/presentationml/2006/main">
  <p:tag name="NAME" val="Moon"/>
</p:tagLst>
</file>

<file path=ppt/tags/tag478.xml><?xml version="1.0" encoding="utf-8"?>
<p:tagLst xmlns:a="http://schemas.openxmlformats.org/drawingml/2006/main" xmlns:r="http://schemas.openxmlformats.org/officeDocument/2006/relationships" xmlns:p="http://schemas.openxmlformats.org/presentationml/2006/main">
  <p:tag name="NAME" val="Moon"/>
</p:tagLst>
</file>

<file path=ppt/tags/tag479.xml><?xml version="1.0" encoding="utf-8"?>
<p:tagLst xmlns:a="http://schemas.openxmlformats.org/drawingml/2006/main" xmlns:r="http://schemas.openxmlformats.org/officeDocument/2006/relationships" xmlns:p="http://schemas.openxmlformats.org/presentationml/2006/main">
  <p:tag name="NAME" val="Moon"/>
</p:tagLst>
</file>

<file path=ppt/tags/tag480.xml><?xml version="1.0" encoding="utf-8"?>
<p:tagLst xmlns:a="http://schemas.openxmlformats.org/drawingml/2006/main" xmlns:r="http://schemas.openxmlformats.org/officeDocument/2006/relationships" xmlns:p="http://schemas.openxmlformats.org/presentationml/2006/main">
  <p:tag name="NAME" val="Moon"/>
</p:tagLst>
</file>

<file path=ppt/tags/tag481.xml><?xml version="1.0" encoding="utf-8"?>
<p:tagLst xmlns:a="http://schemas.openxmlformats.org/drawingml/2006/main" xmlns:r="http://schemas.openxmlformats.org/officeDocument/2006/relationships" xmlns:p="http://schemas.openxmlformats.org/presentationml/2006/main">
  <p:tag name="ANGLE" val="5"/>
</p:tagLst>
</file>

<file path=ppt/tags/tag482.xml><?xml version="1.0" encoding="utf-8"?>
<p:tagLst xmlns:a="http://schemas.openxmlformats.org/drawingml/2006/main" xmlns:r="http://schemas.openxmlformats.org/officeDocument/2006/relationships" xmlns:p="http://schemas.openxmlformats.org/presentationml/2006/main">
  <p:tag name="ANGLE" val="5"/>
</p:tagLst>
</file>

<file path=ppt/tags/tag483.xml><?xml version="1.0" encoding="utf-8"?>
<p:tagLst xmlns:a="http://schemas.openxmlformats.org/drawingml/2006/main" xmlns:r="http://schemas.openxmlformats.org/officeDocument/2006/relationships" xmlns:p="http://schemas.openxmlformats.org/presentationml/2006/main">
  <p:tag name="ANGLE" val="4"/>
</p:tagLst>
</file>

<file path=ppt/tags/tag484.xml><?xml version="1.0" encoding="utf-8"?>
<p:tagLst xmlns:a="http://schemas.openxmlformats.org/drawingml/2006/main" xmlns:r="http://schemas.openxmlformats.org/officeDocument/2006/relationships" xmlns:p="http://schemas.openxmlformats.org/presentationml/2006/main">
  <p:tag name="ANGLE" val="4"/>
</p:tagLst>
</file>

<file path=ppt/tags/tag485.xml><?xml version="1.0" encoding="utf-8"?>
<p:tagLst xmlns:a="http://schemas.openxmlformats.org/drawingml/2006/main" xmlns:r="http://schemas.openxmlformats.org/officeDocument/2006/relationships" xmlns:p="http://schemas.openxmlformats.org/presentationml/2006/main">
  <p:tag name="ANGLE" val="3"/>
</p:tagLst>
</file>

<file path=ppt/tags/tag486.xml><?xml version="1.0" encoding="utf-8"?>
<p:tagLst xmlns:a="http://schemas.openxmlformats.org/drawingml/2006/main" xmlns:r="http://schemas.openxmlformats.org/officeDocument/2006/relationships" xmlns:p="http://schemas.openxmlformats.org/presentationml/2006/main">
  <p:tag name="ANGLE" val="3"/>
</p:tagLst>
</file>

<file path=ppt/tags/tag487.xml><?xml version="1.0" encoding="utf-8"?>
<p:tagLst xmlns:a="http://schemas.openxmlformats.org/drawingml/2006/main" xmlns:r="http://schemas.openxmlformats.org/officeDocument/2006/relationships" xmlns:p="http://schemas.openxmlformats.org/presentationml/2006/main">
  <p:tag name="ANGLE" val="2"/>
</p:tagLst>
</file>

<file path=ppt/tags/tag488.xml><?xml version="1.0" encoding="utf-8"?>
<p:tagLst xmlns:a="http://schemas.openxmlformats.org/drawingml/2006/main" xmlns:r="http://schemas.openxmlformats.org/officeDocument/2006/relationships" xmlns:p="http://schemas.openxmlformats.org/presentationml/2006/main">
  <p:tag name="ANGLE" val="2"/>
</p:tagLst>
</file>

<file path=ppt/tags/tag489.xml><?xml version="1.0" encoding="utf-8"?>
<p:tagLst xmlns:a="http://schemas.openxmlformats.org/drawingml/2006/main" xmlns:r="http://schemas.openxmlformats.org/officeDocument/2006/relationships" xmlns:p="http://schemas.openxmlformats.org/presentationml/2006/main">
  <p:tag name="ANGLE" val="1"/>
</p:tagLst>
</file>

<file path=ppt/tags/tag490.xml><?xml version="1.0" encoding="utf-8"?>
<p:tagLst xmlns:a="http://schemas.openxmlformats.org/drawingml/2006/main" xmlns:r="http://schemas.openxmlformats.org/officeDocument/2006/relationships" xmlns:p="http://schemas.openxmlformats.org/presentationml/2006/main">
  <p:tag name="ANGLE" val="1"/>
</p:tagLst>
</file>

<file path=ppt/tags/tag491.xml><?xml version="1.0" encoding="utf-8"?>
<p:tagLst xmlns:a="http://schemas.openxmlformats.org/drawingml/2006/main" xmlns:r="http://schemas.openxmlformats.org/officeDocument/2006/relationships" xmlns:p="http://schemas.openxmlformats.org/presentationml/2006/main">
  <p:tag name="NAME" val="1BoatTopShape"/>
</p:tagLst>
</file>

<file path=ppt/tags/tag492.xml><?xml version="1.0" encoding="utf-8"?>
<p:tagLst xmlns:a="http://schemas.openxmlformats.org/drawingml/2006/main" xmlns:r="http://schemas.openxmlformats.org/officeDocument/2006/relationships" xmlns:p="http://schemas.openxmlformats.org/presentationml/2006/main">
  <p:tag name="NAME" val="1BoatTopText"/>
</p:tagLst>
</file>

<file path=ppt/tags/tag493.xml><?xml version="1.0" encoding="utf-8"?>
<p:tagLst xmlns:a="http://schemas.openxmlformats.org/drawingml/2006/main" xmlns:r="http://schemas.openxmlformats.org/officeDocument/2006/relationships" xmlns:p="http://schemas.openxmlformats.org/presentationml/2006/main">
  <p:tag name="NAME" val="1BoatBottomShape"/>
</p:tagLst>
</file>

<file path=ppt/tags/tag494.xml><?xml version="1.0" encoding="utf-8"?>
<p:tagLst xmlns:a="http://schemas.openxmlformats.org/drawingml/2006/main" xmlns:r="http://schemas.openxmlformats.org/officeDocument/2006/relationships" xmlns:p="http://schemas.openxmlformats.org/presentationml/2006/main">
  <p:tag name="NAME" val="1BoatBottomText"/>
</p:tagLst>
</file>

<file path=ppt/tags/tag495.xml><?xml version="1.0" encoding="utf-8"?>
<p:tagLst xmlns:a="http://schemas.openxmlformats.org/drawingml/2006/main" xmlns:r="http://schemas.openxmlformats.org/officeDocument/2006/relationships" xmlns:p="http://schemas.openxmlformats.org/presentationml/2006/main">
  <p:tag name="NAME" val="2BoatBottomShape"/>
</p:tagLst>
</file>

<file path=ppt/tags/tag496.xml><?xml version="1.0" encoding="utf-8"?>
<p:tagLst xmlns:a="http://schemas.openxmlformats.org/drawingml/2006/main" xmlns:r="http://schemas.openxmlformats.org/officeDocument/2006/relationships" xmlns:p="http://schemas.openxmlformats.org/presentationml/2006/main">
  <p:tag name="NAME" val="2BoatBottomText"/>
</p:tagLst>
</file>

<file path=ppt/tags/tag497.xml><?xml version="1.0" encoding="utf-8"?>
<p:tagLst xmlns:a="http://schemas.openxmlformats.org/drawingml/2006/main" xmlns:r="http://schemas.openxmlformats.org/officeDocument/2006/relationships" xmlns:p="http://schemas.openxmlformats.org/presentationml/2006/main">
  <p:tag name="NAME" val="Flow"/>
</p:tagLst>
</file>

<file path=ppt/tags/tag498.xml><?xml version="1.0" encoding="utf-8"?>
<p:tagLst xmlns:a="http://schemas.openxmlformats.org/drawingml/2006/main" xmlns:r="http://schemas.openxmlformats.org/officeDocument/2006/relationships" xmlns:p="http://schemas.openxmlformats.org/presentationml/2006/main">
  <p:tag name="NAME" val="SingleBoatShape"/>
</p:tagLst>
</file>

<file path=ppt/tags/tag499.xml><?xml version="1.0" encoding="utf-8"?>
<p:tagLst xmlns:a="http://schemas.openxmlformats.org/drawingml/2006/main" xmlns:r="http://schemas.openxmlformats.org/officeDocument/2006/relationships" xmlns:p="http://schemas.openxmlformats.org/presentationml/2006/main">
  <p:tag name="NAME" val="SingleBoatText"/>
</p:tagLst>
</file>

<file path=ppt/tags/tag5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1.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502.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503.xml><?xml version="1.0" encoding="utf-8"?>
<p:tagLst xmlns:a="http://schemas.openxmlformats.org/drawingml/2006/main" xmlns:r="http://schemas.openxmlformats.org/officeDocument/2006/relationships" xmlns:p="http://schemas.openxmlformats.org/presentationml/2006/main">
  <p:tag name="SHAPENAME" val="Subtitle"/>
</p:tagLst>
</file>

<file path=ppt/tags/tag504.xml><?xml version="1.0" encoding="utf-8"?>
<p:tagLst xmlns:a="http://schemas.openxmlformats.org/drawingml/2006/main" xmlns:r="http://schemas.openxmlformats.org/officeDocument/2006/relationships" xmlns:p="http://schemas.openxmlformats.org/presentationml/2006/main">
  <p:tag name="SHAPENAME" val="Title"/>
</p:tagLst>
</file>

<file path=ppt/tags/tag5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6.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50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08.xml><?xml version="1.0" encoding="utf-8"?>
<p:tagLst xmlns:a="http://schemas.openxmlformats.org/drawingml/2006/main" xmlns:r="http://schemas.openxmlformats.org/officeDocument/2006/relationships" xmlns:p="http://schemas.openxmlformats.org/presentationml/2006/main">
  <p:tag name="SHAPENAME" val="3. Subtitle"/>
</p:tagLst>
</file>

<file path=ppt/tags/tag50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10.xml><?xml version="1.0" encoding="utf-8"?>
<p:tagLst xmlns:a="http://schemas.openxmlformats.org/drawingml/2006/main" xmlns:r="http://schemas.openxmlformats.org/officeDocument/2006/relationships" xmlns:p="http://schemas.openxmlformats.org/presentationml/2006/main">
  <p:tag name="SHAPENAME" val="5. Source"/>
</p:tagLst>
</file>

<file path=ppt/tags/tag51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3.xml><?xml version="1.0" encoding="utf-8"?>
<p:tagLst xmlns:a="http://schemas.openxmlformats.org/drawingml/2006/main" xmlns:r="http://schemas.openxmlformats.org/officeDocument/2006/relationships" xmlns:p="http://schemas.openxmlformats.org/presentationml/2006/main">
  <p:tag name="THINKCELLSHAPEDONOTDELETE" val="trZ96ctUUqJsGDCugslwBCg"/>
</p:tagLst>
</file>

<file path=ppt/tags/tag51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1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1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17.xml><?xml version="1.0" encoding="utf-8"?>
<p:tagLst xmlns:a="http://schemas.openxmlformats.org/drawingml/2006/main" xmlns:r="http://schemas.openxmlformats.org/officeDocument/2006/relationships" xmlns:p="http://schemas.openxmlformats.org/presentationml/2006/main">
  <p:tag name="SHAPENAME" val="5. Source"/>
</p:tagLst>
</file>

<file path=ppt/tags/tag5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9.xml><?xml version="1.0" encoding="utf-8"?>
<p:tagLst xmlns:a="http://schemas.openxmlformats.org/drawingml/2006/main" xmlns:r="http://schemas.openxmlformats.org/officeDocument/2006/relationships" xmlns:p="http://schemas.openxmlformats.org/presentationml/2006/main">
  <p:tag name="THINKCELLSHAPEDONOTDELETE" val="tAvhTnprpZIIVVQCOTQtpLw"/>
</p:tagLst>
</file>

<file path=ppt/tags/tag52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2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2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23.xml><?xml version="1.0" encoding="utf-8"?>
<p:tagLst xmlns:a="http://schemas.openxmlformats.org/drawingml/2006/main" xmlns:r="http://schemas.openxmlformats.org/officeDocument/2006/relationships" xmlns:p="http://schemas.openxmlformats.org/presentationml/2006/main">
  <p:tag name="SHAPENAME" val="5. Source"/>
</p:tagLst>
</file>

<file path=ppt/tags/tag5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5.xml><?xml version="1.0" encoding="utf-8"?>
<p:tagLst xmlns:a="http://schemas.openxmlformats.org/drawingml/2006/main" xmlns:r="http://schemas.openxmlformats.org/officeDocument/2006/relationships" xmlns:p="http://schemas.openxmlformats.org/presentationml/2006/main">
  <p:tag name="THINKCELLSHAPEDONOTDELETE" val="tVvs3CU0mhZ0iF9VK3Gc_gQ"/>
</p:tagLst>
</file>

<file path=ppt/tags/tag52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2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2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29.xml><?xml version="1.0" encoding="utf-8"?>
<p:tagLst xmlns:a="http://schemas.openxmlformats.org/drawingml/2006/main" xmlns:r="http://schemas.openxmlformats.org/officeDocument/2006/relationships" xmlns:p="http://schemas.openxmlformats.org/presentationml/2006/main">
  <p:tag name="SHAPENAME" val="5. Source"/>
</p:tagLst>
</file>

<file path=ppt/tags/tag5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1.xml><?xml version="1.0" encoding="utf-8"?>
<p:tagLst xmlns:a="http://schemas.openxmlformats.org/drawingml/2006/main" xmlns:r="http://schemas.openxmlformats.org/officeDocument/2006/relationships" xmlns:p="http://schemas.openxmlformats.org/presentationml/2006/main">
  <p:tag name="THINKCELLSHAPEDONOTDELETE" val="tNrcAbB4u0quRffFN3bn3Xw"/>
</p:tagLst>
</file>

<file path=ppt/tags/tag53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33.xml><?xml version="1.0" encoding="utf-8"?>
<p:tagLst xmlns:a="http://schemas.openxmlformats.org/drawingml/2006/main" xmlns:r="http://schemas.openxmlformats.org/officeDocument/2006/relationships" xmlns:p="http://schemas.openxmlformats.org/presentationml/2006/main">
  <p:tag name="SHAPENAME" val="3. Subtitle"/>
</p:tagLst>
</file>

<file path=ppt/tags/tag53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3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36.xml><?xml version="1.0" encoding="utf-8"?>
<p:tagLst xmlns:a="http://schemas.openxmlformats.org/drawingml/2006/main" xmlns:r="http://schemas.openxmlformats.org/officeDocument/2006/relationships" xmlns:p="http://schemas.openxmlformats.org/presentationml/2006/main">
  <p:tag name="SHAPENAME" val="5. Source"/>
</p:tagLst>
</file>

<file path=ppt/tags/tag5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8.xml><?xml version="1.0" encoding="utf-8"?>
<p:tagLst xmlns:a="http://schemas.openxmlformats.org/drawingml/2006/main" xmlns:r="http://schemas.openxmlformats.org/officeDocument/2006/relationships" xmlns:p="http://schemas.openxmlformats.org/presentationml/2006/main">
  <p:tag name="THINKCELLSHAPEDONOTDELETE" val="tYG_9mniplMrafceMpP.Qwg"/>
</p:tagLst>
</file>

<file path=ppt/tags/tag53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54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41.xml><?xml version="1.0" encoding="utf-8"?>
<p:tagLst xmlns:a="http://schemas.openxmlformats.org/drawingml/2006/main" xmlns:r="http://schemas.openxmlformats.org/officeDocument/2006/relationships" xmlns:p="http://schemas.openxmlformats.org/presentationml/2006/main">
  <p:tag name="SHAPENAME" val="3. Subtitle"/>
</p:tagLst>
</file>

<file path=ppt/tags/tag54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4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44.xml><?xml version="1.0" encoding="utf-8"?>
<p:tagLst xmlns:a="http://schemas.openxmlformats.org/drawingml/2006/main" xmlns:r="http://schemas.openxmlformats.org/officeDocument/2006/relationships" xmlns:p="http://schemas.openxmlformats.org/presentationml/2006/main">
  <p:tag name="SHAPENAME" val="5. Source"/>
</p:tagLst>
</file>

<file path=ppt/tags/tag5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6.xml><?xml version="1.0" encoding="utf-8"?>
<p:tagLst xmlns:a="http://schemas.openxmlformats.org/drawingml/2006/main" xmlns:r="http://schemas.openxmlformats.org/officeDocument/2006/relationships" xmlns:p="http://schemas.openxmlformats.org/presentationml/2006/main">
  <p:tag name="THINKCELLSHAPEDONOTDELETE" val="tHbEQ8aI7AKzsdxigcAG3ZA"/>
</p:tagLst>
</file>

<file path=ppt/tags/tag547.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54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49.xml><?xml version="1.0" encoding="utf-8"?>
<p:tagLst xmlns:a="http://schemas.openxmlformats.org/drawingml/2006/main" xmlns:r="http://schemas.openxmlformats.org/officeDocument/2006/relationships" xmlns:p="http://schemas.openxmlformats.org/presentationml/2006/main">
  <p:tag name="SHAPENAME" val="3. Subtitle"/>
</p:tagLst>
</file>

<file path=ppt/tags/tag55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5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52.xml><?xml version="1.0" encoding="utf-8"?>
<p:tagLst xmlns:a="http://schemas.openxmlformats.org/drawingml/2006/main" xmlns:r="http://schemas.openxmlformats.org/officeDocument/2006/relationships" xmlns:p="http://schemas.openxmlformats.org/presentationml/2006/main">
  <p:tag name="SHAPENAME" val="5. Source"/>
</p:tagLst>
</file>

<file path=ppt/tags/tag5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4.xml><?xml version="1.0" encoding="utf-8"?>
<p:tagLst xmlns:a="http://schemas.openxmlformats.org/drawingml/2006/main" xmlns:r="http://schemas.openxmlformats.org/officeDocument/2006/relationships" xmlns:p="http://schemas.openxmlformats.org/presentationml/2006/main">
  <p:tag name="THINKCELLSHAPEDONOTDELETE" val="tBLvs1S2qnQw1aA01IUaglg"/>
</p:tagLst>
</file>

<file path=ppt/tags/tag555.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55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57.xml><?xml version="1.0" encoding="utf-8"?>
<p:tagLst xmlns:a="http://schemas.openxmlformats.org/drawingml/2006/main" xmlns:r="http://schemas.openxmlformats.org/officeDocument/2006/relationships" xmlns:p="http://schemas.openxmlformats.org/presentationml/2006/main">
  <p:tag name="SHAPENAME" val="3. Subtitle"/>
</p:tagLst>
</file>

<file path=ppt/tags/tag55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5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60.xml><?xml version="1.0" encoding="utf-8"?>
<p:tagLst xmlns:a="http://schemas.openxmlformats.org/drawingml/2006/main" xmlns:r="http://schemas.openxmlformats.org/officeDocument/2006/relationships" xmlns:p="http://schemas.openxmlformats.org/presentationml/2006/main">
  <p:tag name="SHAPENAME" val="5. Source"/>
</p:tagLst>
</file>

<file path=ppt/tags/tag5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2.xml><?xml version="1.0" encoding="utf-8"?>
<p:tagLst xmlns:a="http://schemas.openxmlformats.org/drawingml/2006/main" xmlns:r="http://schemas.openxmlformats.org/officeDocument/2006/relationships" xmlns:p="http://schemas.openxmlformats.org/presentationml/2006/main">
  <p:tag name="THINKCELLSHAPEDONOTDELETE" val="tqUyDlDqWonv3hoAx.p9Rsw"/>
</p:tagLst>
</file>

<file path=ppt/tags/tag56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64.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565.xml><?xml version="1.0" encoding="utf-8"?>
<p:tagLst xmlns:a="http://schemas.openxmlformats.org/drawingml/2006/main" xmlns:r="http://schemas.openxmlformats.org/officeDocument/2006/relationships" xmlns:p="http://schemas.openxmlformats.org/presentationml/2006/main">
  <p:tag name="SHAPENAME" val="3. Subtitle"/>
</p:tagLst>
</file>

<file path=ppt/tags/tag56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6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68.xml><?xml version="1.0" encoding="utf-8"?>
<p:tagLst xmlns:a="http://schemas.openxmlformats.org/drawingml/2006/main" xmlns:r="http://schemas.openxmlformats.org/officeDocument/2006/relationships" xmlns:p="http://schemas.openxmlformats.org/presentationml/2006/main">
  <p:tag name="SHAPENAME" val="5. Source"/>
</p:tagLst>
</file>

<file path=ppt/tags/tag5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0.xml><?xml version="1.0" encoding="utf-8"?>
<p:tagLst xmlns:a="http://schemas.openxmlformats.org/drawingml/2006/main" xmlns:r="http://schemas.openxmlformats.org/officeDocument/2006/relationships" xmlns:p="http://schemas.openxmlformats.org/presentationml/2006/main">
  <p:tag name="THINKCELLSHAPEDONOTDELETE" val="to9xgrPArEB1mEiMOhB5KGA"/>
</p:tagLst>
</file>

<file path=ppt/tags/tag57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57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73.xml><?xml version="1.0" encoding="utf-8"?>
<p:tagLst xmlns:a="http://schemas.openxmlformats.org/drawingml/2006/main" xmlns:r="http://schemas.openxmlformats.org/officeDocument/2006/relationships" xmlns:p="http://schemas.openxmlformats.org/presentationml/2006/main">
  <p:tag name="SHAPENAME" val="3. Subtitle"/>
</p:tagLst>
</file>

<file path=ppt/tags/tag57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7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76.xml><?xml version="1.0" encoding="utf-8"?>
<p:tagLst xmlns:a="http://schemas.openxmlformats.org/drawingml/2006/main" xmlns:r="http://schemas.openxmlformats.org/officeDocument/2006/relationships" xmlns:p="http://schemas.openxmlformats.org/presentationml/2006/main">
  <p:tag name="SHAPENAME" val="5. Source"/>
</p:tagLst>
</file>

<file path=ppt/tags/tag5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8.xml><?xml version="1.0" encoding="utf-8"?>
<p:tagLst xmlns:a="http://schemas.openxmlformats.org/drawingml/2006/main" xmlns:r="http://schemas.openxmlformats.org/officeDocument/2006/relationships" xmlns:p="http://schemas.openxmlformats.org/presentationml/2006/main">
  <p:tag name="THINKCELLSHAPEDONOTDELETE" val="txNguF4Gw2mJIhuiFXm5tKQ"/>
</p:tagLst>
</file>

<file path=ppt/tags/tag57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8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8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82.xml><?xml version="1.0" encoding="utf-8"?>
<p:tagLst xmlns:a="http://schemas.openxmlformats.org/drawingml/2006/main" xmlns:r="http://schemas.openxmlformats.org/officeDocument/2006/relationships" xmlns:p="http://schemas.openxmlformats.org/presentationml/2006/main">
  <p:tag name="SHAPENAME" val="5. Source"/>
</p:tagLst>
</file>

<file path=ppt/tags/tag5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8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86.xml><?xml version="1.0" encoding="utf-8"?>
<p:tagLst xmlns:a="http://schemas.openxmlformats.org/drawingml/2006/main" xmlns:r="http://schemas.openxmlformats.org/officeDocument/2006/relationships" xmlns:p="http://schemas.openxmlformats.org/presentationml/2006/main">
  <p:tag name="SHAPENAME" val="5. Source"/>
</p:tagLst>
</file>

<file path=ppt/tags/tag5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8.xml><?xml version="1.0" encoding="utf-8"?>
<p:tagLst xmlns:a="http://schemas.openxmlformats.org/drawingml/2006/main" xmlns:r="http://schemas.openxmlformats.org/officeDocument/2006/relationships" xmlns:p="http://schemas.openxmlformats.org/presentationml/2006/main">
  <p:tag name="SHAPENAME" val="5. Source"/>
</p:tagLst>
</file>

<file path=ppt/tags/tag5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3.xml><?xml version="1.0" encoding="utf-8"?>
<p:tagLst xmlns:a="http://schemas.openxmlformats.org/drawingml/2006/main" xmlns:r="http://schemas.openxmlformats.org/officeDocument/2006/relationships" xmlns:p="http://schemas.openxmlformats.org/presentationml/2006/main">
  <p:tag name="THINKCELLSHAPEDONOTDELETE" val="t1FscQPLeU_C_r7017EQtZA"/>
</p:tagLst>
</file>

<file path=ppt/tags/tag594.xml><?xml version="1.0" encoding="utf-8"?>
<p:tagLst xmlns:a="http://schemas.openxmlformats.org/drawingml/2006/main" xmlns:r="http://schemas.openxmlformats.org/officeDocument/2006/relationships" xmlns:p="http://schemas.openxmlformats.org/presentationml/2006/main">
  <p:tag name="SHAPENAME" val="4. Footnote"/>
</p:tagLst>
</file>

<file path=ppt/tags/tag595.xml><?xml version="1.0" encoding="utf-8"?>
<p:tagLst xmlns:a="http://schemas.openxmlformats.org/drawingml/2006/main" xmlns:r="http://schemas.openxmlformats.org/officeDocument/2006/relationships" xmlns:p="http://schemas.openxmlformats.org/presentationml/2006/main">
  <p:tag name="NAME" val="CustomIcon"/>
</p:tagLst>
</file>

<file path=ppt/tags/tag596.xml><?xml version="1.0" encoding="utf-8"?>
<p:tagLst xmlns:a="http://schemas.openxmlformats.org/drawingml/2006/main" xmlns:r="http://schemas.openxmlformats.org/officeDocument/2006/relationships" xmlns:p="http://schemas.openxmlformats.org/presentationml/2006/main">
  <p:tag name="NAME" val="CustomIcon"/>
</p:tagLst>
</file>

<file path=ppt/tags/tag597.xml><?xml version="1.0" encoding="utf-8"?>
<p:tagLst xmlns:a="http://schemas.openxmlformats.org/drawingml/2006/main" xmlns:r="http://schemas.openxmlformats.org/officeDocument/2006/relationships" xmlns:p="http://schemas.openxmlformats.org/presentationml/2006/main">
  <p:tag name="NAME" val="CustomIcon"/>
</p:tagLst>
</file>

<file path=ppt/tags/tag5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00.xml><?xml version="1.0" encoding="utf-8"?>
<p:tagLst xmlns:a="http://schemas.openxmlformats.org/drawingml/2006/main" xmlns:r="http://schemas.openxmlformats.org/officeDocument/2006/relationships" xmlns:p="http://schemas.openxmlformats.org/presentationml/2006/main">
  <p:tag name="NAME" val="Sticky"/>
</p:tagLst>
</file>

<file path=ppt/tags/tag6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03.xml><?xml version="1.0" encoding="utf-8"?>
<p:tagLst xmlns:a="http://schemas.openxmlformats.org/drawingml/2006/main" xmlns:r="http://schemas.openxmlformats.org/officeDocument/2006/relationships" xmlns:p="http://schemas.openxmlformats.org/presentationml/2006/main">
  <p:tag name="NAME" val="Sticky"/>
</p:tagLst>
</file>

<file path=ppt/tags/tag6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Achmea HR">
  <a:themeElements>
    <a:clrScheme name="Aangepast 7">
      <a:dk1>
        <a:srgbClr val="000000"/>
      </a:dk1>
      <a:lt1>
        <a:srgbClr val="FFFFFF"/>
      </a:lt1>
      <a:dk2>
        <a:srgbClr val="E57B03"/>
      </a:dk2>
      <a:lt2>
        <a:srgbClr val="D19302"/>
      </a:lt2>
      <a:accent1>
        <a:srgbClr val="525387"/>
      </a:accent1>
      <a:accent2>
        <a:srgbClr val="417FA2"/>
      </a:accent2>
      <a:accent3>
        <a:srgbClr val="00C2DF"/>
      </a:accent3>
      <a:accent4>
        <a:srgbClr val="868722"/>
      </a:accent4>
      <a:accent5>
        <a:srgbClr val="C15683"/>
      </a:accent5>
      <a:accent6>
        <a:srgbClr val="B38F4B"/>
      </a:accent6>
      <a:hlink>
        <a:srgbClr val="417FA2"/>
      </a:hlink>
      <a:folHlink>
        <a:srgbClr val="4D4D4D"/>
      </a:folHlink>
    </a:clrScheme>
    <a:fontScheme name="ACHMEA_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44000" tIns="144000" rIns="144000" bIns="144000"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cap="rnd">
          <a:solidFill>
            <a:schemeClr val="accent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sz="16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White_NL_6748TO_16x9_OF_v2">
  <a:themeElements>
    <a:clrScheme name="Scheme1">
      <a:dk1>
        <a:srgbClr val="000000"/>
      </a:dk1>
      <a:lt1>
        <a:srgbClr val="FFFFFF"/>
      </a:lt1>
      <a:dk2>
        <a:srgbClr val="FFFFFF"/>
      </a:dk2>
      <a:lt2>
        <a:srgbClr val="FFFFFF"/>
      </a:lt2>
      <a:accent1>
        <a:srgbClr val="C15683"/>
      </a:accent1>
      <a:accent2>
        <a:srgbClr val="D29FA5"/>
      </a:accent2>
      <a:accent3>
        <a:srgbClr val="525387"/>
      </a:accent3>
      <a:accent4>
        <a:srgbClr val="B38F4B"/>
      </a:accent4>
      <a:accent5>
        <a:srgbClr val="417FA2"/>
      </a:accent5>
      <a:accent6>
        <a:srgbClr val="868722"/>
      </a:accent6>
      <a:hlink>
        <a:srgbClr val="0000FF"/>
      </a:hlink>
      <a:folHlink>
        <a:srgbClr val="800080"/>
      </a:folHlink>
    </a:clrScheme>
    <a:fontScheme name="Custom 3">
      <a:majorFont>
        <a:latin typeface="Calibri"/>
        <a:ea typeface=""/>
        <a:cs typeface=""/>
      </a:majorFont>
      <a:minorFont>
        <a:latin typeface="Calibri"/>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1">
        <a:dk1>
          <a:srgbClr val="000000"/>
        </a:dk1>
        <a:lt1>
          <a:srgbClr val="FFFFFF"/>
        </a:lt1>
        <a:dk2>
          <a:srgbClr val="FFFFFF"/>
        </a:dk2>
        <a:lt2>
          <a:srgbClr val="FFFFFF"/>
        </a:lt2>
        <a:accent1>
          <a:srgbClr val="C15683"/>
        </a:accent1>
        <a:accent2>
          <a:srgbClr val="D29FA5"/>
        </a:accent2>
        <a:accent3>
          <a:srgbClr val="525387"/>
        </a:accent3>
        <a:accent4>
          <a:srgbClr val="B38F4B"/>
        </a:accent4>
        <a:accent5>
          <a:srgbClr val="417FA2"/>
        </a:accent5>
        <a:accent6>
          <a:srgbClr val="868722"/>
        </a:accent6>
        <a:hlink>
          <a:srgbClr val="0000FF"/>
        </a:hlink>
        <a:folHlink>
          <a:srgbClr val="800080"/>
        </a:folHlink>
      </a:clrScheme>
    </a:extraClrScheme>
  </a:extraClrSchemeLst>
  <a:custClrLst>
    <a:custClr name="Dark Gray">
      <a:srgbClr val="4D4D4D"/>
    </a:custClr>
    <a:custClr name="Mid Gray">
      <a:srgbClr val="7F7F7F"/>
    </a:custClr>
    <a:custClr name="Light Gray">
      <a:srgbClr val="B3B3B3"/>
    </a:custClr>
    <a:custClr name="Super Light Gray">
      <a:srgbClr val="D0D0D0"/>
    </a:custClr>
    <a:custClr name="Pale Gray">
      <a:srgbClr val="E6E6E6"/>
    </a:custClr>
    <a:custClr name="Gold">
      <a:srgbClr val="D19200"/>
    </a:custClr>
    <a:custClr name="Orange">
      <a:srgbClr val="E4861C"/>
    </a:custClr>
  </a:custClrLst>
  <a:extLst>
    <a:ext uri="{05A4C25C-085E-4340-85A3-A5531E510DB2}">
      <thm15:themeFamily xmlns:thm15="http://schemas.microsoft.com/office/thememl/2012/main" name="NL_6748TO_16x9_OF_v2.potx" id="{61BE148E-38C1-4377-9C00-8E81D5878866}" vid="{EC54693B-1CD8-481A-B748-AB41CE579971}"/>
    </a:ext>
  </a:extLst>
</a:theme>
</file>

<file path=ppt/theme/theme3.xml><?xml version="1.0" encoding="utf-8"?>
<a:theme xmlns:a="http://schemas.openxmlformats.org/drawingml/2006/main" name="4_White_NL_6748TO_16x9_OF_v2">
  <a:themeElements>
    <a:clrScheme name="Scheme1">
      <a:dk1>
        <a:srgbClr val="000000"/>
      </a:dk1>
      <a:lt1>
        <a:srgbClr val="FFFFFF"/>
      </a:lt1>
      <a:dk2>
        <a:srgbClr val="FFFFFF"/>
      </a:dk2>
      <a:lt2>
        <a:srgbClr val="FFFFFF"/>
      </a:lt2>
      <a:accent1>
        <a:srgbClr val="C15683"/>
      </a:accent1>
      <a:accent2>
        <a:srgbClr val="D29FA5"/>
      </a:accent2>
      <a:accent3>
        <a:srgbClr val="525387"/>
      </a:accent3>
      <a:accent4>
        <a:srgbClr val="B38F4B"/>
      </a:accent4>
      <a:accent5>
        <a:srgbClr val="417FA2"/>
      </a:accent5>
      <a:accent6>
        <a:srgbClr val="868722"/>
      </a:accent6>
      <a:hlink>
        <a:srgbClr val="0000FF"/>
      </a:hlink>
      <a:folHlink>
        <a:srgbClr val="800080"/>
      </a:folHlink>
    </a:clrScheme>
    <a:fontScheme name="Custom 3">
      <a:majorFont>
        <a:latin typeface="Calibri"/>
        <a:ea typeface=""/>
        <a:cs typeface=""/>
      </a:majorFont>
      <a:minorFont>
        <a:latin typeface="Calibri"/>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1">
        <a:dk1>
          <a:srgbClr val="000000"/>
        </a:dk1>
        <a:lt1>
          <a:srgbClr val="FFFFFF"/>
        </a:lt1>
        <a:dk2>
          <a:srgbClr val="FFFFFF"/>
        </a:dk2>
        <a:lt2>
          <a:srgbClr val="FFFFFF"/>
        </a:lt2>
        <a:accent1>
          <a:srgbClr val="C15683"/>
        </a:accent1>
        <a:accent2>
          <a:srgbClr val="D29FA5"/>
        </a:accent2>
        <a:accent3>
          <a:srgbClr val="525387"/>
        </a:accent3>
        <a:accent4>
          <a:srgbClr val="B38F4B"/>
        </a:accent4>
        <a:accent5>
          <a:srgbClr val="417FA2"/>
        </a:accent5>
        <a:accent6>
          <a:srgbClr val="868722"/>
        </a:accent6>
        <a:hlink>
          <a:srgbClr val="0000FF"/>
        </a:hlink>
        <a:folHlink>
          <a:srgbClr val="800080"/>
        </a:folHlink>
      </a:clrScheme>
    </a:extraClrScheme>
  </a:extraClrSchemeLst>
  <a:custClrLst>
    <a:custClr name="Dark Gray">
      <a:srgbClr val="4D4D4D"/>
    </a:custClr>
    <a:custClr name="Mid Gray">
      <a:srgbClr val="7F7F7F"/>
    </a:custClr>
    <a:custClr name="Light Gray">
      <a:srgbClr val="B3B3B3"/>
    </a:custClr>
    <a:custClr name="Super Light Gray">
      <a:srgbClr val="D0D0D0"/>
    </a:custClr>
    <a:custClr name="Pale Gray">
      <a:srgbClr val="E6E6E6"/>
    </a:custClr>
    <a:custClr name="Gold">
      <a:srgbClr val="D19200"/>
    </a:custClr>
    <a:custClr name="Orange">
      <a:srgbClr val="E4861C"/>
    </a:custClr>
  </a:custClrLst>
  <a:extLst>
    <a:ext uri="{05A4C25C-085E-4340-85A3-A5531E510DB2}">
      <thm15:themeFamily xmlns:thm15="http://schemas.microsoft.com/office/thememl/2012/main" name="NL_6748TO_16x9_OF_v2.potx" id="{61BE148E-38C1-4377-9C00-8E81D5878866}" vid="{EC54693B-1CD8-481A-B748-AB41CE579971}"/>
    </a:ext>
  </a:extLst>
</a:theme>
</file>

<file path=ppt/theme/theme4.xml><?xml version="1.0" encoding="utf-8"?>
<a:theme xmlns:a="http://schemas.openxmlformats.org/drawingml/2006/main" name="Aberkyn - template_Contrast">
  <a:themeElements>
    <a:clrScheme name="Aberkyn">
      <a:dk1>
        <a:srgbClr val="002960"/>
      </a:dk1>
      <a:lt1>
        <a:srgbClr val="FFFFFF"/>
      </a:lt1>
      <a:dk2>
        <a:srgbClr val="000000"/>
      </a:dk2>
      <a:lt2>
        <a:srgbClr val="FFFFFF"/>
      </a:lt2>
      <a:accent1>
        <a:srgbClr val="E1D2AA"/>
      </a:accent1>
      <a:accent2>
        <a:srgbClr val="8CAABE"/>
      </a:accent2>
      <a:accent3>
        <a:srgbClr val="466490"/>
      </a:accent3>
      <a:accent4>
        <a:srgbClr val="002960"/>
      </a:accent4>
      <a:accent5>
        <a:srgbClr val="C5A95B"/>
      </a:accent5>
      <a:accent6>
        <a:srgbClr val="808080"/>
      </a:accent6>
      <a:hlink>
        <a:srgbClr val="466490"/>
      </a:hlink>
      <a:folHlink>
        <a:srgbClr val="00296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9525">
          <a:solidFill>
            <a:schemeClr val="accent6"/>
          </a:solidFill>
        </a:ln>
      </a:spPr>
      <a:bodyPr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6"/>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McKinsey Grey-Cyan">
        <a:dk1>
          <a:srgbClr val="000000"/>
        </a:dk1>
        <a:lt1>
          <a:srgbClr val="FFFFFF"/>
        </a:lt1>
        <a:dk2>
          <a:srgbClr val="002960"/>
        </a:dk2>
        <a:lt2>
          <a:srgbClr val="FFFFFF"/>
        </a:lt2>
        <a:accent1>
          <a:srgbClr val="DFDFDF"/>
        </a:accent1>
        <a:accent2>
          <a:srgbClr val="00ADEF"/>
        </a:accent2>
        <a:accent3>
          <a:srgbClr val="0065BD"/>
        </a:accent3>
        <a:accent4>
          <a:srgbClr val="002960"/>
        </a:accent4>
        <a:accent5>
          <a:srgbClr val="00ADEF"/>
        </a:accent5>
        <a:accent6>
          <a:srgbClr val="808080"/>
        </a:accent6>
        <a:hlink>
          <a:srgbClr val="0065BD"/>
        </a:hlink>
        <a:folHlink>
          <a:srgbClr val="002960"/>
        </a:folHlink>
      </a:clrScheme>
      <a:clrMap bg1="lt1" tx1="dk1" bg2="lt2" tx2="dk2" accent1="accent1" accent2="accent2" accent3="accent3" accent4="accent4" accent5="accent5" accent6="accent6" hlink="hlink" folHlink="folHlink"/>
    </a:extraClrScheme>
    <a:extraClrScheme>
      <a:clrScheme name="McKinsey Cyan-Blue">
        <a:dk1>
          <a:srgbClr val="000000"/>
        </a:dk1>
        <a:lt1>
          <a:srgbClr val="FFFFFF"/>
        </a:lt1>
        <a:dk2>
          <a:srgbClr val="002960"/>
        </a:dk2>
        <a:lt2>
          <a:srgbClr val="FFFFFF"/>
        </a:lt2>
        <a:accent1>
          <a:srgbClr val="C9F0FF"/>
        </a:accent1>
        <a:accent2>
          <a:srgbClr val="00ADEF"/>
        </a:accent2>
        <a:accent3>
          <a:srgbClr val="0065BD"/>
        </a:accent3>
        <a:accent4>
          <a:srgbClr val="002960"/>
        </a:accent4>
        <a:accent5>
          <a:srgbClr val="F27F00"/>
        </a:accent5>
        <a:accent6>
          <a:srgbClr val="808080"/>
        </a:accent6>
        <a:hlink>
          <a:srgbClr val="006983"/>
        </a:hlink>
        <a:folHlink>
          <a:srgbClr val="333333"/>
        </a:folHlink>
      </a:clrScheme>
      <a:clrMap bg1="lt1" tx1="dk1" bg2="lt2" tx2="dk2" accent1="accent1" accent2="accent2" accent3="accent3" accent4="accent4" accent5="accent5" accent6="accent6" hlink="hlink" folHlink="folHlink"/>
    </a:extraClrScheme>
    <a:extraClrScheme>
      <a:clrScheme name="Aberkyn">
        <a:dk1>
          <a:srgbClr val="002960"/>
        </a:dk1>
        <a:lt1>
          <a:srgbClr val="FFFFFF"/>
        </a:lt1>
        <a:dk2>
          <a:srgbClr val="000000"/>
        </a:dk2>
        <a:lt2>
          <a:srgbClr val="FFFFFF"/>
        </a:lt2>
        <a:accent1>
          <a:srgbClr val="E1D2AA"/>
        </a:accent1>
        <a:accent2>
          <a:srgbClr val="8CAABE"/>
        </a:accent2>
        <a:accent3>
          <a:srgbClr val="466490"/>
        </a:accent3>
        <a:accent4>
          <a:srgbClr val="002960"/>
        </a:accent4>
        <a:accent5>
          <a:srgbClr val="C5A95B"/>
        </a:accent5>
        <a:accent6>
          <a:srgbClr val="808080"/>
        </a:accent6>
        <a:hlink>
          <a:srgbClr val="466490"/>
        </a:hlink>
        <a:folHlink>
          <a:srgbClr val="00296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White_NL_6748TO_16x9_OF_v2">
  <a:themeElements>
    <a:clrScheme name="Scheme1">
      <a:dk1>
        <a:srgbClr val="000000"/>
      </a:dk1>
      <a:lt1>
        <a:srgbClr val="FFFFFF"/>
      </a:lt1>
      <a:dk2>
        <a:srgbClr val="FFFFFF"/>
      </a:dk2>
      <a:lt2>
        <a:srgbClr val="FFFFFF"/>
      </a:lt2>
      <a:accent1>
        <a:srgbClr val="C15683"/>
      </a:accent1>
      <a:accent2>
        <a:srgbClr val="D29FA5"/>
      </a:accent2>
      <a:accent3>
        <a:srgbClr val="525387"/>
      </a:accent3>
      <a:accent4>
        <a:srgbClr val="B38F4B"/>
      </a:accent4>
      <a:accent5>
        <a:srgbClr val="417FA2"/>
      </a:accent5>
      <a:accent6>
        <a:srgbClr val="868722"/>
      </a:accent6>
      <a:hlink>
        <a:srgbClr val="0000FF"/>
      </a:hlink>
      <a:folHlink>
        <a:srgbClr val="800080"/>
      </a:folHlink>
    </a:clrScheme>
    <a:fontScheme name="Custom 3">
      <a:majorFont>
        <a:latin typeface="Calibri"/>
        <a:ea typeface=""/>
        <a:cs typeface=""/>
      </a:majorFont>
      <a:minorFont>
        <a:latin typeface="Calibri"/>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1">
        <a:dk1>
          <a:srgbClr val="000000"/>
        </a:dk1>
        <a:lt1>
          <a:srgbClr val="FFFFFF"/>
        </a:lt1>
        <a:dk2>
          <a:srgbClr val="FFFFFF"/>
        </a:dk2>
        <a:lt2>
          <a:srgbClr val="FFFFFF"/>
        </a:lt2>
        <a:accent1>
          <a:srgbClr val="C15683"/>
        </a:accent1>
        <a:accent2>
          <a:srgbClr val="D29FA5"/>
        </a:accent2>
        <a:accent3>
          <a:srgbClr val="525387"/>
        </a:accent3>
        <a:accent4>
          <a:srgbClr val="B38F4B"/>
        </a:accent4>
        <a:accent5>
          <a:srgbClr val="417FA2"/>
        </a:accent5>
        <a:accent6>
          <a:srgbClr val="868722"/>
        </a:accent6>
        <a:hlink>
          <a:srgbClr val="0000FF"/>
        </a:hlink>
        <a:folHlink>
          <a:srgbClr val="800080"/>
        </a:folHlink>
      </a:clrScheme>
    </a:extraClrScheme>
  </a:extraClrSchemeLst>
  <a:custClrLst>
    <a:custClr name="Dark Gray">
      <a:srgbClr val="4D4D4D"/>
    </a:custClr>
    <a:custClr name="Mid Gray">
      <a:srgbClr val="7F7F7F"/>
    </a:custClr>
    <a:custClr name="Light Gray">
      <a:srgbClr val="B3B3B3"/>
    </a:custClr>
    <a:custClr name="Super Light Gray">
      <a:srgbClr val="D0D0D0"/>
    </a:custClr>
    <a:custClr name="Pale Gray">
      <a:srgbClr val="E6E6E6"/>
    </a:custClr>
    <a:custClr name="Gold">
      <a:srgbClr val="D19200"/>
    </a:custClr>
    <a:custClr name="Orange">
      <a:srgbClr val="E4861C"/>
    </a:custClr>
  </a:custClrLst>
  <a:extLst>
    <a:ext uri="{05A4C25C-085E-4340-85A3-A5531E510DB2}">
      <thm15:themeFamily xmlns:thm15="http://schemas.microsoft.com/office/thememl/2012/main" name="NL_6748TO_16x9_OF_v2.potx" id="{61BE148E-38C1-4377-9C00-8E81D5878866}" vid="{EC54693B-1CD8-481A-B748-AB41CE579971}"/>
    </a:ext>
  </a:extLst>
</a:theme>
</file>

<file path=ppt/theme/theme6.xml><?xml version="1.0" encoding="utf-8"?>
<a:theme xmlns:a="http://schemas.openxmlformats.org/drawingml/2006/main" name="5_White_NL_6748TO_16x9_OF_v2">
  <a:themeElements>
    <a:clrScheme name="Scheme1">
      <a:dk1>
        <a:srgbClr val="000000"/>
      </a:dk1>
      <a:lt1>
        <a:srgbClr val="FFFFFF"/>
      </a:lt1>
      <a:dk2>
        <a:srgbClr val="FFFFFF"/>
      </a:dk2>
      <a:lt2>
        <a:srgbClr val="FFFFFF"/>
      </a:lt2>
      <a:accent1>
        <a:srgbClr val="C15683"/>
      </a:accent1>
      <a:accent2>
        <a:srgbClr val="D29FA5"/>
      </a:accent2>
      <a:accent3>
        <a:srgbClr val="525387"/>
      </a:accent3>
      <a:accent4>
        <a:srgbClr val="B38F4B"/>
      </a:accent4>
      <a:accent5>
        <a:srgbClr val="417FA2"/>
      </a:accent5>
      <a:accent6>
        <a:srgbClr val="868722"/>
      </a:accent6>
      <a:hlink>
        <a:srgbClr val="0000FF"/>
      </a:hlink>
      <a:folHlink>
        <a:srgbClr val="800080"/>
      </a:folHlink>
    </a:clrScheme>
    <a:fontScheme name="Custom 3">
      <a:majorFont>
        <a:latin typeface="Calibri"/>
        <a:ea typeface=""/>
        <a:cs typeface=""/>
      </a:majorFont>
      <a:minorFont>
        <a:latin typeface="Calibri"/>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1">
        <a:dk1>
          <a:srgbClr val="000000"/>
        </a:dk1>
        <a:lt1>
          <a:srgbClr val="FFFFFF"/>
        </a:lt1>
        <a:dk2>
          <a:srgbClr val="FFFFFF"/>
        </a:dk2>
        <a:lt2>
          <a:srgbClr val="FFFFFF"/>
        </a:lt2>
        <a:accent1>
          <a:srgbClr val="C15683"/>
        </a:accent1>
        <a:accent2>
          <a:srgbClr val="D29FA5"/>
        </a:accent2>
        <a:accent3>
          <a:srgbClr val="525387"/>
        </a:accent3>
        <a:accent4>
          <a:srgbClr val="B38F4B"/>
        </a:accent4>
        <a:accent5>
          <a:srgbClr val="417FA2"/>
        </a:accent5>
        <a:accent6>
          <a:srgbClr val="868722"/>
        </a:accent6>
        <a:hlink>
          <a:srgbClr val="0000FF"/>
        </a:hlink>
        <a:folHlink>
          <a:srgbClr val="800080"/>
        </a:folHlink>
      </a:clrScheme>
    </a:extraClrScheme>
  </a:extraClrSchemeLst>
  <a:custClrLst>
    <a:custClr name="Dark Gray">
      <a:srgbClr val="4D4D4D"/>
    </a:custClr>
    <a:custClr name="Mid Gray">
      <a:srgbClr val="7F7F7F"/>
    </a:custClr>
    <a:custClr name="Light Gray">
      <a:srgbClr val="B3B3B3"/>
    </a:custClr>
    <a:custClr name="Super Light Gray">
      <a:srgbClr val="D0D0D0"/>
    </a:custClr>
    <a:custClr name="Pale Gray">
      <a:srgbClr val="E6E6E6"/>
    </a:custClr>
    <a:custClr name="Gold">
      <a:srgbClr val="D19200"/>
    </a:custClr>
    <a:custClr name="Orange">
      <a:srgbClr val="E4861C"/>
    </a:custClr>
  </a:custClrLst>
  <a:extLst>
    <a:ext uri="{05A4C25C-085E-4340-85A3-A5531E510DB2}">
      <thm15:themeFamily xmlns:thm15="http://schemas.microsoft.com/office/thememl/2012/main" name="NL_6748TO_16x9_OF_v2.potx" id="{61BE148E-38C1-4377-9C00-8E81D5878866}" vid="{EC54693B-1CD8-481A-B748-AB41CE579971}"/>
    </a:ext>
  </a:extLst>
</a:theme>
</file>

<file path=ppt/theme/theme7.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2C6AE94FE3E4949BBB689502949CA7A" ma:contentTypeVersion="11" ma:contentTypeDescription="Create a new document." ma:contentTypeScope="" ma:versionID="678dc0f82cc396892b35634ea5d16626">
  <xsd:schema xmlns:xsd="http://www.w3.org/2001/XMLSchema" xmlns:xs="http://www.w3.org/2001/XMLSchema" xmlns:p="http://schemas.microsoft.com/office/2006/metadata/properties" xmlns:ns2="4993d3fd-8d51-4c4b-af58-76489f1f2fe0" xmlns:ns3="b196c53f-4101-4824-9aa3-bb9f9f8a17dc" targetNamespace="http://schemas.microsoft.com/office/2006/metadata/properties" ma:root="true" ma:fieldsID="b67bf681315763294caa9751004c1769" ns2:_="" ns3:_="">
    <xsd:import namespace="4993d3fd-8d51-4c4b-af58-76489f1f2fe0"/>
    <xsd:import namespace="b196c53f-4101-4824-9aa3-bb9f9f8a17dc"/>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element ref="ns3:MediaServiceDateTaken" minOccurs="0"/>
                <xsd:element ref="ns3:lcf76f155ced4ddcb4097134ff3c332f" minOccurs="0"/>
                <xsd:element ref="ns2:TaxCatchAll"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93d3fd-8d51-4c4b-af58-76489f1f2fe0"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CatchAll" ma:index="17" nillable="true" ma:displayName="Taxonomy Catch All Column" ma:hidden="true" ma:list="{e1505e97-46b1-42dd-99c2-a30829ba5587}" ma:internalName="TaxCatchAll" ma:showField="CatchAllData" ma:web="4993d3fd-8d51-4c4b-af58-76489f1f2fe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b196c53f-4101-4824-9aa3-bb9f9f8a17dc"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18eb3a52-a9ad-454e-96a1-46bb4cd16a89"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dlc_DocId xmlns="4993d3fd-8d51-4c4b-af58-76489f1f2fe0">DE7XN4DZS357-1263605440-7</_dlc_DocId>
    <_dlc_DocIdUrl xmlns="4993d3fd-8d51-4c4b-af58-76489f1f2fe0">
      <Url>https://mckinsey.sharepoint.com/sites/spt-int-6jj6kewnj5r70j/_layouts/15/DocIdRedir.aspx?ID=DE7XN4DZS357-1263605440-7</Url>
      <Description>DE7XN4DZS357-1263605440-7</Description>
    </_dlc_DocIdUrl>
    <lcf76f155ced4ddcb4097134ff3c332f xmlns="b196c53f-4101-4824-9aa3-bb9f9f8a17dc">
      <Terms xmlns="http://schemas.microsoft.com/office/infopath/2007/PartnerControls"/>
    </lcf76f155ced4ddcb4097134ff3c332f>
    <TaxCatchAll xmlns="4993d3fd-8d51-4c4b-af58-76489f1f2fe0" xsi:nil="true"/>
  </documentManagement>
</p:properti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ED6D1448-8F47-4AEC-BA14-5AC2BB1E41DD}">
  <ds:schemaRefs>
    <ds:schemaRef ds:uri="http://schemas.microsoft.com/sharepoint/v3/contenttype/forms"/>
  </ds:schemaRefs>
</ds:datastoreItem>
</file>

<file path=customXml/itemProps2.xml><?xml version="1.0" encoding="utf-8"?>
<ds:datastoreItem xmlns:ds="http://schemas.openxmlformats.org/officeDocument/2006/customXml" ds:itemID="{35A3DB0D-E344-44E1-ACEF-D047C7BCF9CA}"/>
</file>

<file path=customXml/itemProps3.xml><?xml version="1.0" encoding="utf-8"?>
<ds:datastoreItem xmlns:ds="http://schemas.openxmlformats.org/officeDocument/2006/customXml" ds:itemID="{E7D83B2F-6406-44E2-8051-50E4267A9671}">
  <ds:schemaRefs>
    <ds:schemaRef ds:uri="3ef9aa9e-e8f3-45de-88e7-c7622bf708d6"/>
    <ds:schemaRef ds:uri="http://purl.org/dc/dcmitype/"/>
    <ds:schemaRef ds:uri="http://schemas.microsoft.com/office/infopath/2007/PartnerControls"/>
    <ds:schemaRef ds:uri="http://www.w3.org/XML/1998/namespace"/>
    <ds:schemaRef ds:uri="d7ef5e56-948a-4b35-99da-d2a1fb17c7e7"/>
    <ds:schemaRef ds:uri="http://purl.org/dc/elements/1.1/"/>
    <ds:schemaRef ds:uri="http://schemas.microsoft.com/office/2006/documentManagement/types"/>
    <ds:schemaRef ds:uri="http://purl.org/dc/terms/"/>
    <ds:schemaRef ds:uri="http://schemas.openxmlformats.org/package/2006/metadata/core-properties"/>
    <ds:schemaRef ds:uri="http://schemas.microsoft.com/office/2006/metadata/properties"/>
  </ds:schemaRefs>
</ds:datastoreItem>
</file>

<file path=customXml/itemProps4.xml><?xml version="1.0" encoding="utf-8"?>
<ds:datastoreItem xmlns:ds="http://schemas.openxmlformats.org/officeDocument/2006/customXml" ds:itemID="{5C0CB0E1-C764-4A8F-AEF6-A1A48FC3C056}"/>
</file>

<file path=docProps/app.xml><?xml version="1.0" encoding="utf-8"?>
<Properties xmlns="http://schemas.openxmlformats.org/officeDocument/2006/extended-properties" xmlns:vt="http://schemas.openxmlformats.org/officeDocument/2006/docPropsVTypes">
  <TotalTime>40247</TotalTime>
  <Words>1708</Words>
  <Application>Microsoft Office PowerPoint</Application>
  <PresentationFormat>Widescreen</PresentationFormat>
  <Paragraphs>121</Paragraphs>
  <Slides>7</Slides>
  <Notes>2</Notes>
  <HiddenSlides>0</HiddenSlides>
  <MMClips>0</MMClips>
  <ScaleCrop>false</ScaleCrop>
  <HeadingPairs>
    <vt:vector size="8" baseType="variant">
      <vt:variant>
        <vt:lpstr>Fonts Used</vt:lpstr>
      </vt:variant>
      <vt:variant>
        <vt:i4>8</vt:i4>
      </vt:variant>
      <vt:variant>
        <vt:lpstr>Theme</vt:lpstr>
      </vt:variant>
      <vt:variant>
        <vt:i4>6</vt:i4>
      </vt:variant>
      <vt:variant>
        <vt:lpstr>Embedded OLE Servers</vt:lpstr>
      </vt:variant>
      <vt:variant>
        <vt:i4>1</vt:i4>
      </vt:variant>
      <vt:variant>
        <vt:lpstr>Slide Titles</vt:lpstr>
      </vt:variant>
      <vt:variant>
        <vt:i4>7</vt:i4>
      </vt:variant>
    </vt:vector>
  </HeadingPairs>
  <TitlesOfParts>
    <vt:vector size="22" baseType="lpstr">
      <vt:lpstr>Arial</vt:lpstr>
      <vt:lpstr>Calibri</vt:lpstr>
      <vt:lpstr>Calibri Light</vt:lpstr>
      <vt:lpstr>Corbel</vt:lpstr>
      <vt:lpstr>Georgia</vt:lpstr>
      <vt:lpstr>Segoe UI</vt:lpstr>
      <vt:lpstr>Verdana</vt:lpstr>
      <vt:lpstr>Wingdings</vt:lpstr>
      <vt:lpstr>Achmea HR</vt:lpstr>
      <vt:lpstr>2_White_NL_6748TO_16x9_OF_v2</vt:lpstr>
      <vt:lpstr>4_White_NL_6748TO_16x9_OF_v2</vt:lpstr>
      <vt:lpstr>Aberkyn - template_Contrast</vt:lpstr>
      <vt:lpstr>White_NL_6748TO_16x9_OF_v2</vt:lpstr>
      <vt:lpstr>5_White_NL_6748TO_16x9_OF_v2</vt:lpstr>
      <vt:lpstr>think-cell Slide</vt:lpstr>
      <vt:lpstr>PowerPoint Presentation</vt:lpstr>
      <vt:lpstr>Intro: Leiderschap richting 1Achmea</vt:lpstr>
      <vt:lpstr>De ondersteuning richt zich op het opleiden van interne facilitators die teams mbv practices ondersteunen om de Van-Naars te realiseren en ‘echte’ gesprekken te voeren1</vt:lpstr>
      <vt:lpstr>Het leiderschapsprogramma bestaat uit een aantal sessies</vt:lpstr>
      <vt:lpstr>Gerichte team coaching</vt:lpstr>
      <vt:lpstr>Performance Dialoog Sessie</vt:lpstr>
      <vt:lpstr>PowerPoint Presentation</vt:lpstr>
    </vt:vector>
  </TitlesOfParts>
  <Company>Achmea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Achmea HR template</dc:title>
  <dc:subject/>
  <dc:creator>Kristin Fransz;Esther Schut</dc:creator>
  <cp:lastModifiedBy>Marieke Ebbing</cp:lastModifiedBy>
  <cp:revision>159</cp:revision>
  <dcterms:created xsi:type="dcterms:W3CDTF">2018-03-15T13:05:51Z</dcterms:created>
  <dcterms:modified xsi:type="dcterms:W3CDTF">2024-10-24T08:22:20Z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ec09dec-a9ce-4322-b578-b49052c992d8_ActionId">
    <vt:lpwstr>18329874-0c84-49c4-a810-e860c2b029f5</vt:lpwstr>
  </property>
  <property fmtid="{D5CDD505-2E9C-101B-9397-08002B2CF9AE}" pid="3" name="MSIP_Label_fec09dec-a9ce-4322-b578-b49052c992d8_Name">
    <vt:lpwstr>Firm \ Firm Confidential</vt:lpwstr>
  </property>
  <property fmtid="{D5CDD505-2E9C-101B-9397-08002B2CF9AE}" pid="4" name="MSIP_Label_fec09dec-a9ce-4322-b578-b49052c992d8_SetDate">
    <vt:lpwstr>2026-04-23T13:27:04Z</vt:lpwstr>
  </property>
  <property fmtid="{D5CDD505-2E9C-101B-9397-08002B2CF9AE}" pid="5" name="MSIP_Label_fec09dec-a9ce-4322-b578-b49052c992d8_SiteId">
    <vt:lpwstr>cc8936bc-9382-4fff-87cb-6f55999549e7</vt:lpwstr>
  </property>
  <property fmtid="{D5CDD505-2E9C-101B-9397-08002B2CF9AE}" pid="6" name="MSIP_Label_fec09dec-a9ce-4322-b578-b49052c992d8_Enabled">
    <vt:lpwstr>True</vt:lpwstr>
  </property>
  <property fmtid="{D5CDD505-2E9C-101B-9397-08002B2CF9AE}" pid="7" name="ContentTypeId">
    <vt:lpwstr>0x01010012C6AE94FE3E4949BBB689502949CA7A</vt:lpwstr>
  </property>
  <property fmtid="{D5CDD505-2E9C-101B-9397-08002B2CF9AE}" pid="8" name="Order">
    <vt:r8>93100</vt:r8>
  </property>
  <property fmtid="{D5CDD505-2E9C-101B-9397-08002B2CF9AE}" pid="9" name="xd_Signature">
    <vt:bool>false</vt:bool>
  </property>
  <property fmtid="{D5CDD505-2E9C-101B-9397-08002B2CF9AE}" pid="10" name="xd_ProgID">
    <vt:lpwstr/>
  </property>
  <property fmtid="{D5CDD505-2E9C-101B-9397-08002B2CF9AE}" pid="11" name="ComplianceAssetId">
    <vt:lpwstr/>
  </property>
  <property fmtid="{D5CDD505-2E9C-101B-9397-08002B2CF9AE}" pid="12" name="TemplateUrl">
    <vt:lpwstr/>
  </property>
  <property fmtid="{D5CDD505-2E9C-101B-9397-08002B2CF9AE}" pid="13" name="_ExtendedDescription">
    <vt:lpwstr/>
  </property>
  <property fmtid="{D5CDD505-2E9C-101B-9397-08002B2CF9AE}" pid="14" name="TriggerFlowInfo">
    <vt:lpwstr/>
  </property>
  <property fmtid="{D5CDD505-2E9C-101B-9397-08002B2CF9AE}" pid="15" name="Jaargang">
    <vt:lpwstr>258;#2022|10e6fc84-0d03-4327-b1a8-796afdf845cf</vt:lpwstr>
  </property>
  <property fmtid="{D5CDD505-2E9C-101B-9397-08002B2CF9AE}" pid="16" name="MediaServiceImageTags">
    <vt:lpwstr/>
  </property>
  <property fmtid="{D5CDD505-2E9C-101B-9397-08002B2CF9AE}" pid="17" name="_dlc_DocIdItemGuid">
    <vt:lpwstr>939441a4-fbbc-45b1-b05f-932c7c9b473e</vt:lpwstr>
  </property>
  <property fmtid="{D5CDD505-2E9C-101B-9397-08002B2CF9AE}" pid="18" name="MSIP_Label_fec09dec-a9ce-4322-b578-b49052c992d8_Removed">
    <vt:lpwstr>False</vt:lpwstr>
  </property>
  <property fmtid="{D5CDD505-2E9C-101B-9397-08002B2CF9AE}" pid="19" name="MSIP_Label_fec09dec-a9ce-4322-b578-b49052c992d8_Parent">
    <vt:lpwstr>2178123d-1452-4496-875f-dedbafe77f8e</vt:lpwstr>
  </property>
  <property fmtid="{D5CDD505-2E9C-101B-9397-08002B2CF9AE}" pid="20" name="MSIP_Label_fec09dec-a9ce-4322-b578-b49052c992d8_Extended_MSFT_Method">
    <vt:lpwstr>Standard</vt:lpwstr>
  </property>
  <property fmtid="{D5CDD505-2E9C-101B-9397-08002B2CF9AE}" pid="21" name="MSIP_Label_2178123d-1452-4496-875f-dedbafe77f8e_Enabled">
    <vt:lpwstr>True</vt:lpwstr>
  </property>
  <property fmtid="{D5CDD505-2E9C-101B-9397-08002B2CF9AE}" pid="22" name="MSIP_Label_2178123d-1452-4496-875f-dedbafe77f8e_SiteId">
    <vt:lpwstr>cc8936bc-9382-4fff-87cb-6f55999549e7</vt:lpwstr>
  </property>
  <property fmtid="{D5CDD505-2E9C-101B-9397-08002B2CF9AE}" pid="23" name="MSIP_Label_2178123d-1452-4496-875f-dedbafe77f8e_SetDate">
    <vt:lpwstr>2026-04-23T13:27:04Z</vt:lpwstr>
  </property>
  <property fmtid="{D5CDD505-2E9C-101B-9397-08002B2CF9AE}" pid="24" name="MSIP_Label_2178123d-1452-4496-875f-dedbafe77f8e_Name">
    <vt:lpwstr>Firm</vt:lpwstr>
  </property>
  <property fmtid="{D5CDD505-2E9C-101B-9397-08002B2CF9AE}" pid="25" name="MSIP_Label_2178123d-1452-4496-875f-dedbafe77f8e_ActionId">
    <vt:lpwstr>f0cef3a9-b23e-4304-a65c-381125f0071e</vt:lpwstr>
  </property>
  <property fmtid="{D5CDD505-2E9C-101B-9397-08002B2CF9AE}" pid="26" name="MSIP_Label_2178123d-1452-4496-875f-dedbafe77f8e_Extended_MSFT_Method">
    <vt:lpwstr>Standard</vt:lpwstr>
  </property>
  <property fmtid="{D5CDD505-2E9C-101B-9397-08002B2CF9AE}" pid="27" name="Sensitivity">
    <vt:lpwstr>Firm \ Firm Confidential Firm</vt:lpwstr>
  </property>
</Properties>
</file>