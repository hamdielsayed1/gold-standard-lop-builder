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tableStyles.xml" ContentType="application/vnd.openxmlformats-officedocument.presentationml.tableStyles+xml"/>
  <Override PartName="/customXml/itemProps3.xml" ContentType="application/vnd.openxmlformats-officedocument.customXmlProperties+xml"/>
  <Override PartName="/ppt/handoutMasters/handoutMaster1.xml" ContentType="application/vnd.openxmlformats-officedocument.presentationml.handoutMaster+xml"/>
  <Override PartName="/ppt/theme/theme4.xml" ContentType="application/vnd.openxmlformats-officedocument.theme+xml"/>
  <Override PartName="/ppt/theme/theme1.xml" ContentType="application/vnd.openxmlformats-officedocument.theme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Masters/slideMaster2.xml" ContentType="application/vnd.openxmlformats-officedocument.presentationml.slideMaster+xml"/>
  <Override PartName="/ppt/slideLayouts/slideLayout27.xml" ContentType="application/vnd.openxmlformats-officedocument.presentationml.slideLayout+xml"/>
  <Override PartName="/ppt/tags/tag237.xml" ContentType="application/vnd.openxmlformats-officedocument.presentationml.tags+xml"/>
  <Override PartName="/ppt/tags/tag232.xml" ContentType="application/vnd.openxmlformats-officedocument.presentationml.tags+xml"/>
  <Override PartName="/ppt/tags/tag236.xml" ContentType="application/vnd.openxmlformats-officedocument.presentationml.tags+xml"/>
  <Override PartName="/ppt/tags/tag231.xml" ContentType="application/vnd.openxmlformats-officedocument.presentationml.tags+xml"/>
  <Override PartName="/ppt/tags/tag230.xml" ContentType="application/vnd.openxmlformats-officedocument.presentationml.tags+xml"/>
  <Override PartName="/ppt/tags/tag235.xml" ContentType="application/vnd.openxmlformats-officedocument.presentationml.tags+xml"/>
  <Override PartName="/ppt/embeddings/oleObject22.bin" ContentType="application/vnd.openxmlformats-officedocument.oleObject"/>
  <Override PartName="/ppt/tags/tag234.xml" ContentType="application/vnd.openxmlformats-officedocument.presentationml.tags+xml"/>
  <Override PartName="/ppt/tags/tag233.xml" ContentType="application/vnd.openxmlformats-officedocument.presentationml.tags+xml"/>
  <Override PartName="/ppt/tags/tag238.xml" ContentType="application/vnd.openxmlformats-officedocument.presentationml.tags+xml"/>
  <Override PartName="/ppt/theme/theme2.xml" ContentType="application/vnd.openxmlformats-officedocument.theme+xml"/>
  <Override PartName="/ppt/tags/tag125.xml" ContentType="application/vnd.openxmlformats-officedocument.presentationml.tags+xml"/>
  <Override PartName="/ppt/tags/tag138.xml" ContentType="application/vnd.openxmlformats-officedocument.presentationml.tags+xml"/>
  <Override PartName="/ppt/tags/tag120.xml" ContentType="application/vnd.openxmlformats-officedocument.presentationml.tags+xml"/>
  <Override PartName="/ppt/tags/tag133.xml" ContentType="application/vnd.openxmlformats-officedocument.presentationml.tags+xml"/>
  <Override PartName="/ppt/slideLayouts/slideLayout21.xml" ContentType="application/vnd.openxmlformats-officedocument.presentationml.slideLayout+xml"/>
  <Override PartName="/ppt/tags/tag183.xml" ContentType="application/vnd.openxmlformats-officedocument.presentationml.tags+xml"/>
  <Override PartName="/ppt/tags/tag178.xml" ContentType="application/vnd.openxmlformats-officedocument.presentationml.tags+xml"/>
  <Override PartName="/ppt/tags/tag182.xml" ContentType="application/vnd.openxmlformats-officedocument.presentationml.tags+xml"/>
  <Override PartName="/ppt/tags/tag177.xml" ContentType="application/vnd.openxmlformats-officedocument.presentationml.tags+xml"/>
  <Override PartName="/ppt/tags/tag176.xml" ContentType="application/vnd.openxmlformats-officedocument.presentationml.tags+xml"/>
  <Override PartName="/ppt/tags/tag181.xml" ContentType="application/vnd.openxmlformats-officedocument.presentationml.tags+xml"/>
  <Override PartName="/ppt/embeddings/oleObject16.bin" ContentType="application/vnd.openxmlformats-officedocument.oleObject"/>
  <Override PartName="/ppt/tags/tag180.xml" ContentType="application/vnd.openxmlformats-officedocument.presentationml.tags+xml"/>
  <Override PartName="/ppt/tags/tag179.xml" ContentType="application/vnd.openxmlformats-officedocument.presentationml.tags+xml"/>
  <Override PartName="/ppt/tags/tag184.xml" ContentType="application/vnd.openxmlformats-officedocument.presentationml.tags+xml"/>
  <Override PartName="/ppt/slideLayouts/slideLayout16.xml" ContentType="application/vnd.openxmlformats-officedocument.presentationml.slideLayout+xml"/>
  <Override PartName="/ppt/tags/tag150.xml" ContentType="application/vnd.openxmlformats-officedocument.presentationml.tags+xml"/>
  <Override PartName="/ppt/tags/tag154.xml" ContentType="application/vnd.openxmlformats-officedocument.presentationml.tags+xml"/>
  <Override PartName="/ppt/tags/tag149.xml" ContentType="application/vnd.openxmlformats-officedocument.presentationml.tags+xml"/>
  <Override PartName="/ppt/tags/tag148.xml" ContentType="application/vnd.openxmlformats-officedocument.presentationml.tags+xml"/>
  <Override PartName="/ppt/tags/tag153.xml" ContentType="application/vnd.openxmlformats-officedocument.presentationml.tags+xml"/>
  <Override PartName="/ppt/tags/tag152.xml" ContentType="application/vnd.openxmlformats-officedocument.presentationml.tags+xml"/>
  <Override PartName="/ppt/tags/tag151.xml" ContentType="application/vnd.openxmlformats-officedocument.presentationml.tags+xml"/>
  <Override PartName="/ppt/embeddings/oleObject13.bin" ContentType="application/vnd.openxmlformats-officedocument.oleObject"/>
  <Override PartName="/ppt/slideLayouts/slideLayout30.xml" ContentType="application/vnd.openxmlformats-officedocument.presentationml.slideLayout+xml"/>
  <Override PartName="/ppt/tags/tag255.xml" ContentType="application/vnd.openxmlformats-officedocument.presentationml.tags+xml"/>
  <Override PartName="/ppt/tags/tag254.xml" ContentType="application/vnd.openxmlformats-officedocument.presentationml.tags+xml"/>
  <Override PartName="/ppt/tags/tag253.xml" ContentType="application/vnd.openxmlformats-officedocument.presentationml.tags+xml"/>
  <Override PartName="/ppt/tags/tag256.xml" ContentType="application/vnd.openxmlformats-officedocument.presentationml.tags+xml"/>
  <Override PartName="/ppt/tags/tag119.xml" ContentType="application/vnd.openxmlformats-officedocument.presentationml.tags+xml"/>
  <Override PartName="/ppt/tags/tag128.xml" ContentType="application/vnd.openxmlformats-officedocument.presentationml.tags+xml"/>
  <Override PartName="/ppt/slideLayouts/slideLayout15.xml" ContentType="application/vnd.openxmlformats-officedocument.presentationml.slideLayout+xml"/>
  <Override PartName="/ppt/tags/tag146.xml" ContentType="application/vnd.openxmlformats-officedocument.presentationml.tags+xml"/>
  <Override PartName="/ppt/media/image6.svg" ContentType="image/svg+xml"/>
  <Override PartName="/ppt/tags/tag141.xml" ContentType="application/vnd.openxmlformats-officedocument.presentationml.tags+xml"/>
  <Override PartName="/ppt/tags/tag145.xml" ContentType="application/vnd.openxmlformats-officedocument.presentationml.tags+xml"/>
  <Override PartName="/ppt/tags/tag140.xml" ContentType="application/vnd.openxmlformats-officedocument.presentationml.tags+xml"/>
  <Override PartName="/ppt/tags/tag139.xml" ContentType="application/vnd.openxmlformats-officedocument.presentationml.tags+xml"/>
  <Override PartName="/ppt/tags/tag144.xml" ContentType="application/vnd.openxmlformats-officedocument.presentationml.tags+xml"/>
  <Override PartName="/ppt/tags/tag143.xml" ContentType="application/vnd.openxmlformats-officedocument.presentationml.tags+xml"/>
  <Override PartName="/ppt/tags/tag142.xml" ContentType="application/vnd.openxmlformats-officedocument.presentationml.tags+xml"/>
  <Override PartName="/ppt/tags/tag147.xml" ContentType="application/vnd.openxmlformats-officedocument.presentationml.tags+xml"/>
  <Override PartName="/ppt/embeddings/oleObject12.bin" ContentType="application/vnd.openxmlformats-officedocument.oleObject"/>
  <Override PartName="/ppt/slideLayouts/slideLayout20.xml" ContentType="application/vnd.openxmlformats-officedocument.presentationml.slideLayout+xml"/>
  <Override PartName="/ppt/tags/tag171.xml" ContentType="application/vnd.openxmlformats-officedocument.presentationml.tags+xml"/>
  <Override PartName="/ppt/tags/tag175.xml" ContentType="application/vnd.openxmlformats-officedocument.presentationml.tags+xml"/>
  <Override PartName="/ppt/tags/tag170.xml" ContentType="application/vnd.openxmlformats-officedocument.presentationml.tags+xml"/>
  <Override PartName="/ppt/tags/tag169.xml" ContentType="application/vnd.openxmlformats-officedocument.presentationml.tags+xml"/>
  <Override PartName="/ppt/tags/tag174.xml" ContentType="application/vnd.openxmlformats-officedocument.presentationml.tags+xml"/>
  <Override PartName="/ppt/tags/tag173.xml" ContentType="application/vnd.openxmlformats-officedocument.presentationml.tags+xml"/>
  <Override PartName="/ppt/tags/tag172.xml" ContentType="application/vnd.openxmlformats-officedocument.presentationml.tags+xml"/>
  <Override PartName="/ppt/embeddings/oleObject15.bin" ContentType="application/vnd.openxmlformats-officedocument.oleObject"/>
  <Override PartName="/ppt/slideLayouts/slideLayout25.xml" ContentType="application/vnd.openxmlformats-officedocument.presentationml.slideLayout+xml"/>
  <Override PartName="/ppt/tags/tag219.xml" ContentType="application/vnd.openxmlformats-officedocument.presentationml.tags+xml"/>
  <Override PartName="/ppt/tags/tag214.xml" ContentType="application/vnd.openxmlformats-officedocument.presentationml.tags+xml"/>
  <Override PartName="/ppt/tags/tag218.xml" ContentType="application/vnd.openxmlformats-officedocument.presentationml.tags+xml"/>
  <Override PartName="/ppt/tags/tag213.xml" ContentType="application/vnd.openxmlformats-officedocument.presentationml.tags+xml"/>
  <Override PartName="/ppt/tags/tag212.xml" ContentType="application/vnd.openxmlformats-officedocument.presentationml.tags+xml"/>
  <Override PartName="/ppt/tags/tag217.xml" ContentType="application/vnd.openxmlformats-officedocument.presentationml.tags+xml"/>
  <Override PartName="/ppt/embeddings/oleObject20.bin" ContentType="application/vnd.openxmlformats-officedocument.oleObject"/>
  <Override PartName="/ppt/tags/tag216.xml" ContentType="application/vnd.openxmlformats-officedocument.presentationml.tags+xml"/>
  <Override PartName="/ppt/tags/tag215.xml" ContentType="application/vnd.openxmlformats-officedocument.presentationml.tags+xml"/>
  <Override PartName="/ppt/tags/tag220.xml" ContentType="application/vnd.openxmlformats-officedocument.presentationml.tags+xml"/>
  <Override PartName="/ppt/tags/tag123.xml" ContentType="application/vnd.openxmlformats-officedocument.presentationml.tags+xml"/>
  <Override PartName="/ppt/tags/tag131.xml" ContentType="application/vnd.openxmlformats-officedocument.presentationml.tags+xml"/>
  <Override PartName="/ppt/tags/tag136.xml" ContentType="application/vnd.openxmlformats-officedocument.presentationml.tags+xml"/>
  <Override PartName="/ppt/embeddings/oleObject11.bin" ContentType="application/vnd.openxmlformats-officedocument.oleObject"/>
  <Override PartName="/ppt/slideLayouts/slideLayout19.xml" ContentType="application/vnd.openxmlformats-officedocument.presentationml.slideLayout+xml"/>
  <Override PartName="/ppt/embeddings/oleObject14.bin" ContentType="application/vnd.openxmlformats-officedocument.oleObject"/>
  <Override PartName="/ppt/tags/tag165.xml" ContentType="application/vnd.openxmlformats-officedocument.presentationml.tags+xml"/>
  <Override PartName="/ppt/tags/tag164.xml" ContentType="application/vnd.openxmlformats-officedocument.presentationml.tags+xml"/>
  <Override PartName="/ppt/tags/tag163.xml" ContentType="application/vnd.openxmlformats-officedocument.presentationml.tags+xml"/>
  <Override PartName="/ppt/tags/tag168.xml" ContentType="application/vnd.openxmlformats-officedocument.presentationml.tags+xml"/>
  <Override PartName="/ppt/tags/tag167.xml" ContentType="application/vnd.openxmlformats-officedocument.presentationml.tags+xml"/>
  <Override PartName="/ppt/tags/tag166.xml" ContentType="application/vnd.openxmlformats-officedocument.presentationml.tags+xml"/>
  <Override PartName="/ppt/slideLayouts/slideLayout29.xml" ContentType="application/vnd.openxmlformats-officedocument.presentationml.slideLayout+xml"/>
  <Override PartName="/ppt/tags/tag250.xml" ContentType="application/vnd.openxmlformats-officedocument.presentationml.tags+xml"/>
  <Override PartName="/ppt/tags/tag249.xml" ContentType="application/vnd.openxmlformats-officedocument.presentationml.tags+xml"/>
  <Override PartName="/ppt/tags/tag248.xml" ContentType="application/vnd.openxmlformats-officedocument.presentationml.tags+xml"/>
  <Override PartName="/ppt/tags/tag252.xml" ContentType="application/vnd.openxmlformats-officedocument.presentationml.tags+xml"/>
  <Override PartName="/ppt/tags/tag251.xml" ContentType="application/vnd.openxmlformats-officedocument.presentationml.tags+xml"/>
  <Override PartName="/ppt/tags/tag122.xml" ContentType="application/vnd.openxmlformats-officedocument.presentationml.tags+xml"/>
  <Override PartName="/ppt/tags/tag127.xml" ContentType="application/vnd.openxmlformats-officedocument.presentationml.tags+xml"/>
  <Override PartName="/ppt/tags/tag135.xml" ContentType="application/vnd.openxmlformats-officedocument.presentationml.tags+xml"/>
  <Override PartName="/ppt/slideLayouts/slideLayout24.xml" ContentType="application/vnd.openxmlformats-officedocument.presentationml.slideLayout+xml"/>
  <Override PartName="/ppt/tags/tag210.xml" ContentType="application/vnd.openxmlformats-officedocument.presentationml.tags+xml"/>
  <Override PartName="/ppt/tags/tag205.xml" ContentType="application/vnd.openxmlformats-officedocument.presentationml.tags+xml"/>
  <Override PartName="/ppt/tags/tag209.xml" ContentType="application/vnd.openxmlformats-officedocument.presentationml.tags+xml"/>
  <Override PartName="/ppt/tags/tag204.xml" ContentType="application/vnd.openxmlformats-officedocument.presentationml.tags+xml"/>
  <Override PartName="/ppt/tags/tag203.xml" ContentType="application/vnd.openxmlformats-officedocument.presentationml.tags+xml"/>
  <Override PartName="/ppt/tags/tag208.xml" ContentType="application/vnd.openxmlformats-officedocument.presentationml.tags+xml"/>
  <Override PartName="/ppt/embeddings/oleObject19.bin" ContentType="application/vnd.openxmlformats-officedocument.oleObject"/>
  <Override PartName="/ppt/tags/tag207.xml" ContentType="application/vnd.openxmlformats-officedocument.presentationml.tags+xml"/>
  <Override PartName="/ppt/tags/tag206.xml" ContentType="application/vnd.openxmlformats-officedocument.presentationml.tags+xml"/>
  <Override PartName="/ppt/tags/tag211.xml" ContentType="application/vnd.openxmlformats-officedocument.presentationml.tags+xml"/>
  <Override PartName="/ppt/tags/tag118.xml" ContentType="application/vnd.openxmlformats-officedocument.presentationml.tags+xml"/>
  <Override PartName="/ppt/tags/tag130.xml" ContentType="application/vnd.openxmlformats-officedocument.presentationml.tags+xml"/>
  <Override PartName="/ppt/slideLayouts/slideLayout18.xml" ContentType="application/vnd.openxmlformats-officedocument.presentationml.slideLayout+xml"/>
  <Override PartName="/ppt/tags/tag161.xml" ContentType="application/vnd.openxmlformats-officedocument.presentationml.tags+xml"/>
  <Override PartName="/ppt/tags/tag160.xml" ContentType="application/vnd.openxmlformats-officedocument.presentationml.tags+xml"/>
  <Override PartName="/ppt/tags/tag159.xml" ContentType="application/vnd.openxmlformats-officedocument.presentationml.tags+xml"/>
  <Override PartName="/ppt/tags/tag162.xml" ContentType="application/vnd.openxmlformats-officedocument.presentationml.tags+xml"/>
  <Override PartName="/ppt/slideLayouts/slideLayout23.xml" ContentType="application/vnd.openxmlformats-officedocument.presentationml.slideLayout+xml"/>
  <Override PartName="/ppt/tags/tag201.xml" ContentType="application/vnd.openxmlformats-officedocument.presentationml.tags+xml"/>
  <Override PartName="/ppt/tags/tag196.xml" ContentType="application/vnd.openxmlformats-officedocument.presentationml.tags+xml"/>
  <Override PartName="/ppt/tags/tag200.xml" ContentType="application/vnd.openxmlformats-officedocument.presentationml.tags+xml"/>
  <Override PartName="/ppt/tags/tag195.xml" ContentType="application/vnd.openxmlformats-officedocument.presentationml.tags+xml"/>
  <Override PartName="/ppt/tags/tag194.xml" ContentType="application/vnd.openxmlformats-officedocument.presentationml.tags+xml"/>
  <Override PartName="/ppt/tags/tag199.xml" ContentType="application/vnd.openxmlformats-officedocument.presentationml.tags+xml"/>
  <Override PartName="/ppt/embeddings/oleObject18.bin" ContentType="application/vnd.openxmlformats-officedocument.oleObject"/>
  <Override PartName="/ppt/tags/tag198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slideLayouts/slideLayout28.xml" ContentType="application/vnd.openxmlformats-officedocument.presentationml.slideLayout+xml"/>
  <Override PartName="/ppt/tags/tag246.xml" ContentType="application/vnd.openxmlformats-officedocument.presentationml.tags+xml"/>
  <Override PartName="/ppt/tags/tag241.xml" ContentType="application/vnd.openxmlformats-officedocument.presentationml.tags+xml"/>
  <Override PartName="/ppt/tags/tag245.xml" ContentType="application/vnd.openxmlformats-officedocument.presentationml.tags+xml"/>
  <Override PartName="/ppt/tags/tag240.xml" ContentType="application/vnd.openxmlformats-officedocument.presentationml.tags+xml"/>
  <Override PartName="/ppt/tags/tag239.xml" ContentType="application/vnd.openxmlformats-officedocument.presentationml.tags+xml"/>
  <Override PartName="/ppt/tags/tag244.xml" ContentType="application/vnd.openxmlformats-officedocument.presentationml.tags+xml"/>
  <Override PartName="/ppt/embeddings/oleObject23.bin" ContentType="application/vnd.openxmlformats-officedocument.oleObject"/>
  <Override PartName="/ppt/tags/tag243.xml" ContentType="application/vnd.openxmlformats-officedocument.presentationml.tags+xml"/>
  <Override PartName="/ppt/tags/tag242.xml" ContentType="application/vnd.openxmlformats-officedocument.presentationml.tags+xml"/>
  <Override PartName="/ppt/tags/tag247.xml" ContentType="application/vnd.openxmlformats-officedocument.presentationml.tags+xml"/>
  <Override PartName="/ppt/tags/tag121.xml" ContentType="application/vnd.openxmlformats-officedocument.presentationml.tags+xml"/>
  <Override PartName="/ppt/tags/tag126.xml" ContentType="application/vnd.openxmlformats-officedocument.presentationml.tags+xml"/>
  <Override PartName="/ppt/tags/tag129.xml" ContentType="application/vnd.openxmlformats-officedocument.presentationml.tags+xml"/>
  <Override PartName="/ppt/tags/tag134.xml" ContentType="application/vnd.openxmlformats-officedocument.presentationml.tags+xml"/>
  <Override PartName="/ppt/media/image13.svg" ContentType="image/svg+xml"/>
  <Override PartName="/ppt/slideLayouts/slideLayout22.xml" ContentType="application/vnd.openxmlformats-officedocument.presentationml.slideLayout+xml"/>
  <Override PartName="/ppt/tags/tag192.xml" ContentType="application/vnd.openxmlformats-officedocument.presentationml.tags+xml"/>
  <Override PartName="/ppt/tags/tag187.xml" ContentType="application/vnd.openxmlformats-officedocument.presentationml.tags+xml"/>
  <Override PartName="/ppt/tags/tag191.xml" ContentType="application/vnd.openxmlformats-officedocument.presentationml.tags+xml"/>
  <Override PartName="/ppt/tags/tag186.xml" ContentType="application/vnd.openxmlformats-officedocument.presentationml.tags+xml"/>
  <Override PartName="/ppt/tags/tag185.xml" ContentType="application/vnd.openxmlformats-officedocument.presentationml.tags+xml"/>
  <Override PartName="/ppt/tags/tag190.xml" ContentType="application/vnd.openxmlformats-officedocument.presentationml.tags+xml"/>
  <Override PartName="/ppt/embeddings/oleObject17.bin" ContentType="application/vnd.openxmlformats-officedocument.oleObject"/>
  <Override PartName="/ppt/tags/tag189.xml" ContentType="application/vnd.openxmlformats-officedocument.presentationml.tags+xml"/>
  <Override PartName="/ppt/tags/tag188.xml" ContentType="application/vnd.openxmlformats-officedocument.presentationml.tags+xml"/>
  <Override PartName="/ppt/tags/tag193.xml" ContentType="application/vnd.openxmlformats-officedocument.presentationml.tags+xml"/>
  <Override PartName="/ppt/slideLayouts/slideLayout17.xml" ContentType="application/vnd.openxmlformats-officedocument.presentationml.slideLayout+xml"/>
  <Override PartName="/ppt/tags/tag157.xml" ContentType="application/vnd.openxmlformats-officedocument.presentationml.tags+xml"/>
  <Override PartName="/ppt/tags/tag156.xml" ContentType="application/vnd.openxmlformats-officedocument.presentationml.tags+xml"/>
  <Override PartName="/ppt/tags/tag155.xml" ContentType="application/vnd.openxmlformats-officedocument.presentationml.tags+xml"/>
  <Override PartName="/ppt/tags/tag158.xml" ContentType="application/vnd.openxmlformats-officedocument.presentationml.tags+xml"/>
  <Override PartName="/ppt/slideLayouts/slideLayout26.xml" ContentType="application/vnd.openxmlformats-officedocument.presentationml.slideLayout+xml"/>
  <Override PartName="/ppt/tags/tag228.xml" ContentType="application/vnd.openxmlformats-officedocument.presentationml.tags+xml"/>
  <Override PartName="/ppt/tags/tag223.xml" ContentType="application/vnd.openxmlformats-officedocument.presentationml.tags+xml"/>
  <Override PartName="/ppt/tags/tag227.xml" ContentType="application/vnd.openxmlformats-officedocument.presentationml.tags+xml"/>
  <Override PartName="/ppt/tags/tag222.xml" ContentType="application/vnd.openxmlformats-officedocument.presentationml.tags+xml"/>
  <Override PartName="/ppt/tags/tag221.xml" ContentType="application/vnd.openxmlformats-officedocument.presentationml.tags+xml"/>
  <Override PartName="/ppt/tags/tag226.xml" ContentType="application/vnd.openxmlformats-officedocument.presentationml.tags+xml"/>
  <Override PartName="/ppt/embeddings/oleObject21.bin" ContentType="application/vnd.openxmlformats-officedocument.oleObject"/>
  <Override PartName="/ppt/tags/tag225.xml" ContentType="application/vnd.openxmlformats-officedocument.presentationml.tags+xml"/>
  <Override PartName="/ppt/tags/tag224.xml" ContentType="application/vnd.openxmlformats-officedocument.presentationml.tags+xml"/>
  <Override PartName="/ppt/tags/tag229.xml" ContentType="application/vnd.openxmlformats-officedocument.presentationml.tags+xml"/>
  <Override PartName="/ppt/slideLayouts/slideLayout31.xml" ContentType="application/vnd.openxmlformats-officedocument.presentationml.slideLayout+xml"/>
  <Override PartName="/ppt/media/image11.svg" ContentType="image/svg+xml"/>
  <Override PartName="/ppt/tags/tag259.xml" ContentType="application/vnd.openxmlformats-officedocument.presentationml.tags+xml"/>
  <Override PartName="/ppt/tags/tag258.xml" ContentType="application/vnd.openxmlformats-officedocument.presentationml.tags+xml"/>
  <Override PartName="/ppt/tags/tag257.xml" ContentType="application/vnd.openxmlformats-officedocument.presentationml.tags+xml"/>
  <Override PartName="/ppt/tags/tag260.xml" ContentType="application/vnd.openxmlformats-officedocument.presentationml.tags+xml"/>
  <Override PartName="/ppt/embeddings/oleObject24.bin" ContentType="application/vnd.openxmlformats-officedocument.oleObject"/>
  <Override PartName="/ppt/tags/tag124.xml" ContentType="application/vnd.openxmlformats-officedocument.presentationml.tags+xml"/>
  <Override PartName="/ppt/tags/tag132.xml" ContentType="application/vnd.openxmlformats-officedocument.presentationml.tags+xml"/>
  <Override PartName="/ppt/tags/tag137.xml" ContentType="application/vnd.openxmlformats-officedocument.presentationml.tag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tags/tag112.xml" ContentType="application/vnd.openxmlformats-officedocument.presentationml.tags+xml"/>
  <Override PartName="/ppt/tags/tag111.xml" ContentType="application/vnd.openxmlformats-officedocument.presentationml.tags+xml"/>
  <Override PartName="/ppt/tags/tag110.xml" ContentType="application/vnd.openxmlformats-officedocument.presentationml.tags+xml"/>
  <Override PartName="/ppt/tags/tag113.xml" ContentType="application/vnd.openxmlformats-officedocument.presentationml.tags+xml"/>
  <Override PartName="/ppt/tags/tag4.xml" ContentType="application/vnd.openxmlformats-officedocument.presentationml.tags+xml"/>
  <Override PartName="/ppt/tags/tag12.xml" ContentType="application/vnd.openxmlformats-officedocument.presentationml.tags+xml"/>
  <Override PartName="/ppt/tags/tag7.xml" ContentType="application/vnd.openxmlformats-officedocument.presentationml.tags+xml"/>
  <Override PartName="/ppt/tags/tag20.xml" ContentType="application/vnd.openxmlformats-officedocument.presentationml.tags+xml"/>
  <Override PartName="/ppt/slideLayouts/slideLayout7.xml" ContentType="application/vnd.openxmlformats-officedocument.presentationml.slideLayout+xml"/>
  <Override PartName="/ppt/tags/tag67.xml" ContentType="application/vnd.openxmlformats-officedocument.presentationml.tags+xml"/>
  <Override PartName="/ppt/tags/tag62.xml" ContentType="application/vnd.openxmlformats-officedocument.presentationml.tags+xml"/>
  <Override PartName="/ppt/tags/tag66.xml" ContentType="application/vnd.openxmlformats-officedocument.presentationml.tags+xml"/>
  <Override PartName="/ppt/tags/tag61.xml" ContentType="application/vnd.openxmlformats-officedocument.presentationml.tags+xml"/>
  <Override PartName="/ppt/tags/tag60.xml" ContentType="application/vnd.openxmlformats-officedocument.presentationml.tags+xml"/>
  <Override PartName="/ppt/tags/tag65.xml" ContentType="application/vnd.openxmlformats-officedocument.presentationml.tags+xml"/>
  <Override PartName="/ppt/embeddings/oleObject6.bin" ContentType="application/vnd.openxmlformats-officedocument.oleObject"/>
  <Override PartName="/ppt/tags/tag64.xml" ContentType="application/vnd.openxmlformats-officedocument.presentationml.tags+xml"/>
  <Override PartName="/ppt/tags/tag63.xml" ContentType="application/vnd.openxmlformats-officedocument.presentationml.tags+xml"/>
  <Override PartName="/ppt/tags/tag68.xml" ContentType="application/vnd.openxmlformats-officedocument.presentationml.tags+xml"/>
  <Override PartName="/ppt/slideLayouts/slideLayout12.xml" ContentType="application/vnd.openxmlformats-officedocument.presentationml.slideLayout+xml"/>
  <Override PartName="/ppt/tags/tag107.xml" ContentType="application/vnd.openxmlformats-officedocument.presentationml.tags+xml"/>
  <Override PartName="/ppt/tags/tag106.xml" ContentType="application/vnd.openxmlformats-officedocument.presentationml.tags+xml"/>
  <Override PartName="/ppt/tags/tag105.xml" ContentType="application/vnd.openxmlformats-officedocument.presentationml.tags+xml"/>
  <Override PartName="/ppt/tags/tag109.xml" ContentType="application/vnd.openxmlformats-officedocument.presentationml.tags+xml"/>
  <Override PartName="/ppt/tags/tag108.xml" ContentType="application/vnd.openxmlformats-officedocument.presentationml.tags+xml"/>
  <Override PartName="/ppt/tags/tag3.xml" ContentType="application/vnd.openxmlformats-officedocument.presentationml.tags+xml"/>
  <Override PartName="/ppt/tags/tag11.xml" ContentType="application/vnd.openxmlformats-officedocument.presentationml.tags+xml"/>
  <Override PartName="/ppt/tags/tag19.xml" ContentType="application/vnd.openxmlformats-officedocument.presentationml.tags+xml"/>
  <Override PartName="/ppt/slideLayouts/slideLayout2.xml" ContentType="application/vnd.openxmlformats-officedocument.presentationml.slideLayout+xml"/>
  <Override PartName="/ppt/tags/tag34.xml" ContentType="application/vnd.openxmlformats-officedocument.presentationml.tags+xml"/>
  <Override PartName="/ppt/tags/tag38.xml" ContentType="application/vnd.openxmlformats-officedocument.presentationml.tags+xml"/>
  <Override PartName="/ppt/tags/tag33.xml" ContentType="application/vnd.openxmlformats-officedocument.presentationml.tags+xml"/>
  <Override PartName="/ppt/tags/tag32.xml" ContentType="application/vnd.openxmlformats-officedocument.presentationml.tags+xml"/>
  <Override PartName="/ppt/tags/tag37.xml" ContentType="application/vnd.openxmlformats-officedocument.presentationml.tags+xml"/>
  <Override PartName="/ppt/tags/tag36.xml" ContentType="application/vnd.openxmlformats-officedocument.presentationml.tags+xml"/>
  <Override PartName="/ppt/tags/tag35.xml" ContentType="application/vnd.openxmlformats-officedocument.presentationml.tags+xml"/>
  <Override PartName="/ppt/embeddings/oleObject3.bin" ContentType="application/vnd.openxmlformats-officedocument.oleObject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ags/tag15.xml" ContentType="application/vnd.openxmlformats-officedocument.presentationml.tags+xml"/>
  <Override PartName="/ppt/slideLayouts/slideLayout1.xml" ContentType="application/vnd.openxmlformats-officedocument.presentationml.slideLayout+xml"/>
  <Override PartName="/ppt/tags/tag30.xml" ContentType="application/vnd.openxmlformats-officedocument.presentationml.tags+xml"/>
  <Override PartName="/ppt/tags/tag25.xml" ContentType="application/vnd.openxmlformats-officedocument.presentationml.tags+xml"/>
  <Override PartName="/ppt/tags/tag29.xml" ContentType="application/vnd.openxmlformats-officedocument.presentationml.tags+xml"/>
  <Override PartName="/ppt/tags/tag24.xml" ContentType="application/vnd.openxmlformats-officedocument.presentationml.tags+xml"/>
  <Override PartName="/ppt/tags/tag23.xml" ContentType="application/vnd.openxmlformats-officedocument.presentationml.tags+xml"/>
  <Override PartName="/ppt/tags/tag28.xml" ContentType="application/vnd.openxmlformats-officedocument.presentationml.tags+xml"/>
  <Override PartName="/ppt/tags/tag27.xml" ContentType="application/vnd.openxmlformats-officedocument.presentationml.tags+xml"/>
  <Override PartName="/ppt/tags/tag26.xml" ContentType="application/vnd.openxmlformats-officedocument.presentationml.tags+xml"/>
  <Override PartName="/ppt/tags/tag31.xml" ContentType="application/vnd.openxmlformats-officedocument.presentationml.tags+xml"/>
  <Override PartName="/ppt/embeddings/oleObject2.bin" ContentType="application/vnd.openxmlformats-officedocument.oleObject"/>
  <Override PartName="/ppt/slideLayouts/slideLayout6.xml" ContentType="application/vnd.openxmlformats-officedocument.presentationml.slideLayout+xml"/>
  <Override PartName="/ppt/tags/tag55.xml" ContentType="application/vnd.openxmlformats-officedocument.presentationml.tags+xml"/>
  <Override PartName="/ppt/tags/tag59.xml" ContentType="application/vnd.openxmlformats-officedocument.presentationml.tags+xml"/>
  <Override PartName="/ppt/tags/tag54.xml" ContentType="application/vnd.openxmlformats-officedocument.presentationml.tags+xml"/>
  <Override PartName="/ppt/tags/tag53.xml" ContentType="application/vnd.openxmlformats-officedocument.presentationml.tags+xml"/>
  <Override PartName="/ppt/tags/tag58.xml" ContentType="application/vnd.openxmlformats-officedocument.presentationml.tags+xml"/>
  <Override PartName="/ppt/tags/tag57.xml" ContentType="application/vnd.openxmlformats-officedocument.presentationml.tags+xml"/>
  <Override PartName="/ppt/tags/tag56.xml" ContentType="application/vnd.openxmlformats-officedocument.presentationml.tags+xml"/>
  <Override PartName="/ppt/embeddings/oleObject5.bin" ContentType="application/vnd.openxmlformats-officedocument.oleObject"/>
  <Override PartName="/ppt/slideLayouts/slideLayout11.xml" ContentType="application/vnd.openxmlformats-officedocument.presentationml.slideLayout+xml"/>
  <Override PartName="/ppt/tags/tag103.xml" ContentType="application/vnd.openxmlformats-officedocument.presentationml.tags+xml"/>
  <Override PartName="/ppt/tags/tag98.xml" ContentType="application/vnd.openxmlformats-officedocument.presentationml.tags+xml"/>
  <Override PartName="/ppt/tags/tag102.xml" ContentType="application/vnd.openxmlformats-officedocument.presentationml.tags+xml"/>
  <Override PartName="/ppt/tags/tag97.xml" ContentType="application/vnd.openxmlformats-officedocument.presentationml.tags+xml"/>
  <Override PartName="/ppt/tags/tag96.xml" ContentType="application/vnd.openxmlformats-officedocument.presentationml.tags+xml"/>
  <Override PartName="/ppt/tags/tag101.xml" ContentType="application/vnd.openxmlformats-officedocument.presentationml.tags+xml"/>
  <Override PartName="/ppt/embeddings/oleObject8.bin" ContentType="application/vnd.openxmlformats-officedocument.oleObject"/>
  <Override PartName="/ppt/tags/tag100.xml" ContentType="application/vnd.openxmlformats-officedocument.presentationml.tags+xml"/>
  <Override PartName="/ppt/tags/tag99.xml" ContentType="application/vnd.openxmlformats-officedocument.presentationml.tags+xml"/>
  <Override PartName="/ppt/tags/tag104.xml" ContentType="application/vnd.openxmlformats-officedocument.presentationml.tags+xml"/>
  <Override PartName="/ppt/tags/tag10.xml" ContentType="application/vnd.openxmlformats-officedocument.presentationml.tags+xml"/>
  <Override PartName="/ppt/tags/tag18.xml" ContentType="application/vnd.openxmlformats-officedocument.presentationml.tags+xml"/>
  <Override PartName="/ppt/embeddings/oleObject1.bin" ContentType="application/vnd.openxmlformats-officedocument.oleObject"/>
  <Override PartName="/ppt/media/image3.svg" ContentType="image/svg+xml"/>
  <Override PartName="/ppt/slideLayouts/slideLayout5.xml" ContentType="application/vnd.openxmlformats-officedocument.presentationml.slideLayout+xml"/>
  <Override PartName="/ppt/embeddings/oleObject4.bin" ContentType="application/vnd.openxmlformats-officedocument.oleObject"/>
  <Override PartName="/ppt/tags/tag49.xml" ContentType="application/vnd.openxmlformats-officedocument.presentationml.tags+xml"/>
  <Override PartName="/ppt/tags/tag48.xml" ContentType="application/vnd.openxmlformats-officedocument.presentationml.tags+xml"/>
  <Override PartName="/ppt/tags/tag47.xml" ContentType="application/vnd.openxmlformats-officedocument.presentationml.tags+xml"/>
  <Override PartName="/ppt/tags/tag52.xml" ContentType="application/vnd.openxmlformats-officedocument.presentationml.tags+xml"/>
  <Override PartName="/ppt/tags/tag51.xml" ContentType="application/vnd.openxmlformats-officedocument.presentationml.tags+xml"/>
  <Override PartName="/ppt/tags/tag50.xml" ContentType="application/vnd.openxmlformats-officedocument.presentationml.tags+xml"/>
  <Override PartName="/ppt/tags/tag9.xml" ContentType="application/vnd.openxmlformats-officedocument.presentationml.tags+xml"/>
  <Override PartName="/ppt/tags/tag14.xml" ContentType="application/vnd.openxmlformats-officedocument.presentationml.tags+xml"/>
  <Override PartName="/ppt/tags/tag22.xml" ContentType="application/vnd.openxmlformats-officedocument.presentationml.tags+xml"/>
  <Override PartName="/ppt/slideLayouts/slideLayout10.xml" ContentType="application/vnd.openxmlformats-officedocument.presentationml.slideLayout+xml"/>
  <Override PartName="/ppt/tags/tag94.xml" ContentType="application/vnd.openxmlformats-officedocument.presentationml.tags+xml"/>
  <Override PartName="/ppt/tags/tag89.xml" ContentType="application/vnd.openxmlformats-officedocument.presentationml.tags+xml"/>
  <Override PartName="/ppt/tags/tag93.xml" ContentType="application/vnd.openxmlformats-officedocument.presentationml.tags+xml"/>
  <Override PartName="/ppt/tags/tag88.xml" ContentType="application/vnd.openxmlformats-officedocument.presentationml.tags+xml"/>
  <Override PartName="/ppt/tags/tag87.xml" ContentType="application/vnd.openxmlformats-officedocument.presentationml.tags+xml"/>
  <Override PartName="/ppt/tags/tag92.xml" ContentType="application/vnd.openxmlformats-officedocument.presentationml.tags+xml"/>
  <Override PartName="/ppt/embeddings/oleObject9.bin" ContentType="application/vnd.openxmlformats-officedocument.oleObject"/>
  <Override PartName="/ppt/tags/tag91.xml" ContentType="application/vnd.openxmlformats-officedocument.presentationml.tags+xml"/>
  <Override PartName="/ppt/tags/tag90.xml" ContentType="application/vnd.openxmlformats-officedocument.presentationml.tags+xml"/>
  <Override PartName="/ppt/tags/tag95.xml" ContentType="application/vnd.openxmlformats-officedocument.presentationml.tags+xml"/>
  <Override PartName="/ppt/tags/tag5.xml" ContentType="application/vnd.openxmlformats-officedocument.presentationml.tags+xml"/>
  <Override PartName="/ppt/tags/tag17.xml" ContentType="application/vnd.openxmlformats-officedocument.presentationml.tags+xml"/>
  <Override PartName="/ppt/slideLayouts/slideLayout4.xml" ContentType="application/vnd.openxmlformats-officedocument.presentationml.slideLayout+xml"/>
  <Override PartName="/ppt/tags/tag45.xml" ContentType="application/vnd.openxmlformats-officedocument.presentationml.tags+xml"/>
  <Override PartName="/ppt/tags/tag44.xml" ContentType="application/vnd.openxmlformats-officedocument.presentationml.tags+xml"/>
  <Override PartName="/ppt/tags/tag43.xml" ContentType="application/vnd.openxmlformats-officedocument.presentationml.tags+xml"/>
  <Override PartName="/ppt/tags/tag46.xml" ContentType="application/vnd.openxmlformats-officedocument.presentationml.tags+xml"/>
  <Override PartName="/ppt/slideLayouts/slideLayout9.xml" ContentType="application/vnd.openxmlformats-officedocument.presentationml.slideLayout+xml"/>
  <Override PartName="/ppt/tags/tag85.xml" ContentType="application/vnd.openxmlformats-officedocument.presentationml.tags+xml"/>
  <Override PartName="/ppt/tags/tag80.xml" ContentType="application/vnd.openxmlformats-officedocument.presentationml.tags+xml"/>
  <Override PartName="/ppt/tags/tag84.xml" ContentType="application/vnd.openxmlformats-officedocument.presentationml.tags+xml"/>
  <Override PartName="/ppt/tags/tag79.xml" ContentType="application/vnd.openxmlformats-officedocument.presentationml.tags+xml"/>
  <Override PartName="/ppt/tags/tag78.xml" ContentType="application/vnd.openxmlformats-officedocument.presentationml.tags+xml"/>
  <Override PartName="/ppt/tags/tag83.xml" ContentType="application/vnd.openxmlformats-officedocument.presentationml.tags+xml"/>
  <Override PartName="/ppt/tags/tag82.xml" ContentType="application/vnd.openxmlformats-officedocument.presentationml.tags+xml"/>
  <Override PartName="/ppt/tags/tag81.xml" ContentType="application/vnd.openxmlformats-officedocument.presentationml.tags+xml"/>
  <Override PartName="/ppt/tags/tag86.xml" ContentType="application/vnd.openxmlformats-officedocument.presentationml.tags+xml"/>
  <Override PartName="/ppt/slideLayouts/slideLayout14.xml" ContentType="application/vnd.openxmlformats-officedocument.presentationml.slideLayout+xml"/>
  <Override PartName="/ppt/tags/tag116.xml" ContentType="application/vnd.openxmlformats-officedocument.presentationml.tags+xml"/>
  <Override PartName="/ppt/tags/tag115.xml" ContentType="application/vnd.openxmlformats-officedocument.presentationml.tags+xml"/>
  <Override PartName="/ppt/tags/tag114.xml" ContentType="application/vnd.openxmlformats-officedocument.presentationml.tags+xml"/>
  <Override PartName="/ppt/tags/tag117.xml" ContentType="application/vnd.openxmlformats-officedocument.presentationml.tags+xml"/>
  <Override PartName="/ppt/embeddings/oleObject10.bin" ContentType="application/vnd.openxmlformats-officedocument.oleObject"/>
  <Override PartName="/ppt/tags/tag8.xml" ContentType="application/vnd.openxmlformats-officedocument.presentationml.tags+xml"/>
  <Override PartName="/ppt/tags/tag13.xml" ContentType="application/vnd.openxmlformats-officedocument.presentationml.tags+xml"/>
  <Override PartName="/ppt/tags/tag16.xml" ContentType="application/vnd.openxmlformats-officedocument.presentationml.tags+xml"/>
  <Override PartName="/ppt/tags/tag21.xml" ContentType="application/vnd.openxmlformats-officedocument.presentationml.tags+xml"/>
  <Override PartName="/ppt/slideLayouts/slideLayout8.xml" ContentType="application/vnd.openxmlformats-officedocument.presentationml.slideLayout+xml"/>
  <Override PartName="/ppt/tags/tag76.xml" ContentType="application/vnd.openxmlformats-officedocument.presentationml.tags+xml"/>
  <Override PartName="/ppt/tags/tag71.xml" ContentType="application/vnd.openxmlformats-officedocument.presentationml.tags+xml"/>
  <Override PartName="/ppt/tags/tag75.xml" ContentType="application/vnd.openxmlformats-officedocument.presentationml.tags+xml"/>
  <Override PartName="/ppt/tags/tag70.xml" ContentType="application/vnd.openxmlformats-officedocument.presentationml.tags+xml"/>
  <Override PartName="/ppt/tags/tag69.xml" ContentType="application/vnd.openxmlformats-officedocument.presentationml.tags+xml"/>
  <Override PartName="/ppt/tags/tag74.xml" ContentType="application/vnd.openxmlformats-officedocument.presentationml.tags+xml"/>
  <Override PartName="/ppt/embeddings/oleObject7.bin" ContentType="application/vnd.openxmlformats-officedocument.oleObject"/>
  <Override PartName="/ppt/tags/tag73.xml" ContentType="application/vnd.openxmlformats-officedocument.presentationml.tags+xml"/>
  <Override PartName="/ppt/tags/tag72.xml" ContentType="application/vnd.openxmlformats-officedocument.presentationml.tags+xml"/>
  <Override PartName="/ppt/tags/tag77.xml" ContentType="application/vnd.openxmlformats-officedocument.presentationml.tags+xml"/>
  <Override PartName="/ppt/slideLayouts/slideLayout3.xml" ContentType="application/vnd.openxmlformats-officedocument.presentationml.slideLayout+xml"/>
  <Override PartName="/ppt/tags/tag41.xml" ContentType="application/vnd.openxmlformats-officedocument.presentationml.tags+xml"/>
  <Override PartName="/ppt/tags/tag40.xml" ContentType="application/vnd.openxmlformats-officedocument.presentationml.tags+xml"/>
  <Override PartName="/ppt/tags/tag39.xml" ContentType="application/vnd.openxmlformats-officedocument.presentationml.tags+xml"/>
  <Override PartName="/ppt/tags/tag42.xml" ContentType="application/vnd.openxmlformats-officedocument.presentationml.tags+xml"/>
  <Override PartName="/ppt/commentAuthors.xml" ContentType="application/vnd.openxmlformats-officedocument.presentationml.commentAuthors+xml"/>
  <Override PartName="/ppt/authors.xml" ContentType="application/vnd.ms-powerpoint.author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4.xml" ContentType="application/vnd.openxmlformats-officedocument.customXml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IdLst>
    <p:sldId id="256" r:id="rId15"/>
    <p:sldId id="257" r:id="rId16"/>
    <p:sldId id="258" r:id="rId17"/>
  </p:sld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1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162</c:v>
                </c:pt>
                <c:pt idx="3">
                  <c:v>190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</c:v>
                </c:pt>
                <c:pt idx="1">
                  <c:v>310</c:v>
                </c:pt>
                <c:pt idx="2">
                  <c:v>280</c:v>
                </c:pt>
                <c:pt idx="3">
                  <c:v>195</c:v>
                </c:pt>
                <c:pt idx="4">
                  <c:v>540</c:v>
                </c:pt>
                <c:pt idx="5">
                  <c:v>165</c:v>
                </c:pt>
                <c:pt idx="6">
                  <c:v>390</c:v>
                </c:pt>
                <c:pt idx="7">
                  <c:v>225</c:v>
                </c:pt>
                <c:pt idx="8">
                  <c:v>470</c:v>
                </c:pt>
                <c:pt idx="9">
                  <c:v>350</c:v>
                </c:pt>
                <c:pt idx="10">
                  <c:v>290</c:v>
                </c:pt>
                <c:pt idx="11">
                  <c:v>180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</c:v>
                </c:pt>
                <c:pt idx="1">
                  <c:v>19</c:v>
                </c:pt>
                <c:pt idx="2">
                  <c:v>34</c:v>
                </c:pt>
                <c:pt idx="3">
                  <c:v>22</c:v>
                </c:pt>
                <c:pt idx="4">
                  <c:v>31</c:v>
                </c:pt>
                <c:pt idx="5">
                  <c:v>15</c:v>
                </c:pt>
                <c:pt idx="6">
                  <c:v>38</c:v>
                </c:pt>
                <c:pt idx="7">
                  <c:v>26</c:v>
                </c:pt>
                <c:pt idx="8">
                  <c:v>21</c:v>
                </c:pt>
                <c:pt idx="9">
                  <c:v>33</c:v>
                </c:pt>
                <c:pt idx="10">
                  <c:v>24</c:v>
                </c:pt>
                <c:pt idx="11">
                  <c:v>17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8</c:v>
                </c:pt>
                <c:pt idx="2">
                  <c:v>22</c:v>
                </c:pt>
                <c:pt idx="3">
                  <c:v>15</c:v>
                </c:pt>
                <c:pt idx="4">
                  <c:v>18</c:v>
                </c:pt>
                <c:pt idx="5">
                  <c:v>45</c:v>
                </c:pt>
                <c:pt idx="6">
                  <c:v>6</c:v>
                </c:pt>
                <c:pt idx="7">
                  <c:v>28</c:v>
                </c:pt>
                <c:pt idx="8">
                  <c:v>10</c:v>
                </c:pt>
                <c:pt idx="9">
                  <c:v>14</c:v>
                </c:pt>
                <c:pt idx="10">
                  <c:v>32</c:v>
                </c:pt>
                <c:pt idx="11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rgbClr val="061F79"/>
            </a:solidFill>
          </c:spPr>
          <c:cat>
            <c:strRef>
              <c:f>Sheet1!$A$2:$A$13</c:f>
              <c:strCache>
                <c:ptCount val="12"/>
                <c:pt idx="0">
                  <c:v>Acme Corp</c:v>
                </c:pt>
                <c:pt idx="1">
                  <c:v>Bolt Industries</c:v>
                </c:pt>
                <c:pt idx="2">
                  <c:v>Crane Tech</c:v>
                </c:pt>
                <c:pt idx="3">
                  <c:v>Delta Solutions</c:v>
                </c:pt>
                <c:pt idx="4">
                  <c:v>Echo Systems</c:v>
                </c:pt>
                <c:pt idx="5">
                  <c:v>Forge Analytics</c:v>
                </c:pt>
                <c:pt idx="6">
                  <c:v>Grid Power</c:v>
                </c:pt>
                <c:pt idx="7">
                  <c:v>Helix Bio</c:v>
                </c:pt>
                <c:pt idx="8">
                  <c:v>Ion Networks</c:v>
                </c:pt>
                <c:pt idx="9">
                  <c:v>Jet Logistics</c:v>
                </c:pt>
                <c:pt idx="10">
                  <c:v>Kappa Robotics</c:v>
                </c:pt>
                <c:pt idx="11">
                  <c:v>Luna Materials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</c:v>
                </c:pt>
                <c:pt idx="1">
                  <c:v>12</c:v>
                </c:pt>
                <c:pt idx="2">
                  <c:v>9</c:v>
                </c:pt>
                <c:pt idx="3">
                  <c:v>15</c:v>
                </c:pt>
                <c:pt idx="4">
                  <c:v>24</c:v>
                </c:pt>
                <c:pt idx="5">
                  <c:v>5</c:v>
                </c:pt>
                <c:pt idx="6">
                  <c:v>21</c:v>
                </c:pt>
                <c:pt idx="7">
                  <c:v>14</c:v>
                </c:pt>
                <c:pt idx="8">
                  <c:v>28</c:v>
                </c:pt>
                <c:pt idx="9">
                  <c:v>16</c:v>
                </c:pt>
                <c:pt idx="10">
                  <c:v>11</c:v>
                </c:pt>
                <c:pt idx="11">
                  <c:v>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one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tags" Target="../tags/tag24.xml"/><Relationship Id="rId3" Type="http://schemas.openxmlformats.org/officeDocument/2006/relationships/tags" Target="../tags/tag25.xml"/><Relationship Id="rId4" Type="http://schemas.openxmlformats.org/officeDocument/2006/relationships/tags" Target="../tags/tag26.xml"/><Relationship Id="rId5" Type="http://schemas.openxmlformats.org/officeDocument/2006/relationships/tags" Target="../tags/tag27.xml"/><Relationship Id="rId6" Type="http://schemas.openxmlformats.org/officeDocument/2006/relationships/tags" Target="../tags/tag28.xml"/><Relationship Id="rId7" Type="http://schemas.openxmlformats.org/officeDocument/2006/relationships/tags" Target="../tags/tag29.xml"/><Relationship Id="rId8" Type="http://schemas.openxmlformats.org/officeDocument/2006/relationships/tags" Target="../tags/tag30.xml"/><Relationship Id="rId9" Type="http://schemas.openxmlformats.org/officeDocument/2006/relationships/tags" Target="../tags/tag31.xml"/><Relationship Id="rId10" Type="http://schemas.openxmlformats.org/officeDocument/2006/relationships/slideMaster" Target="../slideMasters/slideMaster1.xml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oleObject" Target="../embeddings/oleObject2.bin"/><Relationship Id="rId15" Type="http://schemas.openxmlformats.org/officeDocument/2006/relationships/image" Target="../media/image7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tags" Target="../tags/tag34.xml"/><Relationship Id="rId4" Type="http://schemas.openxmlformats.org/officeDocument/2006/relationships/tags" Target="../tags/tag35.xml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3.bin"/><Relationship Id="rId10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4.bin"/><Relationship Id="rId9" Type="http://schemas.openxmlformats.org/officeDocument/2006/relationships/image" Target="../media/image8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tags" Target="../tags/tag59.xml"/><Relationship Id="rId8" Type="http://schemas.openxmlformats.org/officeDocument/2006/relationships/slideMaster" Target="../slideMasters/slideMaster1.xml"/><Relationship Id="rId9" Type="http://schemas.openxmlformats.org/officeDocument/2006/relationships/oleObject" Target="../embeddings/oleObject5.bin"/><Relationship Id="rId10" Type="http://schemas.openxmlformats.org/officeDocument/2006/relationships/image" Target="../media/image8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tags" Target="../tags/tag62.xml"/><Relationship Id="rId4" Type="http://schemas.openxmlformats.org/officeDocument/2006/relationships/tags" Target="../tags/tag63.xml"/><Relationship Id="rId5" Type="http://schemas.openxmlformats.org/officeDocument/2006/relationships/tags" Target="../tags/tag64.xml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tags" Target="../tags/tag67.xml"/><Relationship Id="rId9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6.bin"/><Relationship Id="rId1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tags" Target="../tags/tag70.xml"/><Relationship Id="rId3" Type="http://schemas.openxmlformats.org/officeDocument/2006/relationships/tags" Target="../tags/tag71.xml"/><Relationship Id="rId4" Type="http://schemas.openxmlformats.org/officeDocument/2006/relationships/tags" Target="../tags/tag72.xml"/><Relationship Id="rId5" Type="http://schemas.openxmlformats.org/officeDocument/2006/relationships/tags" Target="../tags/tag73.xml"/><Relationship Id="rId6" Type="http://schemas.openxmlformats.org/officeDocument/2006/relationships/tags" Target="../tags/tag74.xml"/><Relationship Id="rId7" Type="http://schemas.openxmlformats.org/officeDocument/2006/relationships/tags" Target="../tags/tag75.xml"/><Relationship Id="rId8" Type="http://schemas.openxmlformats.org/officeDocument/2006/relationships/tags" Target="../tags/tag76.xml"/><Relationship Id="rId9" Type="http://schemas.openxmlformats.org/officeDocument/2006/relationships/tags" Target="../tags/tag77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7.bin"/><Relationship Id="rId1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tags" Target="../tags/tag81.xml"/><Relationship Id="rId5" Type="http://schemas.openxmlformats.org/officeDocument/2006/relationships/tags" Target="../tags/tag82.xml"/><Relationship Id="rId6" Type="http://schemas.openxmlformats.org/officeDocument/2006/relationships/tags" Target="../tags/tag83.xml"/><Relationship Id="rId7" Type="http://schemas.openxmlformats.org/officeDocument/2006/relationships/tags" Target="../tags/tag84.xml"/><Relationship Id="rId8" Type="http://schemas.openxmlformats.org/officeDocument/2006/relationships/tags" Target="../tags/tag85.xml"/><Relationship Id="rId9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87.xml"/><Relationship Id="rId2" Type="http://schemas.openxmlformats.org/officeDocument/2006/relationships/tags" Target="../tags/tag88.xml"/><Relationship Id="rId3" Type="http://schemas.openxmlformats.org/officeDocument/2006/relationships/tags" Target="../tags/tag89.xml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tags" Target="../tags/tag92.xml"/><Relationship Id="rId7" Type="http://schemas.openxmlformats.org/officeDocument/2006/relationships/tags" Target="../tags/tag93.xml"/><Relationship Id="rId8" Type="http://schemas.openxmlformats.org/officeDocument/2006/relationships/tags" Target="../tags/tag94.xml"/><Relationship Id="rId9" Type="http://schemas.openxmlformats.org/officeDocument/2006/relationships/tags" Target="../tags/tag95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9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96.xml"/><Relationship Id="rId2" Type="http://schemas.openxmlformats.org/officeDocument/2006/relationships/tags" Target="../tags/tag97.xml"/><Relationship Id="rId3" Type="http://schemas.openxmlformats.org/officeDocument/2006/relationships/tags" Target="../tags/tag98.xml"/><Relationship Id="rId4" Type="http://schemas.openxmlformats.org/officeDocument/2006/relationships/tags" Target="../tags/tag99.xml"/><Relationship Id="rId5" Type="http://schemas.openxmlformats.org/officeDocument/2006/relationships/tags" Target="../tags/tag100.xml"/><Relationship Id="rId6" Type="http://schemas.openxmlformats.org/officeDocument/2006/relationships/tags" Target="../tags/tag101.xml"/><Relationship Id="rId7" Type="http://schemas.openxmlformats.org/officeDocument/2006/relationships/tags" Target="../tags/tag102.xml"/><Relationship Id="rId8" Type="http://schemas.openxmlformats.org/officeDocument/2006/relationships/tags" Target="../tags/tag103.xml"/><Relationship Id="rId9" Type="http://schemas.openxmlformats.org/officeDocument/2006/relationships/tags" Target="../tags/tag104.xml"/><Relationship Id="rId10" Type="http://schemas.openxmlformats.org/officeDocument/2006/relationships/slideMaster" Target="../slideMasters/slideMaster1.xml"/><Relationship Id="rId11" Type="http://schemas.openxmlformats.org/officeDocument/2006/relationships/oleObject" Target="../embeddings/oleObject8.bin"/><Relationship Id="rId12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14.xml"/><Relationship Id="rId2" Type="http://schemas.openxmlformats.org/officeDocument/2006/relationships/tags" Target="../tags/tag115.xml"/><Relationship Id="rId3" Type="http://schemas.openxmlformats.org/officeDocument/2006/relationships/tags" Target="../tags/tag116.xml"/><Relationship Id="rId4" Type="http://schemas.openxmlformats.org/officeDocument/2006/relationships/tags" Target="../tags/tag1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jp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oleObject" Target="../embeddings/oleObject10.bin"/><Relationship Id="rId10" Type="http://schemas.openxmlformats.org/officeDocument/2006/relationships/image" Target="../media/image7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slideMaster" Target="../slideMasters/slideMaster2.xml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oleObject" Target="../embeddings/oleObject12.bin"/><Relationship Id="rId15" Type="http://schemas.openxmlformats.org/officeDocument/2006/relationships/image" Target="../media/image7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3.bin"/><Relationship Id="rId10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55.xml"/><Relationship Id="rId2" Type="http://schemas.openxmlformats.org/officeDocument/2006/relationships/tags" Target="../tags/tag156.xml"/><Relationship Id="rId3" Type="http://schemas.openxmlformats.org/officeDocument/2006/relationships/tags" Target="../tags/tag157.xml"/><Relationship Id="rId4" Type="http://schemas.openxmlformats.org/officeDocument/2006/relationships/tags" Target="../tags/tag158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59.xml"/><Relationship Id="rId2" Type="http://schemas.openxmlformats.org/officeDocument/2006/relationships/tags" Target="../tags/tag160.xml"/><Relationship Id="rId3" Type="http://schemas.openxmlformats.org/officeDocument/2006/relationships/tags" Target="../tags/tag161.xml"/><Relationship Id="rId4" Type="http://schemas.openxmlformats.org/officeDocument/2006/relationships/tags" Target="../tags/tag162.xml"/><Relationship Id="rId5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63.xml"/><Relationship Id="rId2" Type="http://schemas.openxmlformats.org/officeDocument/2006/relationships/tags" Target="../tags/tag164.xml"/><Relationship Id="rId3" Type="http://schemas.openxmlformats.org/officeDocument/2006/relationships/tags" Target="../tags/tag165.xml"/><Relationship Id="rId4" Type="http://schemas.openxmlformats.org/officeDocument/2006/relationships/tags" Target="../tags/tag166.xml"/><Relationship Id="rId5" Type="http://schemas.openxmlformats.org/officeDocument/2006/relationships/tags" Target="../tags/tag167.xml"/><Relationship Id="rId6" Type="http://schemas.openxmlformats.org/officeDocument/2006/relationships/tags" Target="../tags/tag168.xml"/><Relationship Id="rId7" Type="http://schemas.openxmlformats.org/officeDocument/2006/relationships/slideMaster" Target="../slideMasters/slideMaster2.xml"/><Relationship Id="rId8" Type="http://schemas.openxmlformats.org/officeDocument/2006/relationships/oleObject" Target="../embeddings/oleObject14.bin"/><Relationship Id="rId9" Type="http://schemas.openxmlformats.org/officeDocument/2006/relationships/image" Target="../media/image8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169.xml"/><Relationship Id="rId2" Type="http://schemas.openxmlformats.org/officeDocument/2006/relationships/tags" Target="../tags/tag170.xml"/><Relationship Id="rId3" Type="http://schemas.openxmlformats.org/officeDocument/2006/relationships/tags" Target="../tags/tag171.xml"/><Relationship Id="rId4" Type="http://schemas.openxmlformats.org/officeDocument/2006/relationships/tags" Target="../tags/tag172.xml"/><Relationship Id="rId5" Type="http://schemas.openxmlformats.org/officeDocument/2006/relationships/tags" Target="../tags/tag173.xml"/><Relationship Id="rId6" Type="http://schemas.openxmlformats.org/officeDocument/2006/relationships/tags" Target="../tags/tag174.xml"/><Relationship Id="rId7" Type="http://schemas.openxmlformats.org/officeDocument/2006/relationships/tags" Target="../tags/tag175.xml"/><Relationship Id="rId8" Type="http://schemas.openxmlformats.org/officeDocument/2006/relationships/slideMaster" Target="../slideMasters/slideMaster2.xml"/><Relationship Id="rId9" Type="http://schemas.openxmlformats.org/officeDocument/2006/relationships/oleObject" Target="../embeddings/oleObject15.bin"/><Relationship Id="rId10" Type="http://schemas.openxmlformats.org/officeDocument/2006/relationships/image" Target="../media/image8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176.xml"/><Relationship Id="rId2" Type="http://schemas.openxmlformats.org/officeDocument/2006/relationships/tags" Target="../tags/tag177.xml"/><Relationship Id="rId3" Type="http://schemas.openxmlformats.org/officeDocument/2006/relationships/tags" Target="../tags/tag178.xml"/><Relationship Id="rId4" Type="http://schemas.openxmlformats.org/officeDocument/2006/relationships/tags" Target="../tags/tag179.xml"/><Relationship Id="rId5" Type="http://schemas.openxmlformats.org/officeDocument/2006/relationships/tags" Target="../tags/tag180.xml"/><Relationship Id="rId6" Type="http://schemas.openxmlformats.org/officeDocument/2006/relationships/tags" Target="../tags/tag181.xml"/><Relationship Id="rId7" Type="http://schemas.openxmlformats.org/officeDocument/2006/relationships/tags" Target="../tags/tag182.xml"/><Relationship Id="rId8" Type="http://schemas.openxmlformats.org/officeDocument/2006/relationships/tags" Target="../tags/tag183.xml"/><Relationship Id="rId9" Type="http://schemas.openxmlformats.org/officeDocument/2006/relationships/tags" Target="../tags/tag184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6.bin"/><Relationship Id="rId1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7.bin"/><Relationship Id="rId12" Type="http://schemas.openxmlformats.org/officeDocument/2006/relationships/image" Target="../media/image1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tags" Target="../tags/tag201.xml"/><Relationship Id="rId9" Type="http://schemas.openxmlformats.org/officeDocument/2006/relationships/tags" Target="../tags/tag202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8.bin"/><Relationship Id="rId12" Type="http://schemas.openxmlformats.org/officeDocument/2006/relationships/image" Target="../media/image14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03.xml"/><Relationship Id="rId2" Type="http://schemas.openxmlformats.org/officeDocument/2006/relationships/tags" Target="../tags/tag204.xml"/><Relationship Id="rId3" Type="http://schemas.openxmlformats.org/officeDocument/2006/relationships/tags" Target="../tags/tag205.xml"/><Relationship Id="rId4" Type="http://schemas.openxmlformats.org/officeDocument/2006/relationships/tags" Target="../tags/tag206.xml"/><Relationship Id="rId5" Type="http://schemas.openxmlformats.org/officeDocument/2006/relationships/tags" Target="../tags/tag207.xml"/><Relationship Id="rId6" Type="http://schemas.openxmlformats.org/officeDocument/2006/relationships/tags" Target="../tags/tag208.xml"/><Relationship Id="rId7" Type="http://schemas.openxmlformats.org/officeDocument/2006/relationships/tags" Target="../tags/tag209.xml"/><Relationship Id="rId8" Type="http://schemas.openxmlformats.org/officeDocument/2006/relationships/tags" Target="../tags/tag210.xml"/><Relationship Id="rId9" Type="http://schemas.openxmlformats.org/officeDocument/2006/relationships/tags" Target="../tags/tag211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19.bin"/><Relationship Id="rId12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12.xml"/><Relationship Id="rId2" Type="http://schemas.openxmlformats.org/officeDocument/2006/relationships/tags" Target="../tags/tag213.xml"/><Relationship Id="rId3" Type="http://schemas.openxmlformats.org/officeDocument/2006/relationships/tags" Target="../tags/tag214.xml"/><Relationship Id="rId4" Type="http://schemas.openxmlformats.org/officeDocument/2006/relationships/tags" Target="../tags/tag215.xml"/><Relationship Id="rId5" Type="http://schemas.openxmlformats.org/officeDocument/2006/relationships/tags" Target="../tags/tag216.xml"/><Relationship Id="rId6" Type="http://schemas.openxmlformats.org/officeDocument/2006/relationships/tags" Target="../tags/tag217.xml"/><Relationship Id="rId7" Type="http://schemas.openxmlformats.org/officeDocument/2006/relationships/tags" Target="../tags/tag218.xml"/><Relationship Id="rId8" Type="http://schemas.openxmlformats.org/officeDocument/2006/relationships/tags" Target="../tags/tag219.xml"/><Relationship Id="rId9" Type="http://schemas.openxmlformats.org/officeDocument/2006/relationships/tags" Target="../tags/tag220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0.bin"/><Relationship Id="rId12" Type="http://schemas.openxmlformats.org/officeDocument/2006/relationships/image" Target="../media/image14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21.xml"/><Relationship Id="rId2" Type="http://schemas.openxmlformats.org/officeDocument/2006/relationships/tags" Target="../tags/tag222.xml"/><Relationship Id="rId3" Type="http://schemas.openxmlformats.org/officeDocument/2006/relationships/tags" Target="../tags/tag223.xml"/><Relationship Id="rId4" Type="http://schemas.openxmlformats.org/officeDocument/2006/relationships/tags" Target="../tags/tag224.xml"/><Relationship Id="rId5" Type="http://schemas.openxmlformats.org/officeDocument/2006/relationships/tags" Target="../tags/tag225.xml"/><Relationship Id="rId6" Type="http://schemas.openxmlformats.org/officeDocument/2006/relationships/tags" Target="../tags/tag226.xml"/><Relationship Id="rId7" Type="http://schemas.openxmlformats.org/officeDocument/2006/relationships/tags" Target="../tags/tag227.xml"/><Relationship Id="rId8" Type="http://schemas.openxmlformats.org/officeDocument/2006/relationships/tags" Target="../tags/tag228.xml"/><Relationship Id="rId9" Type="http://schemas.openxmlformats.org/officeDocument/2006/relationships/tags" Target="../tags/tag229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1.bin"/><Relationship Id="rId12" Type="http://schemas.openxmlformats.org/officeDocument/2006/relationships/image" Target="../media/image14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30.xml"/><Relationship Id="rId2" Type="http://schemas.openxmlformats.org/officeDocument/2006/relationships/tags" Target="../tags/tag231.xml"/><Relationship Id="rId3" Type="http://schemas.openxmlformats.org/officeDocument/2006/relationships/tags" Target="../tags/tag232.xml"/><Relationship Id="rId4" Type="http://schemas.openxmlformats.org/officeDocument/2006/relationships/tags" Target="../tags/tag233.xml"/><Relationship Id="rId5" Type="http://schemas.openxmlformats.org/officeDocument/2006/relationships/tags" Target="../tags/tag234.xml"/><Relationship Id="rId6" Type="http://schemas.openxmlformats.org/officeDocument/2006/relationships/tags" Target="../tags/tag235.xml"/><Relationship Id="rId7" Type="http://schemas.openxmlformats.org/officeDocument/2006/relationships/tags" Target="../tags/tag236.xml"/><Relationship Id="rId8" Type="http://schemas.openxmlformats.org/officeDocument/2006/relationships/tags" Target="../tags/tag237.xml"/><Relationship Id="rId9" Type="http://schemas.openxmlformats.org/officeDocument/2006/relationships/tags" Target="../tags/tag238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2.bin"/><Relationship Id="rId12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39.xml"/><Relationship Id="rId2" Type="http://schemas.openxmlformats.org/officeDocument/2006/relationships/tags" Target="../tags/tag240.xml"/><Relationship Id="rId3" Type="http://schemas.openxmlformats.org/officeDocument/2006/relationships/tags" Target="../tags/tag241.xml"/><Relationship Id="rId4" Type="http://schemas.openxmlformats.org/officeDocument/2006/relationships/tags" Target="../tags/tag242.xml"/><Relationship Id="rId5" Type="http://schemas.openxmlformats.org/officeDocument/2006/relationships/tags" Target="../tags/tag243.xml"/><Relationship Id="rId6" Type="http://schemas.openxmlformats.org/officeDocument/2006/relationships/tags" Target="../tags/tag244.xml"/><Relationship Id="rId7" Type="http://schemas.openxmlformats.org/officeDocument/2006/relationships/tags" Target="../tags/tag245.xml"/><Relationship Id="rId8" Type="http://schemas.openxmlformats.org/officeDocument/2006/relationships/tags" Target="../tags/tag246.xml"/><Relationship Id="rId9" Type="http://schemas.openxmlformats.org/officeDocument/2006/relationships/tags" Target="../tags/tag247.xml"/><Relationship Id="rId10" Type="http://schemas.openxmlformats.org/officeDocument/2006/relationships/slideMaster" Target="../slideMasters/slideMaster2.xml"/><Relationship Id="rId11" Type="http://schemas.openxmlformats.org/officeDocument/2006/relationships/oleObject" Target="../embeddings/oleObject23.bin"/><Relationship Id="rId12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48.xml"/><Relationship Id="rId2" Type="http://schemas.openxmlformats.org/officeDocument/2006/relationships/tags" Target="../tags/tag249.xml"/><Relationship Id="rId3" Type="http://schemas.openxmlformats.org/officeDocument/2006/relationships/tags" Target="../tags/tag250.xml"/><Relationship Id="rId4" Type="http://schemas.openxmlformats.org/officeDocument/2006/relationships/tags" Target="../tags/tag251.xml"/><Relationship Id="rId5" Type="http://schemas.openxmlformats.org/officeDocument/2006/relationships/tags" Target="../tags/tag252.xml"/><Relationship Id="rId6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slideMaster" Target="../slideMasters/slideMaster2.xml"/><Relationship Id="rId6" Type="http://schemas.openxmlformats.org/officeDocument/2006/relationships/image" Target="../media/image4.jp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oleObject" Target="../embeddings/oleObject24.bin"/><Relationship Id="rId10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tags" Target="../tags/tag2.xml"/><Relationship Id="rId17" Type="http://schemas.openxmlformats.org/officeDocument/2006/relationships/tags" Target="../tags/tag3.xml"/><Relationship Id="rId18" Type="http://schemas.openxmlformats.org/officeDocument/2006/relationships/tags" Target="../tags/tag4.xml"/><Relationship Id="rId19" Type="http://schemas.openxmlformats.org/officeDocument/2006/relationships/tags" Target="../tags/tag5.xml"/><Relationship Id="rId20" Type="http://schemas.openxmlformats.org/officeDocument/2006/relationships/tags" Target="../tags/tag6.xml"/><Relationship Id="rId21" Type="http://schemas.openxmlformats.org/officeDocument/2006/relationships/tags" Target="../tags/tag7.xml"/><Relationship Id="rId22" Type="http://schemas.openxmlformats.org/officeDocument/2006/relationships/tags" Target="../tags/tag8.xml"/><Relationship Id="rId23" Type="http://schemas.openxmlformats.org/officeDocument/2006/relationships/tags" Target="../tags/tag9.xml"/><Relationship Id="rId24" Type="http://schemas.openxmlformats.org/officeDocument/2006/relationships/tags" Target="../tags/tag10.xml"/><Relationship Id="rId25" Type="http://schemas.openxmlformats.org/officeDocument/2006/relationships/tags" Target="../tags/tag11.xml"/><Relationship Id="rId26" Type="http://schemas.openxmlformats.org/officeDocument/2006/relationships/tags" Target="../tags/tag12.xml"/><Relationship Id="rId27" Type="http://schemas.openxmlformats.org/officeDocument/2006/relationships/tags" Target="../tags/tag13.xml"/><Relationship Id="rId28" Type="http://schemas.openxmlformats.org/officeDocument/2006/relationships/tags" Target="../tags/tag14.xml"/><Relationship Id="rId29" Type="http://schemas.openxmlformats.org/officeDocument/2006/relationships/tags" Target="../tags/tag15.xml"/><Relationship Id="rId30" Type="http://schemas.openxmlformats.org/officeDocument/2006/relationships/tags" Target="../tags/tag16.xml"/><Relationship Id="rId31" Type="http://schemas.openxmlformats.org/officeDocument/2006/relationships/tags" Target="../tags/tag17.xml"/><Relationship Id="rId32" Type="http://schemas.openxmlformats.org/officeDocument/2006/relationships/tags" Target="../tags/tag18.xml"/><Relationship Id="rId33" Type="http://schemas.openxmlformats.org/officeDocument/2006/relationships/tags" Target="../tags/tag19.xml"/><Relationship Id="rId34" Type="http://schemas.openxmlformats.org/officeDocument/2006/relationships/tags" Target="../tags/tag20.xml"/><Relationship Id="rId35" Type="http://schemas.openxmlformats.org/officeDocument/2006/relationships/tags" Target="../tags/tag21.xml"/><Relationship Id="rId36" Type="http://schemas.openxmlformats.org/officeDocument/2006/relationships/tags" Target="../tags/tag22.xml"/><Relationship Id="rId37" Type="http://schemas.openxmlformats.org/officeDocument/2006/relationships/oleObject" Target="../embeddings/oleObject1.bin"/><Relationship Id="rId38" Type="http://schemas.openxmlformats.org/officeDocument/2006/relationships/image" Target="../media/image1.emf"/><Relationship Id="rId39" Type="http://schemas.openxmlformats.org/officeDocument/2006/relationships/image" Target="../media/image2.png"/><Relationship Id="rId40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19" Type="http://schemas.openxmlformats.org/officeDocument/2006/relationships/tags" Target="../tags/tag118.xml"/><Relationship Id="rId20" Type="http://schemas.openxmlformats.org/officeDocument/2006/relationships/tags" Target="../tags/tag119.xml"/><Relationship Id="rId21" Type="http://schemas.openxmlformats.org/officeDocument/2006/relationships/tags" Target="../tags/tag120.xml"/><Relationship Id="rId22" Type="http://schemas.openxmlformats.org/officeDocument/2006/relationships/tags" Target="../tags/tag121.xml"/><Relationship Id="rId23" Type="http://schemas.openxmlformats.org/officeDocument/2006/relationships/tags" Target="../tags/tag122.xml"/><Relationship Id="rId24" Type="http://schemas.openxmlformats.org/officeDocument/2006/relationships/tags" Target="../tags/tag123.xml"/><Relationship Id="rId25" Type="http://schemas.openxmlformats.org/officeDocument/2006/relationships/tags" Target="../tags/tag124.xml"/><Relationship Id="rId26" Type="http://schemas.openxmlformats.org/officeDocument/2006/relationships/tags" Target="../tags/tag125.xml"/><Relationship Id="rId27" Type="http://schemas.openxmlformats.org/officeDocument/2006/relationships/tags" Target="../tags/tag126.xml"/><Relationship Id="rId28" Type="http://schemas.openxmlformats.org/officeDocument/2006/relationships/tags" Target="../tags/tag127.xml"/><Relationship Id="rId29" Type="http://schemas.openxmlformats.org/officeDocument/2006/relationships/tags" Target="../tags/tag128.xml"/><Relationship Id="rId30" Type="http://schemas.openxmlformats.org/officeDocument/2006/relationships/tags" Target="../tags/tag129.xml"/><Relationship Id="rId31" Type="http://schemas.openxmlformats.org/officeDocument/2006/relationships/tags" Target="../tags/tag130.xml"/><Relationship Id="rId32" Type="http://schemas.openxmlformats.org/officeDocument/2006/relationships/tags" Target="../tags/tag131.xml"/><Relationship Id="rId33" Type="http://schemas.openxmlformats.org/officeDocument/2006/relationships/tags" Target="../tags/tag132.xml"/><Relationship Id="rId34" Type="http://schemas.openxmlformats.org/officeDocument/2006/relationships/tags" Target="../tags/tag133.xml"/><Relationship Id="rId35" Type="http://schemas.openxmlformats.org/officeDocument/2006/relationships/tags" Target="../tags/tag134.xml"/><Relationship Id="rId36" Type="http://schemas.openxmlformats.org/officeDocument/2006/relationships/tags" Target="../tags/tag135.xml"/><Relationship Id="rId37" Type="http://schemas.openxmlformats.org/officeDocument/2006/relationships/tags" Target="../tags/tag136.xml"/><Relationship Id="rId38" Type="http://schemas.openxmlformats.org/officeDocument/2006/relationships/tags" Target="../tags/tag137.xml"/><Relationship Id="rId39" Type="http://schemas.openxmlformats.org/officeDocument/2006/relationships/tags" Target="../tags/tag138.xml"/><Relationship Id="rId40" Type="http://schemas.openxmlformats.org/officeDocument/2006/relationships/oleObject" Target="../embeddings/oleObject11.bin"/><Relationship Id="rId41" Type="http://schemas.openxmlformats.org/officeDocument/2006/relationships/image" Target="../media/image7.emf"/><Relationship Id="rId42" Type="http://schemas.openxmlformats.org/officeDocument/2006/relationships/image" Target="../media/image12.png"/><Relationship Id="rId43" Type="http://schemas.openxmlformats.org/officeDocument/2006/relationships/image" Target="../media/image1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FFFFFF"/>
                </a:solidFill>
              </a:rPr>
              <a:t>Quarterly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000000"/>
                </a:solidFill>
              </a:rPr>
              <a:t>Revenue Growth Accelerated in Second Half Driven by Digital Channels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6100" y="1972270"/>
            <a:ext cx="697865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6100" y="2061170"/>
          <a:ext cx="6978650" cy="395863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01000" y="1972270"/>
            <a:ext cx="393700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</p:spPr>
        <p:txBody>
          <a:bodyPr wrap="square" vert="horz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900"/>
            </a:lvl1pPr>
          </a:lstStyle>
          <a:p>
            <a:r>
              <a:rPr sz="800">
                <a:solidFill>
                  <a:srgbClr val="000000"/>
                </a:solidFill>
                <a:latin typeface="Arial"/>
              </a:rPr>
              <a:t>Source: Company financials; McKinsey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1708150"/>
            <a:ext cx="6978650" cy="264120"/>
          </a:xfrm>
          <a:prstGeom prst="rect">
            <a:avLst/>
          </a:prstGeom>
          <a:noFill/>
        </p:spPr>
        <p:txBody>
          <a:bodyPr wrap="square" tIns="0" bIns="50800" lIns="0" r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Quarterly revenue</a:t>
            </a:r>
            <a:r>
              <a:rPr sz="1400">
                <a:solidFill>
                  <a:srgbClr val="000000"/>
                </a:solidFill>
                <a:latin typeface="Arial"/>
              </a:rPr>
              <a:t>, USD millions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790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403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5015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628" y="6019800"/>
            <a:ext cx="186432" cy="1675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708150"/>
            <a:ext cx="3937000" cy="264120"/>
          </a:xfrm>
          <a:prstGeom prst="rect">
            <a:avLst/>
          </a:prstGeom>
          <a:noFill/>
        </p:spPr>
        <p:txBody>
          <a:bodyPr wrap="square" tIns="0" bIns="50800" lIns="0" r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Key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086570"/>
            <a:ext cx="3937000" cy="184388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Q4 revenue reached $190M</a:t>
            </a:r>
            <a:r>
              <a:rPr sz="1200">
                <a:solidFill>
                  <a:srgbClr val="000000"/>
                </a:solidFill>
                <a:latin typeface="Arial"/>
              </a:rPr>
              <a:t>, a 58% increase from Q1 baseline driven by new enterprise contracts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H2 acceleration</a:t>
            </a:r>
            <a:r>
              <a:rPr sz="1200">
                <a:solidFill>
                  <a:srgbClr val="000000"/>
                </a:solidFill>
                <a:latin typeface="Arial"/>
              </a:rPr>
              <a:t> reflects successful digital channel launch in June, contributing ~30% of new bookings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Sequential growth averaged 17%</a:t>
            </a:r>
            <a:r>
              <a:rPr sz="1200">
                <a:solidFill>
                  <a:srgbClr val="000000"/>
                </a:solidFill>
                <a:latin typeface="Arial"/>
              </a:rPr>
              <a:t> per quarter, outpacing the 12% industry benchmark</a:t>
            </a:r>
          </a:p>
          <a:p>
            <a:pPr algn="l" marL="228600" indent="-228600">
              <a:buChar char="•"/>
            </a:pPr>
            <a:r>
              <a:rPr sz="1200" b="1">
                <a:solidFill>
                  <a:srgbClr val="000000"/>
                </a:solidFill>
                <a:latin typeface="Arial"/>
              </a:rPr>
              <a:t>Full-year total of $607M</a:t>
            </a:r>
            <a:r>
              <a:rPr sz="1200">
                <a:solidFill>
                  <a:srgbClr val="000000"/>
                </a:solidFill>
                <a:latin typeface="Arial"/>
              </a:rPr>
              <a:t> exceeds the $580M annual plan by 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b="1">
                <a:solidFill>
                  <a:srgbClr val="000000"/>
                </a:solidFill>
              </a:rPr>
              <a:t>Portfolio Companies Show Varied Performance Across Key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6100" y="1926530"/>
            <a:ext cx="11087100" cy="127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663700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81475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99250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217025" y="1951930"/>
          <a:ext cx="2416175" cy="425837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Rectangle 9"/>
          <p:cNvSpPr/>
          <p:nvPr/>
        </p:nvSpPr>
        <p:spPr>
          <a:xfrm>
            <a:off x="546100" y="2306638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6100" y="2661741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6100" y="3016448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3371155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6100" y="3726359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6100" y="4081066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6100" y="4435773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6100" y="4790976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6100" y="5145683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6100" y="5500390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6100" y="5855494"/>
            <a:ext cx="110871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</p:spPr>
        <p:txBody>
          <a:bodyPr wrap="square" vert="horz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900"/>
            </a:lvl1pPr>
          </a:lstStyle>
          <a:p>
            <a:r>
              <a:rPr sz="800">
                <a:solidFill>
                  <a:srgbClr val="000000"/>
                </a:solidFill>
                <a:latin typeface="Arial"/>
              </a:rPr>
              <a:t>Source: Portfolio company reporting, Q1 2026; McKinsey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" y="1708150"/>
            <a:ext cx="1016000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Company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3700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Revenue</a:t>
            </a:r>
            <a:r>
              <a:rPr sz="1100">
                <a:solidFill>
                  <a:srgbClr val="000000"/>
                </a:solidFill>
                <a:latin typeface="Arial"/>
              </a:rPr>
              <a:t>, $M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1475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EBITDA margin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9250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Growth rate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025" y="1708150"/>
            <a:ext cx="2416175" cy="1675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Market share</a:t>
            </a:r>
            <a:r>
              <a:rPr sz="1100">
                <a:solidFill>
                  <a:srgbClr val="000000"/>
                </a:solidFill>
                <a:latin typeface="Arial"/>
              </a:rPr>
              <a:t>,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100" y="2053233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Acme Corp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2408337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Bolt Industries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00" y="2763341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Crane 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100" y="3118445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Delta Solutions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100" y="3473549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Echo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100" y="3828554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Forge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100" y="4183658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Grid Power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100" y="4538762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Helix Bio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100" y="4893766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Ion Networks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" y="5248870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Jet Logistics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100" y="5603974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Kappa Robotics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6100" y="5958979"/>
            <a:ext cx="1016000" cy="1524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Luna Materials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DE7XN4DZS357-1263605440-26157</_dlc_DocId>
    <_dlc_DocIdUrl xmlns="4993d3fd-8d51-4c4b-af58-76489f1f2fe0">
      <Url>https://mckinsey.sharepoint.com/sites/spt-int-6jj6kewnj5r70j/_layouts/15/DocIdRedir.aspx?ID=DE7XN4DZS357-1263605440-26157</Url>
      <Description>DE7XN4DZS357-1263605440-26157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3E5DFBA-CD78-4EB9-9305-0832C356B2E0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BE107E76-902C-495B-9ABB-E2DFDF6A6AAF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7d41ce5b-26a2-42b8-9109-cadf795109df</vt:lpwstr>
  </property>
</Properties>
</file>