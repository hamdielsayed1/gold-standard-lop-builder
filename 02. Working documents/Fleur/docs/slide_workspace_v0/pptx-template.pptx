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64" r:id="rId5"/>
  </p:sldMasterIdLst>
  <p:notesMasterIdLst>
    <p:notesMasterId r:id="rId6"/>
  </p:notesMasterIdLst>
  <p:handoutMasterIdLst>
    <p:handoutMasterId r:id="rId7"/>
  </p:handoutMasterIdLst>
  <p:sldSz cx="12192000" cy="6858000"/>
  <p:notesSz cx="7102475" cy="9388475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0D0"/>
    <a:srgbClr val="051C2C"/>
    <a:srgbClr val="000000"/>
    <a:srgbClr val="7F7F7F"/>
    <a:srgbClr val="AFC3FF"/>
    <a:srgbClr val="0D3171"/>
    <a:srgbClr val="E6E6E6"/>
    <a:srgbClr val="4D4D4D"/>
    <a:srgbClr val="00A9F4"/>
    <a:srgbClr val="1F4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357" autoAdjust="0"/>
  </p:normalViewPr>
  <p:slideViewPr>
    <p:cSldViewPr snapToGrid="0" snapToObjects="1">
      <p:cViewPr varScale="1">
        <p:scale>
          <a:sx n="146" d="100"/>
          <a:sy n="146" d="100"/>
        </p:scale>
        <p:origin x="786" y="3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954" y="2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customXml" Target="../customXml/item4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11 April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11 April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image" Target="../media/image6.sv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5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4.jpg"/><Relationship Id="rId5" Type="http://schemas.openxmlformats.org/officeDocument/2006/relationships/tags" Target="../tags/tag27.xml"/><Relationship Id="rId15" Type="http://schemas.openxmlformats.org/officeDocument/2006/relationships/image" Target="../media/image7.emf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10" Type="http://schemas.openxmlformats.org/officeDocument/2006/relationships/image" Target="../media/image1.emf"/><Relationship Id="rId4" Type="http://schemas.openxmlformats.org/officeDocument/2006/relationships/tags" Target="../tags/tag35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9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8.emf"/><Relationship Id="rId4" Type="http://schemas.openxmlformats.org/officeDocument/2006/relationships/tags" Target="../tags/tag56.xml"/><Relationship Id="rId9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1.emf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oleObject" Target="../embeddings/oleObject6.bin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1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oleObject" Target="../embeddings/oleObject7.bin"/><Relationship Id="rId5" Type="http://schemas.openxmlformats.org/officeDocument/2006/relationships/tags" Target="../tags/tag7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1.emf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oleObject" Target="../embeddings/oleObject8.bin"/><Relationship Id="rId5" Type="http://schemas.openxmlformats.org/officeDocument/2006/relationships/tags" Target="../tags/tag8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image" Target="../media/image9.emf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oleObject" Target="../embeddings/oleObject9.bin"/><Relationship Id="rId5" Type="http://schemas.openxmlformats.org/officeDocument/2006/relationships/tags" Target="../tags/tag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0.xml"/><Relationship Id="rId9" Type="http://schemas.openxmlformats.org/officeDocument/2006/relationships/tags" Target="../tags/tag95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image" Target="../media/image1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oleObject" Target="../embeddings/oleObject8.bin"/><Relationship Id="rId5" Type="http://schemas.openxmlformats.org/officeDocument/2006/relationships/tags" Target="../tags/tag10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3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116.xml"/><Relationship Id="rId7" Type="http://schemas.openxmlformats.org/officeDocument/2006/relationships/image" Target="../media/image10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4.jpg"/><Relationship Id="rId5" Type="http://schemas.openxmlformats.org/officeDocument/2006/relationships/slideMaster" Target="../slideMasters/slideMaster1.xml"/><Relationship Id="rId10" Type="http://schemas.openxmlformats.org/officeDocument/2006/relationships/image" Target="../media/image7.emf"/><Relationship Id="rId4" Type="http://schemas.openxmlformats.org/officeDocument/2006/relationships/tags" Target="../tags/tag117.xml"/><Relationship Id="rId9" Type="http://schemas.openxmlformats.org/officeDocument/2006/relationships/oleObject" Target="../embeddings/oleObject10.bin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image" Target="../media/image6.svg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image" Target="../media/image5.pn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image" Target="../media/image4.jpg"/><Relationship Id="rId5" Type="http://schemas.openxmlformats.org/officeDocument/2006/relationships/tags" Target="../tags/tag143.xml"/><Relationship Id="rId15" Type="http://schemas.openxmlformats.org/officeDocument/2006/relationships/image" Target="../media/image7.emf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oleObject" Target="../embeddings/oleObject12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10" Type="http://schemas.openxmlformats.org/officeDocument/2006/relationships/image" Target="../media/image1.emf"/><Relationship Id="rId4" Type="http://schemas.openxmlformats.org/officeDocument/2006/relationships/tags" Target="../tags/tag151.xml"/><Relationship Id="rId9" Type="http://schemas.openxmlformats.org/officeDocument/2006/relationships/oleObject" Target="../embeddings/oleObject13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6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6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9" Type="http://schemas.openxmlformats.org/officeDocument/2006/relationships/image" Target="../media/image8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10" Type="http://schemas.openxmlformats.org/officeDocument/2006/relationships/image" Target="../media/image8.emf"/><Relationship Id="rId4" Type="http://schemas.openxmlformats.org/officeDocument/2006/relationships/tags" Target="../tags/tag172.xml"/><Relationship Id="rId9" Type="http://schemas.openxmlformats.org/officeDocument/2006/relationships/oleObject" Target="../embeddings/oleObject15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12" Type="http://schemas.openxmlformats.org/officeDocument/2006/relationships/image" Target="../media/image1.emf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oleObject" Target="../embeddings/oleObject16.bin"/><Relationship Id="rId5" Type="http://schemas.openxmlformats.org/officeDocument/2006/relationships/tags" Target="../tags/tag18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92.xml"/><Relationship Id="rId3" Type="http://schemas.openxmlformats.org/officeDocument/2006/relationships/tags" Target="../tags/tag187.xml"/><Relationship Id="rId7" Type="http://schemas.openxmlformats.org/officeDocument/2006/relationships/tags" Target="../tags/tag191.xml"/><Relationship Id="rId12" Type="http://schemas.openxmlformats.org/officeDocument/2006/relationships/image" Target="../media/image1.emf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18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88.xml"/><Relationship Id="rId9" Type="http://schemas.openxmlformats.org/officeDocument/2006/relationships/tags" Target="../tags/tag193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14.emf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19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7.xml"/><Relationship Id="rId9" Type="http://schemas.openxmlformats.org/officeDocument/2006/relationships/tags" Target="../tags/tag20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1.emf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20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12" Type="http://schemas.openxmlformats.org/officeDocument/2006/relationships/image" Target="../media/image14.emf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21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15.xml"/><Relationship Id="rId9" Type="http://schemas.openxmlformats.org/officeDocument/2006/relationships/tags" Target="../tags/tag220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3" Type="http://schemas.openxmlformats.org/officeDocument/2006/relationships/tags" Target="../tags/tag223.xml"/><Relationship Id="rId7" Type="http://schemas.openxmlformats.org/officeDocument/2006/relationships/tags" Target="../tags/tag227.xml"/><Relationship Id="rId12" Type="http://schemas.openxmlformats.org/officeDocument/2006/relationships/image" Target="../media/image14.emf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22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24.xml"/><Relationship Id="rId9" Type="http://schemas.openxmlformats.org/officeDocument/2006/relationships/tags" Target="../tags/tag229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3" Type="http://schemas.openxmlformats.org/officeDocument/2006/relationships/tags" Target="../tags/tag232.xml"/><Relationship Id="rId7" Type="http://schemas.openxmlformats.org/officeDocument/2006/relationships/tags" Target="../tags/tag236.xml"/><Relationship Id="rId12" Type="http://schemas.openxmlformats.org/officeDocument/2006/relationships/image" Target="../media/image1.emf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oleObject" Target="../embeddings/oleObject22.bin"/><Relationship Id="rId5" Type="http://schemas.openxmlformats.org/officeDocument/2006/relationships/tags" Target="../tags/tag23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3.xml"/><Relationship Id="rId9" Type="http://schemas.openxmlformats.org/officeDocument/2006/relationships/tags" Target="../tags/tag238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46.xml"/><Relationship Id="rId3" Type="http://schemas.openxmlformats.org/officeDocument/2006/relationships/tags" Target="../tags/tag241.xml"/><Relationship Id="rId7" Type="http://schemas.openxmlformats.org/officeDocument/2006/relationships/tags" Target="../tags/tag245.xml"/><Relationship Id="rId12" Type="http://schemas.openxmlformats.org/officeDocument/2006/relationships/image" Target="../media/image1.emf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24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42.xml"/><Relationship Id="rId9" Type="http://schemas.openxmlformats.org/officeDocument/2006/relationships/tags" Target="../tags/tag24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2.xml"/><Relationship Id="rId4" Type="http://schemas.openxmlformats.org/officeDocument/2006/relationships/tags" Target="../tags/tag25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56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259.xml"/><Relationship Id="rId7" Type="http://schemas.openxmlformats.org/officeDocument/2006/relationships/image" Target="../media/image10.png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image" Target="../media/image4.jpg"/><Relationship Id="rId5" Type="http://schemas.openxmlformats.org/officeDocument/2006/relationships/slideMaster" Target="../slideMasters/slideMaster2.xml"/><Relationship Id="rId10" Type="http://schemas.openxmlformats.org/officeDocument/2006/relationships/image" Target="../media/image7.emf"/><Relationship Id="rId4" Type="http://schemas.openxmlformats.org/officeDocument/2006/relationships/tags" Target="../tags/tag260.xml"/><Relationship Id="rId9" Type="http://schemas.openxmlformats.org/officeDocument/2006/relationships/oleObject" Target="../embeddings/oleObject24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FB5CAFB0-12DB-3ECB-96AD-62B18CAF3BA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artnership">
            <a:extLst>
              <a:ext uri="{FF2B5EF4-FFF2-40B4-BE49-F238E27FC236}">
                <a16:creationId xmlns:a16="http://schemas.microsoft.com/office/drawing/2014/main" id="{90886F1E-7A28-AA11-3C3E-8B020F3D98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artnership">
            <a:extLst>
              <a:ext uri="{FF2B5EF4-FFF2-40B4-BE49-F238E27FC236}">
                <a16:creationId xmlns:a16="http://schemas.microsoft.com/office/drawing/2014/main" id="{A820C1EA-1C46-FBE2-06AE-01690E3DC46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62BD8777-62CB-D677-D858-25EAEF1734E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26" Type="http://schemas.openxmlformats.org/officeDocument/2006/relationships/tags" Target="../tags/tag12.xml"/><Relationship Id="rId39" Type="http://schemas.openxmlformats.org/officeDocument/2006/relationships/image" Target="../media/image2.png"/><Relationship Id="rId21" Type="http://schemas.openxmlformats.org/officeDocument/2006/relationships/tags" Target="../tags/tag7.xml"/><Relationship Id="rId34" Type="http://schemas.openxmlformats.org/officeDocument/2006/relationships/tags" Target="../tags/tag2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tags" Target="../tags/tag11.xml"/><Relationship Id="rId33" Type="http://schemas.openxmlformats.org/officeDocument/2006/relationships/tags" Target="../tags/tag19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29" Type="http://schemas.openxmlformats.org/officeDocument/2006/relationships/tags" Target="../tags/tag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0.xml"/><Relationship Id="rId32" Type="http://schemas.openxmlformats.org/officeDocument/2006/relationships/tags" Target="../tags/tag18.xml"/><Relationship Id="rId37" Type="http://schemas.openxmlformats.org/officeDocument/2006/relationships/oleObject" Target="../embeddings/oleObject1.bin"/><Relationship Id="rId40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tags" Target="../tags/tag9.xml"/><Relationship Id="rId28" Type="http://schemas.openxmlformats.org/officeDocument/2006/relationships/tags" Target="../tags/tag14.xml"/><Relationship Id="rId36" Type="http://schemas.openxmlformats.org/officeDocument/2006/relationships/tags" Target="../tags/tag2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31" Type="http://schemas.openxmlformats.org/officeDocument/2006/relationships/tags" Target="../tags/tag1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8.xml"/><Relationship Id="rId27" Type="http://schemas.openxmlformats.org/officeDocument/2006/relationships/tags" Target="../tags/tag13.xml"/><Relationship Id="rId30" Type="http://schemas.openxmlformats.org/officeDocument/2006/relationships/tags" Target="../tags/tag16.xml"/><Relationship Id="rId35" Type="http://schemas.openxmlformats.org/officeDocument/2006/relationships/tags" Target="../tags/tag2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26" Type="http://schemas.openxmlformats.org/officeDocument/2006/relationships/tags" Target="../tags/tag125.xml"/><Relationship Id="rId39" Type="http://schemas.openxmlformats.org/officeDocument/2006/relationships/tags" Target="../tags/tag138.xml"/><Relationship Id="rId21" Type="http://schemas.openxmlformats.org/officeDocument/2006/relationships/tags" Target="../tags/tag120.xml"/><Relationship Id="rId34" Type="http://schemas.openxmlformats.org/officeDocument/2006/relationships/tags" Target="../tags/tag133.xml"/><Relationship Id="rId42" Type="http://schemas.openxmlformats.org/officeDocument/2006/relationships/image" Target="../media/image12.png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ags" Target="../tags/tag119.xml"/><Relationship Id="rId29" Type="http://schemas.openxmlformats.org/officeDocument/2006/relationships/tags" Target="../tags/tag128.xml"/><Relationship Id="rId41" Type="http://schemas.openxmlformats.org/officeDocument/2006/relationships/image" Target="../media/image7.emf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123.xml"/><Relationship Id="rId32" Type="http://schemas.openxmlformats.org/officeDocument/2006/relationships/tags" Target="../tags/tag131.xml"/><Relationship Id="rId37" Type="http://schemas.openxmlformats.org/officeDocument/2006/relationships/tags" Target="../tags/tag136.xml"/><Relationship Id="rId40" Type="http://schemas.openxmlformats.org/officeDocument/2006/relationships/oleObject" Target="../embeddings/oleObject11.bin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ags" Target="../tags/tag122.xml"/><Relationship Id="rId28" Type="http://schemas.openxmlformats.org/officeDocument/2006/relationships/tags" Target="../tags/tag127.xml"/><Relationship Id="rId36" Type="http://schemas.openxmlformats.org/officeDocument/2006/relationships/tags" Target="../tags/tag135.xml"/><Relationship Id="rId10" Type="http://schemas.openxmlformats.org/officeDocument/2006/relationships/slideLayout" Target="../slideLayouts/slideLayout24.xml"/><Relationship Id="rId19" Type="http://schemas.openxmlformats.org/officeDocument/2006/relationships/tags" Target="../tags/tag118.xml"/><Relationship Id="rId31" Type="http://schemas.openxmlformats.org/officeDocument/2006/relationships/tags" Target="../tags/tag130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ags" Target="../tags/tag121.xml"/><Relationship Id="rId27" Type="http://schemas.openxmlformats.org/officeDocument/2006/relationships/tags" Target="../tags/tag126.xml"/><Relationship Id="rId30" Type="http://schemas.openxmlformats.org/officeDocument/2006/relationships/tags" Target="../tags/tag129.xml"/><Relationship Id="rId35" Type="http://schemas.openxmlformats.org/officeDocument/2006/relationships/tags" Target="../tags/tag134.xml"/><Relationship Id="rId43" Type="http://schemas.openxmlformats.org/officeDocument/2006/relationships/image" Target="../media/image13.svg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124.xml"/><Relationship Id="rId33" Type="http://schemas.openxmlformats.org/officeDocument/2006/relationships/tags" Target="../tags/tag132.xml"/><Relationship Id="rId38" Type="http://schemas.openxmlformats.org/officeDocument/2006/relationships/tags" Target="../tags/tag1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PRESENTATIONDONOTDELETE" val="&lt;?xml version=&quot;1.0&quot; encoding=&quot;UTF-16&quot; standalone=&quot;yes&quot;?&gt;&lt;root reqver=&quot;25060&quot;&gt;&lt;version val=&quot;2814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MPLATELASTEDITED" val="2024-05-30 01:34 P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CA853051-14C5-410C-8048-8ECA5C4E8371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229FB231-AA91-4194-80BE-BFCE94AB411C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6AE94FE3E4949BBB689502949CA7A" ma:contentTypeVersion="11" ma:contentTypeDescription="Create a new document." ma:contentTypeScope="" ma:versionID="678dc0f82cc396892b35634ea5d16626">
  <xsd:schema xmlns:xsd="http://www.w3.org/2001/XMLSchema" xmlns:xs="http://www.w3.org/2001/XMLSchema" xmlns:p="http://schemas.microsoft.com/office/2006/metadata/properties" xmlns:ns2="4993d3fd-8d51-4c4b-af58-76489f1f2fe0" xmlns:ns3="b196c53f-4101-4824-9aa3-bb9f9f8a17dc" targetNamespace="http://schemas.microsoft.com/office/2006/metadata/properties" ma:root="true" ma:fieldsID="b67bf681315763294caa9751004c1769" ns2:_="" ns3:_="">
    <xsd:import namespace="4993d3fd-8d51-4c4b-af58-76489f1f2fe0"/>
    <xsd:import namespace="b196c53f-4101-4824-9aa3-bb9f9f8a17d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3d3fd-8d51-4c4b-af58-76489f1f2f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7" nillable="true" ma:displayName="Taxonomy Catch All Column" ma:hidden="true" ma:list="{e1505e97-46b1-42dd-99c2-a30829ba5587}" ma:internalName="TaxCatchAll" ma:showField="CatchAllData" ma:web="4993d3fd-8d51-4c4b-af58-76489f1f2f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96c53f-4101-4824-9aa3-bb9f9f8a17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196c53f-4101-4824-9aa3-bb9f9f8a17dc">
      <Terms xmlns="http://schemas.microsoft.com/office/infopath/2007/PartnerControls"/>
    </lcf76f155ced4ddcb4097134ff3c332f>
    <TaxCatchAll xmlns="4993d3fd-8d51-4c4b-af58-76489f1f2fe0" xsi:nil="true"/>
    <_dlc_DocId xmlns="4993d3fd-8d51-4c4b-af58-76489f1f2fe0">DE7XN4DZS357-1263605440-18912</_dlc_DocId>
    <_dlc_DocIdUrl xmlns="4993d3fd-8d51-4c4b-af58-76489f1f2fe0">
      <Url>https://mckinsey.sharepoint.com/sites/spt-int-6jj6kewnj5r70j/_layouts/15/DocIdRedir.aspx?ID=DE7XN4DZS357-1263605440-18912</Url>
      <Description>DE7XN4DZS357-1263605440-18912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B9BE6EE2-4B92-41C4-AFA2-FC1FE217EF82}"/>
</file>

<file path=customXml/itemProps2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DF283F-4B82-4892-8EF9-70B9B3E3286B}">
  <ds:schemaRefs>
    <ds:schemaRef ds:uri="http://schemas.microsoft.com/office/2006/metadata/properties"/>
    <ds:schemaRef ds:uri="http://schemas.microsoft.com/office/infopath/2007/PartnerControls"/>
    <ds:schemaRef ds:uri="c1ca735a-14db-4567-a159-d67c2473f960"/>
    <ds:schemaRef ds:uri="a97def03-4829-427a-a25e-2157731fbb05"/>
  </ds:schemaRefs>
</ds:datastoreItem>
</file>

<file path=customXml/itemProps4.xml><?xml version="1.0" encoding="utf-8"?>
<ds:datastoreItem xmlns:ds="http://schemas.openxmlformats.org/officeDocument/2006/customXml" ds:itemID="{723371BA-432A-4650-800D-416C350F48E5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Arial</vt:lpstr>
      <vt:lpstr>Georgia</vt:lpstr>
      <vt:lpstr>Segoe UI</vt:lpstr>
      <vt:lpstr>Wingdings</vt:lpstr>
      <vt:lpstr>White</vt:lpstr>
      <vt:lpstr>Contrast</vt:lpstr>
      <vt:lpstr>think-cell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Kustaa Yli-Äyhö</dc:creator>
  <cp:keywords/>
  <dc:description/>
  <cp:lastModifiedBy>Kustaa Yli-Äyhö</cp:lastModifiedBy>
  <cp:revision>1</cp:revision>
  <cp:lastPrinted>2018-10-30T20:37:12Z</cp:lastPrinted>
  <dcterms:created xsi:type="dcterms:W3CDTF">2026-04-11T18:06:28Z</dcterms:created>
  <dcterms:modified xsi:type="dcterms:W3CDTF">2026-04-11T18:08:03Z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0x01010012C6AE94FE3E4949BBB689502949CA7A</vt:lpwstr>
  </property>
  <property fmtid="{D5CDD505-2E9C-101B-9397-08002B2CF9AE}" pid="10" name="MSIP_Label_83303d7c-e5a3-4cc8-90eb-69bfd7570ac4_Enabled">
    <vt:lpwstr>true</vt:lpwstr>
  </property>
  <property fmtid="{D5CDD505-2E9C-101B-9397-08002B2CF9AE}" pid="11" name="MSIP_Label_83303d7c-e5a3-4cc8-90eb-69bfd7570ac4_SetDate">
    <vt:lpwstr>2026-04-11T18:08:02Z</vt:lpwstr>
  </property>
  <property fmtid="{D5CDD505-2E9C-101B-9397-08002B2CF9AE}" pid="12" name="MSIP_Label_83303d7c-e5a3-4cc8-90eb-69bfd7570ac4_Method">
    <vt:lpwstr>Standard</vt:lpwstr>
  </property>
  <property fmtid="{D5CDD505-2E9C-101B-9397-08002B2CF9AE}" pid="13" name="MSIP_Label_83303d7c-e5a3-4cc8-90eb-69bfd7570ac4_Name">
    <vt:lpwstr>Client Confidential Information-SLV1</vt:lpwstr>
  </property>
  <property fmtid="{D5CDD505-2E9C-101B-9397-08002B2CF9AE}" pid="14" name="MSIP_Label_83303d7c-e5a3-4cc8-90eb-69bfd7570ac4_SiteId">
    <vt:lpwstr>cc8936bc-9382-4fff-87cb-6f55999549e7</vt:lpwstr>
  </property>
  <property fmtid="{D5CDD505-2E9C-101B-9397-08002B2CF9AE}" pid="15" name="MSIP_Label_83303d7c-e5a3-4cc8-90eb-69bfd7570ac4_ActionId">
    <vt:lpwstr>e3ddda8b-55c6-4cd1-8a7c-074ba128fd70</vt:lpwstr>
  </property>
  <property fmtid="{D5CDD505-2E9C-101B-9397-08002B2CF9AE}" pid="16" name="MSIP_Label_83303d7c-e5a3-4cc8-90eb-69bfd7570ac4_ContentBits">
    <vt:lpwstr>0</vt:lpwstr>
  </property>
  <property fmtid="{D5CDD505-2E9C-101B-9397-08002B2CF9AE}" pid="17" name="MSIP_Label_83303d7c-e5a3-4cc8-90eb-69bfd7570ac4_Tag">
    <vt:lpwstr>10, 3, 0, 1</vt:lpwstr>
  </property>
  <property fmtid="{D5CDD505-2E9C-101B-9397-08002B2CF9AE}" pid="18" name="_dlc_DocIdItemGuid">
    <vt:lpwstr>beb7f928-3b75-43ee-b1c9-5d94aa84438e</vt:lpwstr>
  </property>
</Properties>
</file>