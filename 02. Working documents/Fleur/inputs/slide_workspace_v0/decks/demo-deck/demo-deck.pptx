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ags/tag1.xml" ContentType="application/vnd.openxmlformats-officedocument.presentationml.tags+xml"/>
  <Override PartName="/ppt/tableStyles.xml" ContentType="application/vnd.openxmlformats-officedocument.presentationml.tableStyles+xml"/>
  <Override PartName="/customXml/itemProps3.xml" ContentType="application/vnd.openxmlformats-officedocument.customXmlProperties+xml"/>
  <Override PartName="/ppt/handoutMasters/handoutMaster1.xml" ContentType="application/vnd.openxmlformats-officedocument.presentationml.handoutMaster+xml"/>
  <Override PartName="/ppt/theme/theme4.xml" ContentType="application/vnd.openxmlformats-officedocument.theme+xml"/>
  <Override PartName="/ppt/theme/theme1.xml" ContentType="application/vnd.openxmlformats-officedocument.theme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Masters/slideMaster2.xml" ContentType="application/vnd.openxmlformats-officedocument.presentationml.slideMaster+xml"/>
  <Override PartName="/ppt/slideLayouts/slideLayout27.xml" ContentType="application/vnd.openxmlformats-officedocument.presentationml.slideLayout+xml"/>
  <Override PartName="/ppt/tags/tag237.xml" ContentType="application/vnd.openxmlformats-officedocument.presentationml.tags+xml"/>
  <Override PartName="/ppt/tags/tag232.xml" ContentType="application/vnd.openxmlformats-officedocument.presentationml.tags+xml"/>
  <Override PartName="/ppt/tags/tag236.xml" ContentType="application/vnd.openxmlformats-officedocument.presentationml.tags+xml"/>
  <Override PartName="/ppt/tags/tag231.xml" ContentType="application/vnd.openxmlformats-officedocument.presentationml.tags+xml"/>
  <Override PartName="/ppt/tags/tag230.xml" ContentType="application/vnd.openxmlformats-officedocument.presentationml.tags+xml"/>
  <Override PartName="/ppt/tags/tag235.xml" ContentType="application/vnd.openxmlformats-officedocument.presentationml.tags+xml"/>
  <Override PartName="/ppt/embeddings/oleObject22.bin" ContentType="application/vnd.openxmlformats-officedocument.oleObject"/>
  <Override PartName="/ppt/tags/tag234.xml" ContentType="application/vnd.openxmlformats-officedocument.presentationml.tags+xml"/>
  <Override PartName="/ppt/tags/tag233.xml" ContentType="application/vnd.openxmlformats-officedocument.presentationml.tags+xml"/>
  <Override PartName="/ppt/tags/tag238.xml" ContentType="application/vnd.openxmlformats-officedocument.presentationml.tags+xml"/>
  <Override PartName="/ppt/theme/theme2.xml" ContentType="application/vnd.openxmlformats-officedocument.theme+xml"/>
  <Override PartName="/ppt/tags/tag125.xml" ContentType="application/vnd.openxmlformats-officedocument.presentationml.tags+xml"/>
  <Override PartName="/ppt/tags/tag138.xml" ContentType="application/vnd.openxmlformats-officedocument.presentationml.tags+xml"/>
  <Override PartName="/ppt/tags/tag120.xml" ContentType="application/vnd.openxmlformats-officedocument.presentationml.tags+xml"/>
  <Override PartName="/ppt/tags/tag133.xml" ContentType="application/vnd.openxmlformats-officedocument.presentationml.tags+xml"/>
  <Override PartName="/ppt/slideLayouts/slideLayout21.xml" ContentType="application/vnd.openxmlformats-officedocument.presentationml.slideLayout+xml"/>
  <Override PartName="/ppt/tags/tag183.xml" ContentType="application/vnd.openxmlformats-officedocument.presentationml.tags+xml"/>
  <Override PartName="/ppt/tags/tag178.xml" ContentType="application/vnd.openxmlformats-officedocument.presentationml.tags+xml"/>
  <Override PartName="/ppt/tags/tag182.xml" ContentType="application/vnd.openxmlformats-officedocument.presentationml.tags+xml"/>
  <Override PartName="/ppt/tags/tag177.xml" ContentType="application/vnd.openxmlformats-officedocument.presentationml.tags+xml"/>
  <Override PartName="/ppt/tags/tag176.xml" ContentType="application/vnd.openxmlformats-officedocument.presentationml.tags+xml"/>
  <Override PartName="/ppt/tags/tag181.xml" ContentType="application/vnd.openxmlformats-officedocument.presentationml.tags+xml"/>
  <Override PartName="/ppt/embeddings/oleObject16.bin" ContentType="application/vnd.openxmlformats-officedocument.oleObject"/>
  <Override PartName="/ppt/tags/tag180.xml" ContentType="application/vnd.openxmlformats-officedocument.presentationml.tags+xml"/>
  <Override PartName="/ppt/tags/tag179.xml" ContentType="application/vnd.openxmlformats-officedocument.presentationml.tags+xml"/>
  <Override PartName="/ppt/tags/tag184.xml" ContentType="application/vnd.openxmlformats-officedocument.presentationml.tags+xml"/>
  <Override PartName="/ppt/slideLayouts/slideLayout16.xml" ContentType="application/vnd.openxmlformats-officedocument.presentationml.slideLayout+xml"/>
  <Override PartName="/ppt/tags/tag150.xml" ContentType="application/vnd.openxmlformats-officedocument.presentationml.tags+xml"/>
  <Override PartName="/ppt/tags/tag154.xml" ContentType="application/vnd.openxmlformats-officedocument.presentationml.tags+xml"/>
  <Override PartName="/ppt/tags/tag149.xml" ContentType="application/vnd.openxmlformats-officedocument.presentationml.tags+xml"/>
  <Override PartName="/ppt/tags/tag148.xml" ContentType="application/vnd.openxmlformats-officedocument.presentationml.tags+xml"/>
  <Override PartName="/ppt/tags/tag153.xml" ContentType="application/vnd.openxmlformats-officedocument.presentationml.tags+xml"/>
  <Override PartName="/ppt/tags/tag152.xml" ContentType="application/vnd.openxmlformats-officedocument.presentationml.tags+xml"/>
  <Override PartName="/ppt/tags/tag151.xml" ContentType="application/vnd.openxmlformats-officedocument.presentationml.tags+xml"/>
  <Override PartName="/ppt/embeddings/oleObject13.bin" ContentType="application/vnd.openxmlformats-officedocument.oleObject"/>
  <Override PartName="/ppt/slideLayouts/slideLayout30.xml" ContentType="application/vnd.openxmlformats-officedocument.presentationml.slideLayout+xml"/>
  <Override PartName="/ppt/tags/tag255.xml" ContentType="application/vnd.openxmlformats-officedocument.presentationml.tags+xml"/>
  <Override PartName="/ppt/tags/tag254.xml" ContentType="application/vnd.openxmlformats-officedocument.presentationml.tags+xml"/>
  <Override PartName="/ppt/tags/tag253.xml" ContentType="application/vnd.openxmlformats-officedocument.presentationml.tags+xml"/>
  <Override PartName="/ppt/tags/tag256.xml" ContentType="application/vnd.openxmlformats-officedocument.presentationml.tags+xml"/>
  <Override PartName="/ppt/tags/tag119.xml" ContentType="application/vnd.openxmlformats-officedocument.presentationml.tags+xml"/>
  <Override PartName="/ppt/tags/tag128.xml" ContentType="application/vnd.openxmlformats-officedocument.presentationml.tags+xml"/>
  <Override PartName="/ppt/slideLayouts/slideLayout15.xml" ContentType="application/vnd.openxmlformats-officedocument.presentationml.slideLayout+xml"/>
  <Override PartName="/ppt/tags/tag146.xml" ContentType="application/vnd.openxmlformats-officedocument.presentationml.tags+xml"/>
  <Override PartName="/ppt/media/image6.svg" ContentType="image/svg+xml"/>
  <Override PartName="/ppt/tags/tag141.xml" ContentType="application/vnd.openxmlformats-officedocument.presentationml.tags+xml"/>
  <Override PartName="/ppt/tags/tag145.xml" ContentType="application/vnd.openxmlformats-officedocument.presentationml.tags+xml"/>
  <Override PartName="/ppt/tags/tag140.xml" ContentType="application/vnd.openxmlformats-officedocument.presentationml.tags+xml"/>
  <Override PartName="/ppt/tags/tag139.xml" ContentType="application/vnd.openxmlformats-officedocument.presentationml.tags+xml"/>
  <Override PartName="/ppt/tags/tag144.xml" ContentType="application/vnd.openxmlformats-officedocument.presentationml.tags+xml"/>
  <Override PartName="/ppt/tags/tag143.xml" ContentType="application/vnd.openxmlformats-officedocument.presentationml.tags+xml"/>
  <Override PartName="/ppt/tags/tag142.xml" ContentType="application/vnd.openxmlformats-officedocument.presentationml.tags+xml"/>
  <Override PartName="/ppt/tags/tag147.xml" ContentType="application/vnd.openxmlformats-officedocument.presentationml.tags+xml"/>
  <Override PartName="/ppt/embeddings/oleObject12.bin" ContentType="application/vnd.openxmlformats-officedocument.oleObject"/>
  <Override PartName="/ppt/slideLayouts/slideLayout20.xml" ContentType="application/vnd.openxmlformats-officedocument.presentationml.slideLayout+xml"/>
  <Override PartName="/ppt/tags/tag171.xml" ContentType="application/vnd.openxmlformats-officedocument.presentationml.tags+xml"/>
  <Override PartName="/ppt/tags/tag175.xml" ContentType="application/vnd.openxmlformats-officedocument.presentationml.tags+xml"/>
  <Override PartName="/ppt/tags/tag170.xml" ContentType="application/vnd.openxmlformats-officedocument.presentationml.tags+xml"/>
  <Override PartName="/ppt/tags/tag169.xml" ContentType="application/vnd.openxmlformats-officedocument.presentationml.tags+xml"/>
  <Override PartName="/ppt/tags/tag174.xml" ContentType="application/vnd.openxmlformats-officedocument.presentationml.tags+xml"/>
  <Override PartName="/ppt/tags/tag173.xml" ContentType="application/vnd.openxmlformats-officedocument.presentationml.tags+xml"/>
  <Override PartName="/ppt/tags/tag172.xml" ContentType="application/vnd.openxmlformats-officedocument.presentationml.tags+xml"/>
  <Override PartName="/ppt/embeddings/oleObject15.bin" ContentType="application/vnd.openxmlformats-officedocument.oleObject"/>
  <Override PartName="/ppt/slideLayouts/slideLayout25.xml" ContentType="application/vnd.openxmlformats-officedocument.presentationml.slideLayout+xml"/>
  <Override PartName="/ppt/tags/tag219.xml" ContentType="application/vnd.openxmlformats-officedocument.presentationml.tags+xml"/>
  <Override PartName="/ppt/tags/tag214.xml" ContentType="application/vnd.openxmlformats-officedocument.presentationml.tags+xml"/>
  <Override PartName="/ppt/tags/tag218.xml" ContentType="application/vnd.openxmlformats-officedocument.presentationml.tags+xml"/>
  <Override PartName="/ppt/tags/tag213.xml" ContentType="application/vnd.openxmlformats-officedocument.presentationml.tags+xml"/>
  <Override PartName="/ppt/tags/tag212.xml" ContentType="application/vnd.openxmlformats-officedocument.presentationml.tags+xml"/>
  <Override PartName="/ppt/tags/tag217.xml" ContentType="application/vnd.openxmlformats-officedocument.presentationml.tags+xml"/>
  <Override PartName="/ppt/embeddings/oleObject20.bin" ContentType="application/vnd.openxmlformats-officedocument.oleObject"/>
  <Override PartName="/ppt/tags/tag216.xml" ContentType="application/vnd.openxmlformats-officedocument.presentationml.tags+xml"/>
  <Override PartName="/ppt/tags/tag215.xml" ContentType="application/vnd.openxmlformats-officedocument.presentationml.tags+xml"/>
  <Override PartName="/ppt/tags/tag220.xml" ContentType="application/vnd.openxmlformats-officedocument.presentationml.tags+xml"/>
  <Override PartName="/ppt/tags/tag123.xml" ContentType="application/vnd.openxmlformats-officedocument.presentationml.tags+xml"/>
  <Override PartName="/ppt/tags/tag131.xml" ContentType="application/vnd.openxmlformats-officedocument.presentationml.tags+xml"/>
  <Override PartName="/ppt/tags/tag136.xml" ContentType="application/vnd.openxmlformats-officedocument.presentationml.tags+xml"/>
  <Override PartName="/ppt/embeddings/oleObject11.bin" ContentType="application/vnd.openxmlformats-officedocument.oleObject"/>
  <Override PartName="/ppt/slideLayouts/slideLayout19.xml" ContentType="application/vnd.openxmlformats-officedocument.presentationml.slideLayout+xml"/>
  <Override PartName="/ppt/embeddings/oleObject14.bin" ContentType="application/vnd.openxmlformats-officedocument.oleObject"/>
  <Override PartName="/ppt/tags/tag165.xml" ContentType="application/vnd.openxmlformats-officedocument.presentationml.tags+xml"/>
  <Override PartName="/ppt/tags/tag164.xml" ContentType="application/vnd.openxmlformats-officedocument.presentationml.tags+xml"/>
  <Override PartName="/ppt/tags/tag163.xml" ContentType="application/vnd.openxmlformats-officedocument.presentationml.tags+xml"/>
  <Override PartName="/ppt/tags/tag168.xml" ContentType="application/vnd.openxmlformats-officedocument.presentationml.tags+xml"/>
  <Override PartName="/ppt/tags/tag167.xml" ContentType="application/vnd.openxmlformats-officedocument.presentationml.tags+xml"/>
  <Override PartName="/ppt/tags/tag166.xml" ContentType="application/vnd.openxmlformats-officedocument.presentationml.tags+xml"/>
  <Override PartName="/ppt/slideLayouts/slideLayout29.xml" ContentType="application/vnd.openxmlformats-officedocument.presentationml.slideLayout+xml"/>
  <Override PartName="/ppt/tags/tag250.xml" ContentType="application/vnd.openxmlformats-officedocument.presentationml.tags+xml"/>
  <Override PartName="/ppt/tags/tag249.xml" ContentType="application/vnd.openxmlformats-officedocument.presentationml.tags+xml"/>
  <Override PartName="/ppt/tags/tag248.xml" ContentType="application/vnd.openxmlformats-officedocument.presentationml.tags+xml"/>
  <Override PartName="/ppt/tags/tag252.xml" ContentType="application/vnd.openxmlformats-officedocument.presentationml.tags+xml"/>
  <Override PartName="/ppt/tags/tag251.xml" ContentType="application/vnd.openxmlformats-officedocument.presentationml.tags+xml"/>
  <Override PartName="/ppt/tags/tag122.xml" ContentType="application/vnd.openxmlformats-officedocument.presentationml.tags+xml"/>
  <Override PartName="/ppt/tags/tag127.xml" ContentType="application/vnd.openxmlformats-officedocument.presentationml.tags+xml"/>
  <Override PartName="/ppt/tags/tag135.xml" ContentType="application/vnd.openxmlformats-officedocument.presentationml.tags+xml"/>
  <Override PartName="/ppt/slideLayouts/slideLayout24.xml" ContentType="application/vnd.openxmlformats-officedocument.presentationml.slideLayout+xml"/>
  <Override PartName="/ppt/tags/tag210.xml" ContentType="application/vnd.openxmlformats-officedocument.presentationml.tags+xml"/>
  <Override PartName="/ppt/tags/tag205.xml" ContentType="application/vnd.openxmlformats-officedocument.presentationml.tags+xml"/>
  <Override PartName="/ppt/tags/tag209.xml" ContentType="application/vnd.openxmlformats-officedocument.presentationml.tags+xml"/>
  <Override PartName="/ppt/tags/tag204.xml" ContentType="application/vnd.openxmlformats-officedocument.presentationml.tags+xml"/>
  <Override PartName="/ppt/tags/tag203.xml" ContentType="application/vnd.openxmlformats-officedocument.presentationml.tags+xml"/>
  <Override PartName="/ppt/tags/tag208.xml" ContentType="application/vnd.openxmlformats-officedocument.presentationml.tags+xml"/>
  <Override PartName="/ppt/embeddings/oleObject19.bin" ContentType="application/vnd.openxmlformats-officedocument.oleObject"/>
  <Override PartName="/ppt/tags/tag207.xml" ContentType="application/vnd.openxmlformats-officedocument.presentationml.tags+xml"/>
  <Override PartName="/ppt/tags/tag206.xml" ContentType="application/vnd.openxmlformats-officedocument.presentationml.tags+xml"/>
  <Override PartName="/ppt/tags/tag211.xml" ContentType="application/vnd.openxmlformats-officedocument.presentationml.tags+xml"/>
  <Override PartName="/ppt/tags/tag118.xml" ContentType="application/vnd.openxmlformats-officedocument.presentationml.tags+xml"/>
  <Override PartName="/ppt/tags/tag130.xml" ContentType="application/vnd.openxmlformats-officedocument.presentationml.tags+xml"/>
  <Override PartName="/ppt/slideLayouts/slideLayout18.xml" ContentType="application/vnd.openxmlformats-officedocument.presentationml.slideLayout+xml"/>
  <Override PartName="/ppt/tags/tag161.xml" ContentType="application/vnd.openxmlformats-officedocument.presentationml.tags+xml"/>
  <Override PartName="/ppt/tags/tag160.xml" ContentType="application/vnd.openxmlformats-officedocument.presentationml.tags+xml"/>
  <Override PartName="/ppt/tags/tag159.xml" ContentType="application/vnd.openxmlformats-officedocument.presentationml.tags+xml"/>
  <Override PartName="/ppt/tags/tag162.xml" ContentType="application/vnd.openxmlformats-officedocument.presentationml.tags+xml"/>
  <Override PartName="/ppt/slideLayouts/slideLayout23.xml" ContentType="application/vnd.openxmlformats-officedocument.presentationml.slideLayout+xml"/>
  <Override PartName="/ppt/tags/tag201.xml" ContentType="application/vnd.openxmlformats-officedocument.presentationml.tags+xml"/>
  <Override PartName="/ppt/tags/tag196.xml" ContentType="application/vnd.openxmlformats-officedocument.presentationml.tags+xml"/>
  <Override PartName="/ppt/tags/tag200.xml" ContentType="application/vnd.openxmlformats-officedocument.presentationml.tags+xml"/>
  <Override PartName="/ppt/tags/tag195.xml" ContentType="application/vnd.openxmlformats-officedocument.presentationml.tags+xml"/>
  <Override PartName="/ppt/tags/tag194.xml" ContentType="application/vnd.openxmlformats-officedocument.presentationml.tags+xml"/>
  <Override PartName="/ppt/tags/tag199.xml" ContentType="application/vnd.openxmlformats-officedocument.presentationml.tags+xml"/>
  <Override PartName="/ppt/embeddings/oleObject18.bin" ContentType="application/vnd.openxmlformats-officedocument.oleObject"/>
  <Override PartName="/ppt/tags/tag198.xml" ContentType="application/vnd.openxmlformats-officedocument.presentationml.tags+xml"/>
  <Override PartName="/ppt/tags/tag197.xml" ContentType="application/vnd.openxmlformats-officedocument.presentationml.tags+xml"/>
  <Override PartName="/ppt/tags/tag202.xml" ContentType="application/vnd.openxmlformats-officedocument.presentationml.tags+xml"/>
  <Override PartName="/ppt/slideLayouts/slideLayout28.xml" ContentType="application/vnd.openxmlformats-officedocument.presentationml.slideLayout+xml"/>
  <Override PartName="/ppt/tags/tag246.xml" ContentType="application/vnd.openxmlformats-officedocument.presentationml.tags+xml"/>
  <Override PartName="/ppt/tags/tag241.xml" ContentType="application/vnd.openxmlformats-officedocument.presentationml.tags+xml"/>
  <Override PartName="/ppt/tags/tag245.xml" ContentType="application/vnd.openxmlformats-officedocument.presentationml.tags+xml"/>
  <Override PartName="/ppt/tags/tag240.xml" ContentType="application/vnd.openxmlformats-officedocument.presentationml.tags+xml"/>
  <Override PartName="/ppt/tags/tag239.xml" ContentType="application/vnd.openxmlformats-officedocument.presentationml.tags+xml"/>
  <Override PartName="/ppt/tags/tag244.xml" ContentType="application/vnd.openxmlformats-officedocument.presentationml.tags+xml"/>
  <Override PartName="/ppt/embeddings/oleObject23.bin" ContentType="application/vnd.openxmlformats-officedocument.oleObject"/>
  <Override PartName="/ppt/tags/tag243.xml" ContentType="application/vnd.openxmlformats-officedocument.presentationml.tags+xml"/>
  <Override PartName="/ppt/tags/tag242.xml" ContentType="application/vnd.openxmlformats-officedocument.presentationml.tags+xml"/>
  <Override PartName="/ppt/tags/tag247.xml" ContentType="application/vnd.openxmlformats-officedocument.presentationml.tags+xml"/>
  <Override PartName="/ppt/tags/tag121.xml" ContentType="application/vnd.openxmlformats-officedocument.presentationml.tags+xml"/>
  <Override PartName="/ppt/tags/tag126.xml" ContentType="application/vnd.openxmlformats-officedocument.presentationml.tags+xml"/>
  <Override PartName="/ppt/tags/tag129.xml" ContentType="application/vnd.openxmlformats-officedocument.presentationml.tags+xml"/>
  <Override PartName="/ppt/tags/tag134.xml" ContentType="application/vnd.openxmlformats-officedocument.presentationml.tags+xml"/>
  <Override PartName="/ppt/media/image13.svg" ContentType="image/svg+xml"/>
  <Override PartName="/ppt/slideLayouts/slideLayout22.xml" ContentType="application/vnd.openxmlformats-officedocument.presentationml.slideLayout+xml"/>
  <Override PartName="/ppt/tags/tag192.xml" ContentType="application/vnd.openxmlformats-officedocument.presentationml.tags+xml"/>
  <Override PartName="/ppt/tags/tag187.xml" ContentType="application/vnd.openxmlformats-officedocument.presentationml.tags+xml"/>
  <Override PartName="/ppt/tags/tag191.xml" ContentType="application/vnd.openxmlformats-officedocument.presentationml.tags+xml"/>
  <Override PartName="/ppt/tags/tag186.xml" ContentType="application/vnd.openxmlformats-officedocument.presentationml.tags+xml"/>
  <Override PartName="/ppt/tags/tag185.xml" ContentType="application/vnd.openxmlformats-officedocument.presentationml.tags+xml"/>
  <Override PartName="/ppt/tags/tag190.xml" ContentType="application/vnd.openxmlformats-officedocument.presentationml.tags+xml"/>
  <Override PartName="/ppt/embeddings/oleObject17.bin" ContentType="application/vnd.openxmlformats-officedocument.oleObject"/>
  <Override PartName="/ppt/tags/tag189.xml" ContentType="application/vnd.openxmlformats-officedocument.presentationml.tags+xml"/>
  <Override PartName="/ppt/tags/tag188.xml" ContentType="application/vnd.openxmlformats-officedocument.presentationml.tags+xml"/>
  <Override PartName="/ppt/tags/tag193.xml" ContentType="application/vnd.openxmlformats-officedocument.presentationml.tags+xml"/>
  <Override PartName="/ppt/slideLayouts/slideLayout17.xml" ContentType="application/vnd.openxmlformats-officedocument.presentationml.slideLayout+xml"/>
  <Override PartName="/ppt/tags/tag157.xml" ContentType="application/vnd.openxmlformats-officedocument.presentationml.tags+xml"/>
  <Override PartName="/ppt/tags/tag156.xml" ContentType="application/vnd.openxmlformats-officedocument.presentationml.tags+xml"/>
  <Override PartName="/ppt/tags/tag155.xml" ContentType="application/vnd.openxmlformats-officedocument.presentationml.tags+xml"/>
  <Override PartName="/ppt/tags/tag158.xml" ContentType="application/vnd.openxmlformats-officedocument.presentationml.tags+xml"/>
  <Override PartName="/ppt/slideLayouts/slideLayout26.xml" ContentType="application/vnd.openxmlformats-officedocument.presentationml.slideLayout+xml"/>
  <Override PartName="/ppt/tags/tag228.xml" ContentType="application/vnd.openxmlformats-officedocument.presentationml.tags+xml"/>
  <Override PartName="/ppt/tags/tag223.xml" ContentType="application/vnd.openxmlformats-officedocument.presentationml.tags+xml"/>
  <Override PartName="/ppt/tags/tag227.xml" ContentType="application/vnd.openxmlformats-officedocument.presentationml.tags+xml"/>
  <Override PartName="/ppt/tags/tag222.xml" ContentType="application/vnd.openxmlformats-officedocument.presentationml.tags+xml"/>
  <Override PartName="/ppt/tags/tag221.xml" ContentType="application/vnd.openxmlformats-officedocument.presentationml.tags+xml"/>
  <Override PartName="/ppt/tags/tag226.xml" ContentType="application/vnd.openxmlformats-officedocument.presentationml.tags+xml"/>
  <Override PartName="/ppt/embeddings/oleObject21.bin" ContentType="application/vnd.openxmlformats-officedocument.oleObject"/>
  <Override PartName="/ppt/tags/tag225.xml" ContentType="application/vnd.openxmlformats-officedocument.presentationml.tags+xml"/>
  <Override PartName="/ppt/tags/tag224.xml" ContentType="application/vnd.openxmlformats-officedocument.presentationml.tags+xml"/>
  <Override PartName="/ppt/tags/tag229.xml" ContentType="application/vnd.openxmlformats-officedocument.presentationml.tags+xml"/>
  <Override PartName="/ppt/slideLayouts/slideLayout31.xml" ContentType="application/vnd.openxmlformats-officedocument.presentationml.slideLayout+xml"/>
  <Override PartName="/ppt/media/image11.svg" ContentType="image/svg+xml"/>
  <Override PartName="/ppt/tags/tag259.xml" ContentType="application/vnd.openxmlformats-officedocument.presentationml.tags+xml"/>
  <Override PartName="/ppt/tags/tag258.xml" ContentType="application/vnd.openxmlformats-officedocument.presentationml.tags+xml"/>
  <Override PartName="/ppt/tags/tag257.xml" ContentType="application/vnd.openxmlformats-officedocument.presentationml.tags+xml"/>
  <Override PartName="/ppt/tags/tag260.xml" ContentType="application/vnd.openxmlformats-officedocument.presentationml.tags+xml"/>
  <Override PartName="/ppt/embeddings/oleObject24.bin" ContentType="application/vnd.openxmlformats-officedocument.oleObject"/>
  <Override PartName="/ppt/tags/tag124.xml" ContentType="application/vnd.openxmlformats-officedocument.presentationml.tags+xml"/>
  <Override PartName="/ppt/tags/tag132.xml" ContentType="application/vnd.openxmlformats-officedocument.presentationml.tags+xml"/>
  <Override PartName="/ppt/tags/tag137.xml" ContentType="application/vnd.openxmlformats-officedocument.presentationml.tag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3.xml" ContentType="application/vnd.openxmlformats-officedocument.presentationml.slideLayout+xml"/>
  <Override PartName="/ppt/tags/tag112.xml" ContentType="application/vnd.openxmlformats-officedocument.presentationml.tags+xml"/>
  <Override PartName="/ppt/tags/tag111.xml" ContentType="application/vnd.openxmlformats-officedocument.presentationml.tags+xml"/>
  <Override PartName="/ppt/tags/tag110.xml" ContentType="application/vnd.openxmlformats-officedocument.presentationml.tags+xml"/>
  <Override PartName="/ppt/tags/tag113.xml" ContentType="application/vnd.openxmlformats-officedocument.presentationml.tags+xml"/>
  <Override PartName="/ppt/tags/tag4.xml" ContentType="application/vnd.openxmlformats-officedocument.presentationml.tags+xml"/>
  <Override PartName="/ppt/tags/tag12.xml" ContentType="application/vnd.openxmlformats-officedocument.presentationml.tags+xml"/>
  <Override PartName="/ppt/tags/tag7.xml" ContentType="application/vnd.openxmlformats-officedocument.presentationml.tags+xml"/>
  <Override PartName="/ppt/tags/tag20.xml" ContentType="application/vnd.openxmlformats-officedocument.presentationml.tags+xml"/>
  <Override PartName="/ppt/slideLayouts/slideLayout7.xml" ContentType="application/vnd.openxmlformats-officedocument.presentationml.slideLayout+xml"/>
  <Override PartName="/ppt/tags/tag67.xml" ContentType="application/vnd.openxmlformats-officedocument.presentationml.tags+xml"/>
  <Override PartName="/ppt/tags/tag62.xml" ContentType="application/vnd.openxmlformats-officedocument.presentationml.tags+xml"/>
  <Override PartName="/ppt/tags/tag66.xml" ContentType="application/vnd.openxmlformats-officedocument.presentationml.tags+xml"/>
  <Override PartName="/ppt/tags/tag61.xml" ContentType="application/vnd.openxmlformats-officedocument.presentationml.tags+xml"/>
  <Override PartName="/ppt/tags/tag60.xml" ContentType="application/vnd.openxmlformats-officedocument.presentationml.tags+xml"/>
  <Override PartName="/ppt/tags/tag65.xml" ContentType="application/vnd.openxmlformats-officedocument.presentationml.tags+xml"/>
  <Override PartName="/ppt/embeddings/oleObject6.bin" ContentType="application/vnd.openxmlformats-officedocument.oleObject"/>
  <Override PartName="/ppt/tags/tag64.xml" ContentType="application/vnd.openxmlformats-officedocument.presentationml.tags+xml"/>
  <Override PartName="/ppt/tags/tag63.xml" ContentType="application/vnd.openxmlformats-officedocument.presentationml.tags+xml"/>
  <Override PartName="/ppt/tags/tag68.xml" ContentType="application/vnd.openxmlformats-officedocument.presentationml.tags+xml"/>
  <Override PartName="/ppt/slideLayouts/slideLayout12.xml" ContentType="application/vnd.openxmlformats-officedocument.presentationml.slideLayout+xml"/>
  <Override PartName="/ppt/tags/tag107.xml" ContentType="application/vnd.openxmlformats-officedocument.presentationml.tags+xml"/>
  <Override PartName="/ppt/tags/tag106.xml" ContentType="application/vnd.openxmlformats-officedocument.presentationml.tags+xml"/>
  <Override PartName="/ppt/tags/tag105.xml" ContentType="application/vnd.openxmlformats-officedocument.presentationml.tags+xml"/>
  <Override PartName="/ppt/tags/tag109.xml" ContentType="application/vnd.openxmlformats-officedocument.presentationml.tags+xml"/>
  <Override PartName="/ppt/tags/tag108.xml" ContentType="application/vnd.openxmlformats-officedocument.presentationml.tags+xml"/>
  <Override PartName="/ppt/tags/tag3.xml" ContentType="application/vnd.openxmlformats-officedocument.presentationml.tags+xml"/>
  <Override PartName="/ppt/tags/tag11.xml" ContentType="application/vnd.openxmlformats-officedocument.presentationml.tags+xml"/>
  <Override PartName="/ppt/tags/tag19.xml" ContentType="application/vnd.openxmlformats-officedocument.presentationml.tags+xml"/>
  <Override PartName="/ppt/slideLayouts/slideLayout2.xml" ContentType="application/vnd.openxmlformats-officedocument.presentationml.slideLayout+xml"/>
  <Override PartName="/ppt/tags/tag34.xml" ContentType="application/vnd.openxmlformats-officedocument.presentationml.tags+xml"/>
  <Override PartName="/ppt/tags/tag38.xml" ContentType="application/vnd.openxmlformats-officedocument.presentationml.tags+xml"/>
  <Override PartName="/ppt/tags/tag33.xml" ContentType="application/vnd.openxmlformats-officedocument.presentationml.tags+xml"/>
  <Override PartName="/ppt/tags/tag32.xml" ContentType="application/vnd.openxmlformats-officedocument.presentationml.tags+xml"/>
  <Override PartName="/ppt/tags/tag37.xml" ContentType="application/vnd.openxmlformats-officedocument.presentationml.tags+xml"/>
  <Override PartName="/ppt/tags/tag36.xml" ContentType="application/vnd.openxmlformats-officedocument.presentationml.tags+xml"/>
  <Override PartName="/ppt/tags/tag35.xml" ContentType="application/vnd.openxmlformats-officedocument.presentationml.tags+xml"/>
  <Override PartName="/ppt/embeddings/oleObject3.bin" ContentType="application/vnd.openxmlformats-officedocument.oleObject"/>
  <Override PartName="/ppt/tags/tag2.xml" ContentType="application/vnd.openxmlformats-officedocument.presentationml.tags+xml"/>
  <Override PartName="/ppt/tags/tag6.xml" ContentType="application/vnd.openxmlformats-officedocument.presentationml.tags+xml"/>
  <Override PartName="/ppt/tags/tag15.xml" ContentType="application/vnd.openxmlformats-officedocument.presentationml.tags+xml"/>
  <Override PartName="/ppt/slideLayouts/slideLayout1.xml" ContentType="application/vnd.openxmlformats-officedocument.presentationml.slideLayout+xml"/>
  <Override PartName="/ppt/tags/tag30.xml" ContentType="application/vnd.openxmlformats-officedocument.presentationml.tags+xml"/>
  <Override PartName="/ppt/tags/tag25.xml" ContentType="application/vnd.openxmlformats-officedocument.presentationml.tags+xml"/>
  <Override PartName="/ppt/tags/tag29.xml" ContentType="application/vnd.openxmlformats-officedocument.presentationml.tags+xml"/>
  <Override PartName="/ppt/tags/tag24.xml" ContentType="application/vnd.openxmlformats-officedocument.presentationml.tags+xml"/>
  <Override PartName="/ppt/tags/tag23.xml" ContentType="application/vnd.openxmlformats-officedocument.presentationml.tags+xml"/>
  <Override PartName="/ppt/tags/tag28.xml" ContentType="application/vnd.openxmlformats-officedocument.presentationml.tags+xml"/>
  <Override PartName="/ppt/tags/tag27.xml" ContentType="application/vnd.openxmlformats-officedocument.presentationml.tags+xml"/>
  <Override PartName="/ppt/tags/tag26.xml" ContentType="application/vnd.openxmlformats-officedocument.presentationml.tags+xml"/>
  <Override PartName="/ppt/tags/tag31.xml" ContentType="application/vnd.openxmlformats-officedocument.presentationml.tags+xml"/>
  <Override PartName="/ppt/embeddings/oleObject2.bin" ContentType="application/vnd.openxmlformats-officedocument.oleObject"/>
  <Override PartName="/ppt/slideLayouts/slideLayout6.xml" ContentType="application/vnd.openxmlformats-officedocument.presentationml.slideLayout+xml"/>
  <Override PartName="/ppt/tags/tag55.xml" ContentType="application/vnd.openxmlformats-officedocument.presentationml.tags+xml"/>
  <Override PartName="/ppt/tags/tag59.xml" ContentType="application/vnd.openxmlformats-officedocument.presentationml.tags+xml"/>
  <Override PartName="/ppt/tags/tag54.xml" ContentType="application/vnd.openxmlformats-officedocument.presentationml.tags+xml"/>
  <Override PartName="/ppt/tags/tag53.xml" ContentType="application/vnd.openxmlformats-officedocument.presentationml.tags+xml"/>
  <Override PartName="/ppt/tags/tag58.xml" ContentType="application/vnd.openxmlformats-officedocument.presentationml.tags+xml"/>
  <Override PartName="/ppt/tags/tag57.xml" ContentType="application/vnd.openxmlformats-officedocument.presentationml.tags+xml"/>
  <Override PartName="/ppt/tags/tag56.xml" ContentType="application/vnd.openxmlformats-officedocument.presentationml.tags+xml"/>
  <Override PartName="/ppt/embeddings/oleObject5.bin" ContentType="application/vnd.openxmlformats-officedocument.oleObject"/>
  <Override PartName="/ppt/slideLayouts/slideLayout11.xml" ContentType="application/vnd.openxmlformats-officedocument.presentationml.slideLayout+xml"/>
  <Override PartName="/ppt/tags/tag103.xml" ContentType="application/vnd.openxmlformats-officedocument.presentationml.tags+xml"/>
  <Override PartName="/ppt/tags/tag98.xml" ContentType="application/vnd.openxmlformats-officedocument.presentationml.tags+xml"/>
  <Override PartName="/ppt/tags/tag102.xml" ContentType="application/vnd.openxmlformats-officedocument.presentationml.tags+xml"/>
  <Override PartName="/ppt/tags/tag97.xml" ContentType="application/vnd.openxmlformats-officedocument.presentationml.tags+xml"/>
  <Override PartName="/ppt/tags/tag96.xml" ContentType="application/vnd.openxmlformats-officedocument.presentationml.tags+xml"/>
  <Override PartName="/ppt/tags/tag101.xml" ContentType="application/vnd.openxmlformats-officedocument.presentationml.tags+xml"/>
  <Override PartName="/ppt/embeddings/oleObject8.bin" ContentType="application/vnd.openxmlformats-officedocument.oleObject"/>
  <Override PartName="/ppt/tags/tag100.xml" ContentType="application/vnd.openxmlformats-officedocument.presentationml.tags+xml"/>
  <Override PartName="/ppt/tags/tag99.xml" ContentType="application/vnd.openxmlformats-officedocument.presentationml.tags+xml"/>
  <Override PartName="/ppt/tags/tag104.xml" ContentType="application/vnd.openxmlformats-officedocument.presentationml.tags+xml"/>
  <Override PartName="/ppt/tags/tag10.xml" ContentType="application/vnd.openxmlformats-officedocument.presentationml.tags+xml"/>
  <Override PartName="/ppt/tags/tag18.xml" ContentType="application/vnd.openxmlformats-officedocument.presentationml.tags+xml"/>
  <Override PartName="/ppt/embeddings/oleObject1.bin" ContentType="application/vnd.openxmlformats-officedocument.oleObject"/>
  <Override PartName="/ppt/media/image3.svg" ContentType="image/svg+xml"/>
  <Override PartName="/ppt/slideLayouts/slideLayout5.xml" ContentType="application/vnd.openxmlformats-officedocument.presentationml.slideLayout+xml"/>
  <Override PartName="/ppt/embeddings/oleObject4.bin" ContentType="application/vnd.openxmlformats-officedocument.oleObject"/>
  <Override PartName="/ppt/tags/tag49.xml" ContentType="application/vnd.openxmlformats-officedocument.presentationml.tags+xml"/>
  <Override PartName="/ppt/tags/tag48.xml" ContentType="application/vnd.openxmlformats-officedocument.presentationml.tags+xml"/>
  <Override PartName="/ppt/tags/tag47.xml" ContentType="application/vnd.openxmlformats-officedocument.presentationml.tags+xml"/>
  <Override PartName="/ppt/tags/tag52.xml" ContentType="application/vnd.openxmlformats-officedocument.presentationml.tags+xml"/>
  <Override PartName="/ppt/tags/tag51.xml" ContentType="application/vnd.openxmlformats-officedocument.presentationml.tags+xml"/>
  <Override PartName="/ppt/tags/tag50.xml" ContentType="application/vnd.openxmlformats-officedocument.presentationml.tags+xml"/>
  <Override PartName="/ppt/tags/tag9.xml" ContentType="application/vnd.openxmlformats-officedocument.presentationml.tags+xml"/>
  <Override PartName="/ppt/tags/tag14.xml" ContentType="application/vnd.openxmlformats-officedocument.presentationml.tags+xml"/>
  <Override PartName="/ppt/tags/tag22.xml" ContentType="application/vnd.openxmlformats-officedocument.presentationml.tags+xml"/>
  <Override PartName="/ppt/slideLayouts/slideLayout10.xml" ContentType="application/vnd.openxmlformats-officedocument.presentationml.slideLayout+xml"/>
  <Override PartName="/ppt/tags/tag94.xml" ContentType="application/vnd.openxmlformats-officedocument.presentationml.tags+xml"/>
  <Override PartName="/ppt/tags/tag89.xml" ContentType="application/vnd.openxmlformats-officedocument.presentationml.tags+xml"/>
  <Override PartName="/ppt/tags/tag93.xml" ContentType="application/vnd.openxmlformats-officedocument.presentationml.tags+xml"/>
  <Override PartName="/ppt/tags/tag88.xml" ContentType="application/vnd.openxmlformats-officedocument.presentationml.tags+xml"/>
  <Override PartName="/ppt/tags/tag87.xml" ContentType="application/vnd.openxmlformats-officedocument.presentationml.tags+xml"/>
  <Override PartName="/ppt/tags/tag92.xml" ContentType="application/vnd.openxmlformats-officedocument.presentationml.tags+xml"/>
  <Override PartName="/ppt/embeddings/oleObject9.bin" ContentType="application/vnd.openxmlformats-officedocument.oleObject"/>
  <Override PartName="/ppt/tags/tag91.xml" ContentType="application/vnd.openxmlformats-officedocument.presentationml.tags+xml"/>
  <Override PartName="/ppt/tags/tag90.xml" ContentType="application/vnd.openxmlformats-officedocument.presentationml.tags+xml"/>
  <Override PartName="/ppt/tags/tag95.xml" ContentType="application/vnd.openxmlformats-officedocument.presentationml.tags+xml"/>
  <Override PartName="/ppt/tags/tag5.xml" ContentType="application/vnd.openxmlformats-officedocument.presentationml.tags+xml"/>
  <Override PartName="/ppt/tags/tag17.xml" ContentType="application/vnd.openxmlformats-officedocument.presentationml.tags+xml"/>
  <Override PartName="/ppt/slideLayouts/slideLayout4.xml" ContentType="application/vnd.openxmlformats-officedocument.presentationml.slideLayout+xml"/>
  <Override PartName="/ppt/tags/tag45.xml" ContentType="application/vnd.openxmlformats-officedocument.presentationml.tags+xml"/>
  <Override PartName="/ppt/tags/tag44.xml" ContentType="application/vnd.openxmlformats-officedocument.presentationml.tags+xml"/>
  <Override PartName="/ppt/tags/tag43.xml" ContentType="application/vnd.openxmlformats-officedocument.presentationml.tags+xml"/>
  <Override PartName="/ppt/tags/tag46.xml" ContentType="application/vnd.openxmlformats-officedocument.presentationml.tags+xml"/>
  <Override PartName="/ppt/slideLayouts/slideLayout9.xml" ContentType="application/vnd.openxmlformats-officedocument.presentationml.slideLayout+xml"/>
  <Override PartName="/ppt/tags/tag85.xml" ContentType="application/vnd.openxmlformats-officedocument.presentationml.tags+xml"/>
  <Override PartName="/ppt/tags/tag80.xml" ContentType="application/vnd.openxmlformats-officedocument.presentationml.tags+xml"/>
  <Override PartName="/ppt/tags/tag84.xml" ContentType="application/vnd.openxmlformats-officedocument.presentationml.tags+xml"/>
  <Override PartName="/ppt/tags/tag79.xml" ContentType="application/vnd.openxmlformats-officedocument.presentationml.tags+xml"/>
  <Override PartName="/ppt/tags/tag78.xml" ContentType="application/vnd.openxmlformats-officedocument.presentationml.tags+xml"/>
  <Override PartName="/ppt/tags/tag83.xml" ContentType="application/vnd.openxmlformats-officedocument.presentationml.tags+xml"/>
  <Override PartName="/ppt/tags/tag82.xml" ContentType="application/vnd.openxmlformats-officedocument.presentationml.tags+xml"/>
  <Override PartName="/ppt/tags/tag81.xml" ContentType="application/vnd.openxmlformats-officedocument.presentationml.tags+xml"/>
  <Override PartName="/ppt/tags/tag86.xml" ContentType="application/vnd.openxmlformats-officedocument.presentationml.tags+xml"/>
  <Override PartName="/ppt/slideLayouts/slideLayout14.xml" ContentType="application/vnd.openxmlformats-officedocument.presentationml.slideLayout+xml"/>
  <Override PartName="/ppt/tags/tag116.xml" ContentType="application/vnd.openxmlformats-officedocument.presentationml.tags+xml"/>
  <Override PartName="/ppt/tags/tag115.xml" ContentType="application/vnd.openxmlformats-officedocument.presentationml.tags+xml"/>
  <Override PartName="/ppt/tags/tag114.xml" ContentType="application/vnd.openxmlformats-officedocument.presentationml.tags+xml"/>
  <Override PartName="/ppt/tags/tag117.xml" ContentType="application/vnd.openxmlformats-officedocument.presentationml.tags+xml"/>
  <Override PartName="/ppt/embeddings/oleObject10.bin" ContentType="application/vnd.openxmlformats-officedocument.oleObject"/>
  <Override PartName="/ppt/tags/tag8.xml" ContentType="application/vnd.openxmlformats-officedocument.presentationml.tags+xml"/>
  <Override PartName="/ppt/tags/tag13.xml" ContentType="application/vnd.openxmlformats-officedocument.presentationml.tags+xml"/>
  <Override PartName="/ppt/tags/tag16.xml" ContentType="application/vnd.openxmlformats-officedocument.presentationml.tags+xml"/>
  <Override PartName="/ppt/tags/tag21.xml" ContentType="application/vnd.openxmlformats-officedocument.presentationml.tags+xml"/>
  <Override PartName="/ppt/slideLayouts/slideLayout8.xml" ContentType="application/vnd.openxmlformats-officedocument.presentationml.slideLayout+xml"/>
  <Override PartName="/ppt/tags/tag76.xml" ContentType="application/vnd.openxmlformats-officedocument.presentationml.tags+xml"/>
  <Override PartName="/ppt/tags/tag71.xml" ContentType="application/vnd.openxmlformats-officedocument.presentationml.tags+xml"/>
  <Override PartName="/ppt/tags/tag75.xml" ContentType="application/vnd.openxmlformats-officedocument.presentationml.tags+xml"/>
  <Override PartName="/ppt/tags/tag70.xml" ContentType="application/vnd.openxmlformats-officedocument.presentationml.tags+xml"/>
  <Override PartName="/ppt/tags/tag69.xml" ContentType="application/vnd.openxmlformats-officedocument.presentationml.tags+xml"/>
  <Override PartName="/ppt/tags/tag74.xml" ContentType="application/vnd.openxmlformats-officedocument.presentationml.tags+xml"/>
  <Override PartName="/ppt/embeddings/oleObject7.bin" ContentType="application/vnd.openxmlformats-officedocument.oleObject"/>
  <Override PartName="/ppt/tags/tag73.xml" ContentType="application/vnd.openxmlformats-officedocument.presentationml.tags+xml"/>
  <Override PartName="/ppt/tags/tag72.xml" ContentType="application/vnd.openxmlformats-officedocument.presentationml.tags+xml"/>
  <Override PartName="/ppt/tags/tag77.xml" ContentType="application/vnd.openxmlformats-officedocument.presentationml.tags+xml"/>
  <Override PartName="/ppt/slideLayouts/slideLayout3.xml" ContentType="application/vnd.openxmlformats-officedocument.presentationml.slideLayout+xml"/>
  <Override PartName="/ppt/tags/tag41.xml" ContentType="application/vnd.openxmlformats-officedocument.presentationml.tags+xml"/>
  <Override PartName="/ppt/tags/tag40.xml" ContentType="application/vnd.openxmlformats-officedocument.presentationml.tags+xml"/>
  <Override PartName="/ppt/tags/tag39.xml" ContentType="application/vnd.openxmlformats-officedocument.presentationml.tags+xml"/>
  <Override PartName="/ppt/tags/tag42.xml" ContentType="application/vnd.openxmlformats-officedocument.presentationml.tags+xml"/>
  <Override PartName="/ppt/commentAuthors.xml" ContentType="application/vnd.openxmlformats-officedocument.presentationml.commentAuthors+xml"/>
  <Override PartName="/ppt/authors.xml" ContentType="application/vnd.ms-powerpoint.author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customXml/itemProps4.xml" ContentType="application/vnd.openxmlformats-officedocument.customXml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64" r:id="rId5"/>
  </p:sldMasterIdLst>
  <p:notesMasterIdLst>
    <p:notesMasterId r:id="rId6"/>
  </p:notesMasterIdLst>
  <p:handoutMasterIdLst>
    <p:handoutMasterId r:id="rId7"/>
  </p:handoutMasterIdLst>
  <p:sldIdLst>
    <p:sldId id="256" r:id="rId15"/>
    <p:sldId id="257" r:id="rId16"/>
    <p:sldId id="258" r:id="rId17"/>
  </p:sldIdLst>
  <p:sldSz cx="12192000" cy="6858000"/>
  <p:notesSz cx="7102475" cy="9388475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A497640-9F12-D0D7-23C7-745A10EB2387}" name="Srikanth Jayarajan" initials="SJ" userId="dMYpSlfjzFcYPEDsXjVgLmU1LCIkAjLNCqtAilE+2dM=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ley Rich" initials="HR" lastIdx="1" clrIdx="0">
    <p:extLst>
      <p:ext uri="{19B8F6BF-5375-455C-9EA6-DF929625EA0E}">
        <p15:presenceInfo xmlns:p15="http://schemas.microsoft.com/office/powerpoint/2012/main" userId="S-1-5-21-1801674531-1788223648-725345543-1185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D0D0"/>
    <a:srgbClr val="051C2C"/>
    <a:srgbClr val="000000"/>
    <a:srgbClr val="7F7F7F"/>
    <a:srgbClr val="AFC3FF"/>
    <a:srgbClr val="0D3171"/>
    <a:srgbClr val="E6E6E6"/>
    <a:srgbClr val="4D4D4D"/>
    <a:srgbClr val="00A9F4"/>
    <a:srgbClr val="1F40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6357" autoAdjust="0"/>
  </p:normalViewPr>
  <p:slideViewPr>
    <p:cSldViewPr snapToGrid="0" snapToObjects="1">
      <p:cViewPr varScale="1">
        <p:scale>
          <a:sx n="146" d="100"/>
          <a:sy n="146" d="100"/>
        </p:scale>
        <p:origin x="786" y="30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>
        <p:scale>
          <a:sx n="75" d="100"/>
          <a:sy n="75" d="100"/>
        </p:scale>
        <p:origin x="3954" y="2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18" Type="http://schemas.openxmlformats.org/officeDocument/2006/relationships/customXml" Target="../customXml/item4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1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61F79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135</c:v>
                </c:pt>
                <c:pt idx="2">
                  <c:v>162</c:v>
                </c:pt>
                <c:pt idx="3">
                  <c:v>190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one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none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61F79"/>
            </a:solidFill>
          </c:spPr>
          <c:cat>
            <c:strRef>
              <c:f>Sheet1!$A$2:$A$13</c:f>
              <c:strCache>
                <c:ptCount val="12"/>
                <c:pt idx="0">
                  <c:v>Acme Corp</c:v>
                </c:pt>
                <c:pt idx="1">
                  <c:v>Bolt Industries</c:v>
                </c:pt>
                <c:pt idx="2">
                  <c:v>Crane Tech</c:v>
                </c:pt>
                <c:pt idx="3">
                  <c:v>Delta Solutions</c:v>
                </c:pt>
                <c:pt idx="4">
                  <c:v>Echo Systems</c:v>
                </c:pt>
                <c:pt idx="5">
                  <c:v>Forge Analytics</c:v>
                </c:pt>
                <c:pt idx="6">
                  <c:v>Grid Power</c:v>
                </c:pt>
                <c:pt idx="7">
                  <c:v>Helix Bio</c:v>
                </c:pt>
                <c:pt idx="8">
                  <c:v>Ion Networks</c:v>
                </c:pt>
                <c:pt idx="9">
                  <c:v>Jet Logistics</c:v>
                </c:pt>
                <c:pt idx="10">
                  <c:v>Kappa Robotics</c:v>
                </c:pt>
                <c:pt idx="11">
                  <c:v>Luna Materials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420</c:v>
                </c:pt>
                <c:pt idx="1">
                  <c:v>310</c:v>
                </c:pt>
                <c:pt idx="2">
                  <c:v>280</c:v>
                </c:pt>
                <c:pt idx="3">
                  <c:v>195</c:v>
                </c:pt>
                <c:pt idx="4">
                  <c:v>540</c:v>
                </c:pt>
                <c:pt idx="5">
                  <c:v>165</c:v>
                </c:pt>
                <c:pt idx="6">
                  <c:v>390</c:v>
                </c:pt>
                <c:pt idx="7">
                  <c:v>225</c:v>
                </c:pt>
                <c:pt idx="8">
                  <c:v>470</c:v>
                </c:pt>
                <c:pt idx="9">
                  <c:v>350</c:v>
                </c:pt>
                <c:pt idx="10">
                  <c:v>290</c:v>
                </c:pt>
                <c:pt idx="11">
                  <c:v>180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one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none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EBITDA margin</c:v>
                </c:pt>
              </c:strCache>
            </c:strRef>
          </c:tx>
          <c:spPr>
            <a:solidFill>
              <a:srgbClr val="061F79"/>
            </a:solidFill>
          </c:spPr>
          <c:cat>
            <c:strRef>
              <c:f>Sheet1!$A$2:$A$13</c:f>
              <c:strCache>
                <c:ptCount val="12"/>
                <c:pt idx="0">
                  <c:v>Acme Corp</c:v>
                </c:pt>
                <c:pt idx="1">
                  <c:v>Bolt Industries</c:v>
                </c:pt>
                <c:pt idx="2">
                  <c:v>Crane Tech</c:v>
                </c:pt>
                <c:pt idx="3">
                  <c:v>Delta Solutions</c:v>
                </c:pt>
                <c:pt idx="4">
                  <c:v>Echo Systems</c:v>
                </c:pt>
                <c:pt idx="5">
                  <c:v>Forge Analytics</c:v>
                </c:pt>
                <c:pt idx="6">
                  <c:v>Grid Power</c:v>
                </c:pt>
                <c:pt idx="7">
                  <c:v>Helix Bio</c:v>
                </c:pt>
                <c:pt idx="8">
                  <c:v>Ion Networks</c:v>
                </c:pt>
                <c:pt idx="9">
                  <c:v>Jet Logistics</c:v>
                </c:pt>
                <c:pt idx="10">
                  <c:v>Kappa Robotics</c:v>
                </c:pt>
                <c:pt idx="11">
                  <c:v>Luna Materials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28</c:v>
                </c:pt>
                <c:pt idx="1">
                  <c:v>19</c:v>
                </c:pt>
                <c:pt idx="2">
                  <c:v>34</c:v>
                </c:pt>
                <c:pt idx="3">
                  <c:v>22</c:v>
                </c:pt>
                <c:pt idx="4">
                  <c:v>31</c:v>
                </c:pt>
                <c:pt idx="5">
                  <c:v>15</c:v>
                </c:pt>
                <c:pt idx="6">
                  <c:v>38</c:v>
                </c:pt>
                <c:pt idx="7">
                  <c:v>26</c:v>
                </c:pt>
                <c:pt idx="8">
                  <c:v>21</c:v>
                </c:pt>
                <c:pt idx="9">
                  <c:v>33</c:v>
                </c:pt>
                <c:pt idx="10">
                  <c:v>24</c:v>
                </c:pt>
                <c:pt idx="11">
                  <c:v>17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one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none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Growth rate</c:v>
                </c:pt>
              </c:strCache>
            </c:strRef>
          </c:tx>
          <c:spPr>
            <a:solidFill>
              <a:srgbClr val="061F79"/>
            </a:solidFill>
          </c:spPr>
          <c:cat>
            <c:strRef>
              <c:f>Sheet1!$A$2:$A$13</c:f>
              <c:strCache>
                <c:ptCount val="12"/>
                <c:pt idx="0">
                  <c:v>Acme Corp</c:v>
                </c:pt>
                <c:pt idx="1">
                  <c:v>Bolt Industries</c:v>
                </c:pt>
                <c:pt idx="2">
                  <c:v>Crane Tech</c:v>
                </c:pt>
                <c:pt idx="3">
                  <c:v>Delta Solutions</c:v>
                </c:pt>
                <c:pt idx="4">
                  <c:v>Echo Systems</c:v>
                </c:pt>
                <c:pt idx="5">
                  <c:v>Forge Analytics</c:v>
                </c:pt>
                <c:pt idx="6">
                  <c:v>Grid Power</c:v>
                </c:pt>
                <c:pt idx="7">
                  <c:v>Helix Bio</c:v>
                </c:pt>
                <c:pt idx="8">
                  <c:v>Ion Networks</c:v>
                </c:pt>
                <c:pt idx="9">
                  <c:v>Jet Logistics</c:v>
                </c:pt>
                <c:pt idx="10">
                  <c:v>Kappa Robotics</c:v>
                </c:pt>
                <c:pt idx="11">
                  <c:v>Luna Materials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</c:v>
                </c:pt>
                <c:pt idx="1">
                  <c:v>8</c:v>
                </c:pt>
                <c:pt idx="2">
                  <c:v>22</c:v>
                </c:pt>
                <c:pt idx="3">
                  <c:v>15</c:v>
                </c:pt>
                <c:pt idx="4">
                  <c:v>18</c:v>
                </c:pt>
                <c:pt idx="5">
                  <c:v>45</c:v>
                </c:pt>
                <c:pt idx="6">
                  <c:v>6</c:v>
                </c:pt>
                <c:pt idx="7">
                  <c:v>28</c:v>
                </c:pt>
                <c:pt idx="8">
                  <c:v>10</c:v>
                </c:pt>
                <c:pt idx="9">
                  <c:v>14</c:v>
                </c:pt>
                <c:pt idx="10">
                  <c:v>32</c:v>
                </c:pt>
                <c:pt idx="11">
                  <c:v>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one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none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spPr>
            <a:solidFill>
              <a:srgbClr val="061F79"/>
            </a:solidFill>
          </c:spPr>
          <c:cat>
            <c:strRef>
              <c:f>Sheet1!$A$2:$A$13</c:f>
              <c:strCache>
                <c:ptCount val="12"/>
                <c:pt idx="0">
                  <c:v>Acme Corp</c:v>
                </c:pt>
                <c:pt idx="1">
                  <c:v>Bolt Industries</c:v>
                </c:pt>
                <c:pt idx="2">
                  <c:v>Crane Tech</c:v>
                </c:pt>
                <c:pt idx="3">
                  <c:v>Delta Solutions</c:v>
                </c:pt>
                <c:pt idx="4">
                  <c:v>Echo Systems</c:v>
                </c:pt>
                <c:pt idx="5">
                  <c:v>Forge Analytics</c:v>
                </c:pt>
                <c:pt idx="6">
                  <c:v>Grid Power</c:v>
                </c:pt>
                <c:pt idx="7">
                  <c:v>Helix Bio</c:v>
                </c:pt>
                <c:pt idx="8">
                  <c:v>Ion Networks</c:v>
                </c:pt>
                <c:pt idx="9">
                  <c:v>Jet Logistics</c:v>
                </c:pt>
                <c:pt idx="10">
                  <c:v>Kappa Robotics</c:v>
                </c:pt>
                <c:pt idx="11">
                  <c:v>Luna Materials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</c:v>
                </c:pt>
                <c:pt idx="1">
                  <c:v>12</c:v>
                </c:pt>
                <c:pt idx="2">
                  <c:v>9</c:v>
                </c:pt>
                <c:pt idx="3">
                  <c:v>15</c:v>
                </c:pt>
                <c:pt idx="4">
                  <c:v>24</c:v>
                </c:pt>
                <c:pt idx="5">
                  <c:v>5</c:v>
                </c:pt>
                <c:pt idx="6">
                  <c:v>21</c:v>
                </c:pt>
                <c:pt idx="7">
                  <c:v>14</c:v>
                </c:pt>
                <c:pt idx="8">
                  <c:v>28</c:v>
                </c:pt>
                <c:pt idx="9">
                  <c:v>16</c:v>
                </c:pt>
                <c:pt idx="10">
                  <c:v>11</c:v>
                </c:pt>
                <c:pt idx="11">
                  <c:v>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one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none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11 April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14400" tIns="47114" rIns="94229" bIns="47114" rtlCol="0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14400" bIns="47114" rtlCol="0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1DF34805-1F01-4BDA-A8CA-FCEA2B4BC8D0}" type="datetime3">
              <a:rPr lang="en-US" smtClean="0"/>
              <a:pPr/>
              <a:t>11 April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563563"/>
            <a:ext cx="5632450" cy="316865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14400" tIns="47114" rIns="94229" bIns="47114" rtlCol="0" anchor="b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14400" bIns="47114" rtlCol="0" anchor="b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CF5EBCF4-26FC-4F76-8DA1-52FDDC328D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0CB7C52D-12F1-4B27-95B4-DB01358D5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400"/>
      </a:spcBef>
      <a:spcAft>
        <a:spcPts val="400"/>
      </a:spcAft>
      <a:defRPr lang="en-US" sz="11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171450" indent="-171450" algn="l" defTabSz="914400" rtl="0" eaLnBrk="1" latinLnBrk="0" hangingPunct="1">
      <a:buFont typeface="Wingdings" panose="05000000000000000000" pitchFamily="2" charset="2"/>
      <a:buChar char=""/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400050" indent="-171450" algn="l" defTabSz="914400" rtl="0" eaLnBrk="1" latinLnBrk="0" hangingPunct="1">
      <a:buFont typeface="Arial" panose="020B0604020202020204" pitchFamily="34" charset="0"/>
      <a:buChar char="―"/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579437" indent="-171450" algn="l" defTabSz="914400" rtl="0" eaLnBrk="1" latinLnBrk="0" hangingPunct="1">
      <a:buFont typeface="Arial" panose="020B0604020202020204" pitchFamily="34" charset="0"/>
      <a:buChar char="»"/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750887" indent="-171450" algn="l" defTabSz="914400" rtl="0" eaLnBrk="1" latinLnBrk="0" hangingPunct="1">
      <a:buFont typeface="Arial" panose="020B0604020202020204" pitchFamily="34" charset="0"/>
      <a:buChar char="›"/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tags" Target="../tags/tag24.xml"/><Relationship Id="rId3" Type="http://schemas.openxmlformats.org/officeDocument/2006/relationships/tags" Target="../tags/tag25.xml"/><Relationship Id="rId4" Type="http://schemas.openxmlformats.org/officeDocument/2006/relationships/tags" Target="../tags/tag26.xml"/><Relationship Id="rId5" Type="http://schemas.openxmlformats.org/officeDocument/2006/relationships/tags" Target="../tags/tag27.xml"/><Relationship Id="rId6" Type="http://schemas.openxmlformats.org/officeDocument/2006/relationships/tags" Target="../tags/tag28.xml"/><Relationship Id="rId7" Type="http://schemas.openxmlformats.org/officeDocument/2006/relationships/tags" Target="../tags/tag29.xml"/><Relationship Id="rId8" Type="http://schemas.openxmlformats.org/officeDocument/2006/relationships/tags" Target="../tags/tag30.xml"/><Relationship Id="rId9" Type="http://schemas.openxmlformats.org/officeDocument/2006/relationships/tags" Target="../tags/tag31.xml"/><Relationship Id="rId10" Type="http://schemas.openxmlformats.org/officeDocument/2006/relationships/slideMaster" Target="../slideMasters/slideMaster1.xml"/><Relationship Id="rId11" Type="http://schemas.openxmlformats.org/officeDocument/2006/relationships/image" Target="../media/image4.jpg"/><Relationship Id="rId12" Type="http://schemas.openxmlformats.org/officeDocument/2006/relationships/image" Target="../media/image5.png"/><Relationship Id="rId13" Type="http://schemas.openxmlformats.org/officeDocument/2006/relationships/image" Target="../media/image6.svg"/><Relationship Id="rId14" Type="http://schemas.openxmlformats.org/officeDocument/2006/relationships/oleObject" Target="../embeddings/oleObject2.bin"/><Relationship Id="rId15" Type="http://schemas.openxmlformats.org/officeDocument/2006/relationships/image" Target="../media/image7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tags" Target="../tags/tag33.xml"/><Relationship Id="rId3" Type="http://schemas.openxmlformats.org/officeDocument/2006/relationships/tags" Target="../tags/tag34.xml"/><Relationship Id="rId4" Type="http://schemas.openxmlformats.org/officeDocument/2006/relationships/tags" Target="../tags/tag35.xml"/><Relationship Id="rId5" Type="http://schemas.openxmlformats.org/officeDocument/2006/relationships/tags" Target="../tags/tag36.xml"/><Relationship Id="rId6" Type="http://schemas.openxmlformats.org/officeDocument/2006/relationships/tags" Target="../tags/tag37.xml"/><Relationship Id="rId7" Type="http://schemas.openxmlformats.org/officeDocument/2006/relationships/tags" Target="../tags/tag38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3.bin"/><Relationship Id="rId10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tags" Target="../tags/tag40.xml"/><Relationship Id="rId3" Type="http://schemas.openxmlformats.org/officeDocument/2006/relationships/tags" Target="../tags/tag41.xml"/><Relationship Id="rId4" Type="http://schemas.openxmlformats.org/officeDocument/2006/relationships/tags" Target="../tags/tag42.xml"/><Relationship Id="rId5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Relationship Id="rId6" Type="http://schemas.openxmlformats.org/officeDocument/2006/relationships/tags" Target="../tags/tag52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4.bin"/><Relationship Id="rId9" Type="http://schemas.openxmlformats.org/officeDocument/2006/relationships/image" Target="../media/image8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tags" Target="../tags/tag59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5.bin"/><Relationship Id="rId10" Type="http://schemas.openxmlformats.org/officeDocument/2006/relationships/image" Target="../media/image8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tags" Target="../tags/tag61.xml"/><Relationship Id="rId3" Type="http://schemas.openxmlformats.org/officeDocument/2006/relationships/tags" Target="../tags/tag62.xml"/><Relationship Id="rId4" Type="http://schemas.openxmlformats.org/officeDocument/2006/relationships/tags" Target="../tags/tag63.xml"/><Relationship Id="rId5" Type="http://schemas.openxmlformats.org/officeDocument/2006/relationships/tags" Target="../tags/tag64.xml"/><Relationship Id="rId6" Type="http://schemas.openxmlformats.org/officeDocument/2006/relationships/tags" Target="../tags/tag65.xml"/><Relationship Id="rId7" Type="http://schemas.openxmlformats.org/officeDocument/2006/relationships/tags" Target="../tags/tag66.xml"/><Relationship Id="rId8" Type="http://schemas.openxmlformats.org/officeDocument/2006/relationships/tags" Target="../tags/tag67.xml"/><Relationship Id="rId9" Type="http://schemas.openxmlformats.org/officeDocument/2006/relationships/tags" Target="../tags/tag68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6.bin"/><Relationship Id="rId12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tags" Target="../tags/tag70.xml"/><Relationship Id="rId3" Type="http://schemas.openxmlformats.org/officeDocument/2006/relationships/tags" Target="../tags/tag71.xml"/><Relationship Id="rId4" Type="http://schemas.openxmlformats.org/officeDocument/2006/relationships/tags" Target="../tags/tag72.xml"/><Relationship Id="rId5" Type="http://schemas.openxmlformats.org/officeDocument/2006/relationships/tags" Target="../tags/tag73.xml"/><Relationship Id="rId6" Type="http://schemas.openxmlformats.org/officeDocument/2006/relationships/tags" Target="../tags/tag74.xml"/><Relationship Id="rId7" Type="http://schemas.openxmlformats.org/officeDocument/2006/relationships/tags" Target="../tags/tag75.xml"/><Relationship Id="rId8" Type="http://schemas.openxmlformats.org/officeDocument/2006/relationships/tags" Target="../tags/tag76.xml"/><Relationship Id="rId9" Type="http://schemas.openxmlformats.org/officeDocument/2006/relationships/tags" Target="../tags/tag77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7.bin"/><Relationship Id="rId12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78.xml"/><Relationship Id="rId2" Type="http://schemas.openxmlformats.org/officeDocument/2006/relationships/tags" Target="../tags/tag79.xml"/><Relationship Id="rId3" Type="http://schemas.openxmlformats.org/officeDocument/2006/relationships/tags" Target="../tags/tag80.xml"/><Relationship Id="rId4" Type="http://schemas.openxmlformats.org/officeDocument/2006/relationships/tags" Target="../tags/tag81.xml"/><Relationship Id="rId5" Type="http://schemas.openxmlformats.org/officeDocument/2006/relationships/tags" Target="../tags/tag82.xml"/><Relationship Id="rId6" Type="http://schemas.openxmlformats.org/officeDocument/2006/relationships/tags" Target="../tags/tag83.xml"/><Relationship Id="rId7" Type="http://schemas.openxmlformats.org/officeDocument/2006/relationships/tags" Target="../tags/tag84.xml"/><Relationship Id="rId8" Type="http://schemas.openxmlformats.org/officeDocument/2006/relationships/tags" Target="../tags/tag85.xml"/><Relationship Id="rId9" Type="http://schemas.openxmlformats.org/officeDocument/2006/relationships/tags" Target="../tags/tag86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8.bin"/><Relationship Id="rId12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87.xml"/><Relationship Id="rId2" Type="http://schemas.openxmlformats.org/officeDocument/2006/relationships/tags" Target="../tags/tag88.xml"/><Relationship Id="rId3" Type="http://schemas.openxmlformats.org/officeDocument/2006/relationships/tags" Target="../tags/tag89.xml"/><Relationship Id="rId4" Type="http://schemas.openxmlformats.org/officeDocument/2006/relationships/tags" Target="../tags/tag90.xml"/><Relationship Id="rId5" Type="http://schemas.openxmlformats.org/officeDocument/2006/relationships/tags" Target="../tags/tag91.xml"/><Relationship Id="rId6" Type="http://schemas.openxmlformats.org/officeDocument/2006/relationships/tags" Target="../tags/tag92.xml"/><Relationship Id="rId7" Type="http://schemas.openxmlformats.org/officeDocument/2006/relationships/tags" Target="../tags/tag93.xml"/><Relationship Id="rId8" Type="http://schemas.openxmlformats.org/officeDocument/2006/relationships/tags" Target="../tags/tag94.xml"/><Relationship Id="rId9" Type="http://schemas.openxmlformats.org/officeDocument/2006/relationships/tags" Target="../tags/tag95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9.bin"/><Relationship Id="rId12" Type="http://schemas.openxmlformats.org/officeDocument/2006/relationships/image" Target="../media/image9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96.xml"/><Relationship Id="rId2" Type="http://schemas.openxmlformats.org/officeDocument/2006/relationships/tags" Target="../tags/tag97.xml"/><Relationship Id="rId3" Type="http://schemas.openxmlformats.org/officeDocument/2006/relationships/tags" Target="../tags/tag98.xml"/><Relationship Id="rId4" Type="http://schemas.openxmlformats.org/officeDocument/2006/relationships/tags" Target="../tags/tag99.xml"/><Relationship Id="rId5" Type="http://schemas.openxmlformats.org/officeDocument/2006/relationships/tags" Target="../tags/tag100.xml"/><Relationship Id="rId6" Type="http://schemas.openxmlformats.org/officeDocument/2006/relationships/tags" Target="../tags/tag101.xml"/><Relationship Id="rId7" Type="http://schemas.openxmlformats.org/officeDocument/2006/relationships/tags" Target="../tags/tag102.xml"/><Relationship Id="rId8" Type="http://schemas.openxmlformats.org/officeDocument/2006/relationships/tags" Target="../tags/tag103.xml"/><Relationship Id="rId9" Type="http://schemas.openxmlformats.org/officeDocument/2006/relationships/tags" Target="../tags/tag104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8.bin"/><Relationship Id="rId12" Type="http://schemas.openxmlformats.org/officeDocument/2006/relationships/image" Target="../media/image1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05.xml"/><Relationship Id="rId2" Type="http://schemas.openxmlformats.org/officeDocument/2006/relationships/tags" Target="../tags/tag106.xml"/><Relationship Id="rId3" Type="http://schemas.openxmlformats.org/officeDocument/2006/relationships/tags" Target="../tags/tag107.xml"/><Relationship Id="rId4" Type="http://schemas.openxmlformats.org/officeDocument/2006/relationships/tags" Target="../tags/tag108.xml"/><Relationship Id="rId5" Type="http://schemas.openxmlformats.org/officeDocument/2006/relationships/tags" Target="../tags/tag109.xml"/><Relationship Id="rId6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10.xml"/><Relationship Id="rId2" Type="http://schemas.openxmlformats.org/officeDocument/2006/relationships/tags" Target="../tags/tag111.xml"/><Relationship Id="rId3" Type="http://schemas.openxmlformats.org/officeDocument/2006/relationships/tags" Target="../tags/tag112.xml"/><Relationship Id="rId4" Type="http://schemas.openxmlformats.org/officeDocument/2006/relationships/tags" Target="../tags/tag113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14.xml"/><Relationship Id="rId2" Type="http://schemas.openxmlformats.org/officeDocument/2006/relationships/tags" Target="../tags/tag115.xml"/><Relationship Id="rId3" Type="http://schemas.openxmlformats.org/officeDocument/2006/relationships/tags" Target="../tags/tag116.xml"/><Relationship Id="rId4" Type="http://schemas.openxmlformats.org/officeDocument/2006/relationships/tags" Target="../tags/tag117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4.jpg"/><Relationship Id="rId7" Type="http://schemas.openxmlformats.org/officeDocument/2006/relationships/image" Target="../media/image10.png"/><Relationship Id="rId8" Type="http://schemas.openxmlformats.org/officeDocument/2006/relationships/image" Target="../media/image11.svg"/><Relationship Id="rId9" Type="http://schemas.openxmlformats.org/officeDocument/2006/relationships/oleObject" Target="../embeddings/oleObject10.bin"/><Relationship Id="rId10" Type="http://schemas.openxmlformats.org/officeDocument/2006/relationships/image" Target="../media/image7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39.xml"/><Relationship Id="rId2" Type="http://schemas.openxmlformats.org/officeDocument/2006/relationships/tags" Target="../tags/tag140.xml"/><Relationship Id="rId3" Type="http://schemas.openxmlformats.org/officeDocument/2006/relationships/tags" Target="../tags/tag141.xml"/><Relationship Id="rId4" Type="http://schemas.openxmlformats.org/officeDocument/2006/relationships/tags" Target="../tags/tag142.xml"/><Relationship Id="rId5" Type="http://schemas.openxmlformats.org/officeDocument/2006/relationships/tags" Target="../tags/tag143.xml"/><Relationship Id="rId6" Type="http://schemas.openxmlformats.org/officeDocument/2006/relationships/tags" Target="../tags/tag144.xml"/><Relationship Id="rId7" Type="http://schemas.openxmlformats.org/officeDocument/2006/relationships/tags" Target="../tags/tag145.xml"/><Relationship Id="rId8" Type="http://schemas.openxmlformats.org/officeDocument/2006/relationships/tags" Target="../tags/tag146.xml"/><Relationship Id="rId9" Type="http://schemas.openxmlformats.org/officeDocument/2006/relationships/tags" Target="../tags/tag147.xml"/><Relationship Id="rId10" Type="http://schemas.openxmlformats.org/officeDocument/2006/relationships/slideMaster" Target="../slideMasters/slideMaster2.xml"/><Relationship Id="rId11" Type="http://schemas.openxmlformats.org/officeDocument/2006/relationships/image" Target="../media/image4.jpg"/><Relationship Id="rId12" Type="http://schemas.openxmlformats.org/officeDocument/2006/relationships/image" Target="../media/image5.png"/><Relationship Id="rId13" Type="http://schemas.openxmlformats.org/officeDocument/2006/relationships/image" Target="../media/image6.svg"/><Relationship Id="rId14" Type="http://schemas.openxmlformats.org/officeDocument/2006/relationships/oleObject" Target="../embeddings/oleObject12.bin"/><Relationship Id="rId15" Type="http://schemas.openxmlformats.org/officeDocument/2006/relationships/image" Target="../media/image7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48.xml"/><Relationship Id="rId2" Type="http://schemas.openxmlformats.org/officeDocument/2006/relationships/tags" Target="../tags/tag149.xml"/><Relationship Id="rId3" Type="http://schemas.openxmlformats.org/officeDocument/2006/relationships/tags" Target="../tags/tag150.xml"/><Relationship Id="rId4" Type="http://schemas.openxmlformats.org/officeDocument/2006/relationships/tags" Target="../tags/tag151.xml"/><Relationship Id="rId5" Type="http://schemas.openxmlformats.org/officeDocument/2006/relationships/tags" Target="../tags/tag152.xml"/><Relationship Id="rId6" Type="http://schemas.openxmlformats.org/officeDocument/2006/relationships/tags" Target="../tags/tag153.xml"/><Relationship Id="rId7" Type="http://schemas.openxmlformats.org/officeDocument/2006/relationships/tags" Target="../tags/tag154.xml"/><Relationship Id="rId8" Type="http://schemas.openxmlformats.org/officeDocument/2006/relationships/slideMaster" Target="../slideMasters/slideMaster2.xml"/><Relationship Id="rId9" Type="http://schemas.openxmlformats.org/officeDocument/2006/relationships/oleObject" Target="../embeddings/oleObject13.bin"/><Relationship Id="rId10" Type="http://schemas.openxmlformats.org/officeDocument/2006/relationships/image" Target="../media/image1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55.xml"/><Relationship Id="rId2" Type="http://schemas.openxmlformats.org/officeDocument/2006/relationships/tags" Target="../tags/tag156.xml"/><Relationship Id="rId3" Type="http://schemas.openxmlformats.org/officeDocument/2006/relationships/tags" Target="../tags/tag157.xml"/><Relationship Id="rId4" Type="http://schemas.openxmlformats.org/officeDocument/2006/relationships/tags" Target="../tags/tag158.xml"/><Relationship Id="rId5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159.xml"/><Relationship Id="rId2" Type="http://schemas.openxmlformats.org/officeDocument/2006/relationships/tags" Target="../tags/tag160.xml"/><Relationship Id="rId3" Type="http://schemas.openxmlformats.org/officeDocument/2006/relationships/tags" Target="../tags/tag161.xml"/><Relationship Id="rId4" Type="http://schemas.openxmlformats.org/officeDocument/2006/relationships/tags" Target="../tags/tag162.xml"/><Relationship Id="rId5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163.xml"/><Relationship Id="rId2" Type="http://schemas.openxmlformats.org/officeDocument/2006/relationships/tags" Target="../tags/tag164.xml"/><Relationship Id="rId3" Type="http://schemas.openxmlformats.org/officeDocument/2006/relationships/tags" Target="../tags/tag165.xml"/><Relationship Id="rId4" Type="http://schemas.openxmlformats.org/officeDocument/2006/relationships/tags" Target="../tags/tag166.xml"/><Relationship Id="rId5" Type="http://schemas.openxmlformats.org/officeDocument/2006/relationships/tags" Target="../tags/tag167.xml"/><Relationship Id="rId6" Type="http://schemas.openxmlformats.org/officeDocument/2006/relationships/tags" Target="../tags/tag168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14.bin"/><Relationship Id="rId9" Type="http://schemas.openxmlformats.org/officeDocument/2006/relationships/image" Target="../media/image8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169.xml"/><Relationship Id="rId2" Type="http://schemas.openxmlformats.org/officeDocument/2006/relationships/tags" Target="../tags/tag170.xml"/><Relationship Id="rId3" Type="http://schemas.openxmlformats.org/officeDocument/2006/relationships/tags" Target="../tags/tag171.xml"/><Relationship Id="rId4" Type="http://schemas.openxmlformats.org/officeDocument/2006/relationships/tags" Target="../tags/tag172.xml"/><Relationship Id="rId5" Type="http://schemas.openxmlformats.org/officeDocument/2006/relationships/tags" Target="../tags/tag173.xml"/><Relationship Id="rId6" Type="http://schemas.openxmlformats.org/officeDocument/2006/relationships/tags" Target="../tags/tag174.xml"/><Relationship Id="rId7" Type="http://schemas.openxmlformats.org/officeDocument/2006/relationships/tags" Target="../tags/tag175.xml"/><Relationship Id="rId8" Type="http://schemas.openxmlformats.org/officeDocument/2006/relationships/slideMaster" Target="../slideMasters/slideMaster2.xml"/><Relationship Id="rId9" Type="http://schemas.openxmlformats.org/officeDocument/2006/relationships/oleObject" Target="../embeddings/oleObject15.bin"/><Relationship Id="rId10" Type="http://schemas.openxmlformats.org/officeDocument/2006/relationships/image" Target="../media/image8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176.xml"/><Relationship Id="rId2" Type="http://schemas.openxmlformats.org/officeDocument/2006/relationships/tags" Target="../tags/tag177.xml"/><Relationship Id="rId3" Type="http://schemas.openxmlformats.org/officeDocument/2006/relationships/tags" Target="../tags/tag178.xml"/><Relationship Id="rId4" Type="http://schemas.openxmlformats.org/officeDocument/2006/relationships/tags" Target="../tags/tag179.xml"/><Relationship Id="rId5" Type="http://schemas.openxmlformats.org/officeDocument/2006/relationships/tags" Target="../tags/tag180.xml"/><Relationship Id="rId6" Type="http://schemas.openxmlformats.org/officeDocument/2006/relationships/tags" Target="../tags/tag181.xml"/><Relationship Id="rId7" Type="http://schemas.openxmlformats.org/officeDocument/2006/relationships/tags" Target="../tags/tag182.xml"/><Relationship Id="rId8" Type="http://schemas.openxmlformats.org/officeDocument/2006/relationships/tags" Target="../tags/tag183.xml"/><Relationship Id="rId9" Type="http://schemas.openxmlformats.org/officeDocument/2006/relationships/tags" Target="../tags/tag184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16.bin"/><Relationship Id="rId12" Type="http://schemas.openxmlformats.org/officeDocument/2006/relationships/image" Target="../media/image1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185.xml"/><Relationship Id="rId2" Type="http://schemas.openxmlformats.org/officeDocument/2006/relationships/tags" Target="../tags/tag186.xml"/><Relationship Id="rId3" Type="http://schemas.openxmlformats.org/officeDocument/2006/relationships/tags" Target="../tags/tag187.xml"/><Relationship Id="rId4" Type="http://schemas.openxmlformats.org/officeDocument/2006/relationships/tags" Target="../tags/tag188.xml"/><Relationship Id="rId5" Type="http://schemas.openxmlformats.org/officeDocument/2006/relationships/tags" Target="../tags/tag189.xml"/><Relationship Id="rId6" Type="http://schemas.openxmlformats.org/officeDocument/2006/relationships/tags" Target="../tags/tag190.xml"/><Relationship Id="rId7" Type="http://schemas.openxmlformats.org/officeDocument/2006/relationships/tags" Target="../tags/tag191.xml"/><Relationship Id="rId8" Type="http://schemas.openxmlformats.org/officeDocument/2006/relationships/tags" Target="../tags/tag192.xml"/><Relationship Id="rId9" Type="http://schemas.openxmlformats.org/officeDocument/2006/relationships/tags" Target="../tags/tag193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17.bin"/><Relationship Id="rId12" Type="http://schemas.openxmlformats.org/officeDocument/2006/relationships/image" Target="../media/image1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194.xml"/><Relationship Id="rId2" Type="http://schemas.openxmlformats.org/officeDocument/2006/relationships/tags" Target="../tags/tag195.xml"/><Relationship Id="rId3" Type="http://schemas.openxmlformats.org/officeDocument/2006/relationships/tags" Target="../tags/tag196.xml"/><Relationship Id="rId4" Type="http://schemas.openxmlformats.org/officeDocument/2006/relationships/tags" Target="../tags/tag197.xml"/><Relationship Id="rId5" Type="http://schemas.openxmlformats.org/officeDocument/2006/relationships/tags" Target="../tags/tag198.xml"/><Relationship Id="rId6" Type="http://schemas.openxmlformats.org/officeDocument/2006/relationships/tags" Target="../tags/tag199.xml"/><Relationship Id="rId7" Type="http://schemas.openxmlformats.org/officeDocument/2006/relationships/tags" Target="../tags/tag200.xml"/><Relationship Id="rId8" Type="http://schemas.openxmlformats.org/officeDocument/2006/relationships/tags" Target="../tags/tag201.xml"/><Relationship Id="rId9" Type="http://schemas.openxmlformats.org/officeDocument/2006/relationships/tags" Target="../tags/tag202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18.bin"/><Relationship Id="rId12" Type="http://schemas.openxmlformats.org/officeDocument/2006/relationships/image" Target="../media/image14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03.xml"/><Relationship Id="rId2" Type="http://schemas.openxmlformats.org/officeDocument/2006/relationships/tags" Target="../tags/tag204.xml"/><Relationship Id="rId3" Type="http://schemas.openxmlformats.org/officeDocument/2006/relationships/tags" Target="../tags/tag205.xml"/><Relationship Id="rId4" Type="http://schemas.openxmlformats.org/officeDocument/2006/relationships/tags" Target="../tags/tag206.xml"/><Relationship Id="rId5" Type="http://schemas.openxmlformats.org/officeDocument/2006/relationships/tags" Target="../tags/tag207.xml"/><Relationship Id="rId6" Type="http://schemas.openxmlformats.org/officeDocument/2006/relationships/tags" Target="../tags/tag208.xml"/><Relationship Id="rId7" Type="http://schemas.openxmlformats.org/officeDocument/2006/relationships/tags" Target="../tags/tag209.xml"/><Relationship Id="rId8" Type="http://schemas.openxmlformats.org/officeDocument/2006/relationships/tags" Target="../tags/tag210.xml"/><Relationship Id="rId9" Type="http://schemas.openxmlformats.org/officeDocument/2006/relationships/tags" Target="../tags/tag211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19.bin"/><Relationship Id="rId12" Type="http://schemas.openxmlformats.org/officeDocument/2006/relationships/image" Target="../media/image1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212.xml"/><Relationship Id="rId2" Type="http://schemas.openxmlformats.org/officeDocument/2006/relationships/tags" Target="../tags/tag213.xml"/><Relationship Id="rId3" Type="http://schemas.openxmlformats.org/officeDocument/2006/relationships/tags" Target="../tags/tag214.xml"/><Relationship Id="rId4" Type="http://schemas.openxmlformats.org/officeDocument/2006/relationships/tags" Target="../tags/tag215.xml"/><Relationship Id="rId5" Type="http://schemas.openxmlformats.org/officeDocument/2006/relationships/tags" Target="../tags/tag216.xml"/><Relationship Id="rId6" Type="http://schemas.openxmlformats.org/officeDocument/2006/relationships/tags" Target="../tags/tag217.xml"/><Relationship Id="rId7" Type="http://schemas.openxmlformats.org/officeDocument/2006/relationships/tags" Target="../tags/tag218.xml"/><Relationship Id="rId8" Type="http://schemas.openxmlformats.org/officeDocument/2006/relationships/tags" Target="../tags/tag219.xml"/><Relationship Id="rId9" Type="http://schemas.openxmlformats.org/officeDocument/2006/relationships/tags" Target="../tags/tag220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20.bin"/><Relationship Id="rId12" Type="http://schemas.openxmlformats.org/officeDocument/2006/relationships/image" Target="../media/image14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221.xml"/><Relationship Id="rId2" Type="http://schemas.openxmlformats.org/officeDocument/2006/relationships/tags" Target="../tags/tag222.xml"/><Relationship Id="rId3" Type="http://schemas.openxmlformats.org/officeDocument/2006/relationships/tags" Target="../tags/tag223.xml"/><Relationship Id="rId4" Type="http://schemas.openxmlformats.org/officeDocument/2006/relationships/tags" Target="../tags/tag224.xml"/><Relationship Id="rId5" Type="http://schemas.openxmlformats.org/officeDocument/2006/relationships/tags" Target="../tags/tag225.xml"/><Relationship Id="rId6" Type="http://schemas.openxmlformats.org/officeDocument/2006/relationships/tags" Target="../tags/tag226.xml"/><Relationship Id="rId7" Type="http://schemas.openxmlformats.org/officeDocument/2006/relationships/tags" Target="../tags/tag227.xml"/><Relationship Id="rId8" Type="http://schemas.openxmlformats.org/officeDocument/2006/relationships/tags" Target="../tags/tag228.xml"/><Relationship Id="rId9" Type="http://schemas.openxmlformats.org/officeDocument/2006/relationships/tags" Target="../tags/tag229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21.bin"/><Relationship Id="rId12" Type="http://schemas.openxmlformats.org/officeDocument/2006/relationships/image" Target="../media/image14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230.xml"/><Relationship Id="rId2" Type="http://schemas.openxmlformats.org/officeDocument/2006/relationships/tags" Target="../tags/tag231.xml"/><Relationship Id="rId3" Type="http://schemas.openxmlformats.org/officeDocument/2006/relationships/tags" Target="../tags/tag232.xml"/><Relationship Id="rId4" Type="http://schemas.openxmlformats.org/officeDocument/2006/relationships/tags" Target="../tags/tag233.xml"/><Relationship Id="rId5" Type="http://schemas.openxmlformats.org/officeDocument/2006/relationships/tags" Target="../tags/tag234.xml"/><Relationship Id="rId6" Type="http://schemas.openxmlformats.org/officeDocument/2006/relationships/tags" Target="../tags/tag235.xml"/><Relationship Id="rId7" Type="http://schemas.openxmlformats.org/officeDocument/2006/relationships/tags" Target="../tags/tag236.xml"/><Relationship Id="rId8" Type="http://schemas.openxmlformats.org/officeDocument/2006/relationships/tags" Target="../tags/tag237.xml"/><Relationship Id="rId9" Type="http://schemas.openxmlformats.org/officeDocument/2006/relationships/tags" Target="../tags/tag238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22.bin"/><Relationship Id="rId12" Type="http://schemas.openxmlformats.org/officeDocument/2006/relationships/image" Target="../media/image1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239.xml"/><Relationship Id="rId2" Type="http://schemas.openxmlformats.org/officeDocument/2006/relationships/tags" Target="../tags/tag240.xml"/><Relationship Id="rId3" Type="http://schemas.openxmlformats.org/officeDocument/2006/relationships/tags" Target="../tags/tag241.xml"/><Relationship Id="rId4" Type="http://schemas.openxmlformats.org/officeDocument/2006/relationships/tags" Target="../tags/tag242.xml"/><Relationship Id="rId5" Type="http://schemas.openxmlformats.org/officeDocument/2006/relationships/tags" Target="../tags/tag243.xml"/><Relationship Id="rId6" Type="http://schemas.openxmlformats.org/officeDocument/2006/relationships/tags" Target="../tags/tag244.xml"/><Relationship Id="rId7" Type="http://schemas.openxmlformats.org/officeDocument/2006/relationships/tags" Target="../tags/tag245.xml"/><Relationship Id="rId8" Type="http://schemas.openxmlformats.org/officeDocument/2006/relationships/tags" Target="../tags/tag246.xml"/><Relationship Id="rId9" Type="http://schemas.openxmlformats.org/officeDocument/2006/relationships/tags" Target="../tags/tag247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23.bin"/><Relationship Id="rId12" Type="http://schemas.openxmlformats.org/officeDocument/2006/relationships/image" Target="../media/image1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248.xml"/><Relationship Id="rId2" Type="http://schemas.openxmlformats.org/officeDocument/2006/relationships/tags" Target="../tags/tag249.xml"/><Relationship Id="rId3" Type="http://schemas.openxmlformats.org/officeDocument/2006/relationships/tags" Target="../tags/tag250.xml"/><Relationship Id="rId4" Type="http://schemas.openxmlformats.org/officeDocument/2006/relationships/tags" Target="../tags/tag251.xml"/><Relationship Id="rId5" Type="http://schemas.openxmlformats.org/officeDocument/2006/relationships/tags" Target="../tags/tag252.xml"/><Relationship Id="rId6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253.xml"/><Relationship Id="rId2" Type="http://schemas.openxmlformats.org/officeDocument/2006/relationships/tags" Target="../tags/tag254.xml"/><Relationship Id="rId3" Type="http://schemas.openxmlformats.org/officeDocument/2006/relationships/tags" Target="../tags/tag255.xml"/><Relationship Id="rId4" Type="http://schemas.openxmlformats.org/officeDocument/2006/relationships/tags" Target="../tags/tag256.xml"/><Relationship Id="rId5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257.xml"/><Relationship Id="rId2" Type="http://schemas.openxmlformats.org/officeDocument/2006/relationships/tags" Target="../tags/tag258.xml"/><Relationship Id="rId3" Type="http://schemas.openxmlformats.org/officeDocument/2006/relationships/tags" Target="../tags/tag259.xml"/><Relationship Id="rId4" Type="http://schemas.openxmlformats.org/officeDocument/2006/relationships/tags" Target="../tags/tag260.xml"/><Relationship Id="rId5" Type="http://schemas.openxmlformats.org/officeDocument/2006/relationships/slideMaster" Target="../slideMasters/slideMaster2.xml"/><Relationship Id="rId6" Type="http://schemas.openxmlformats.org/officeDocument/2006/relationships/image" Target="../media/image4.jpg"/><Relationship Id="rId7" Type="http://schemas.openxmlformats.org/officeDocument/2006/relationships/image" Target="../media/image10.png"/><Relationship Id="rId8" Type="http://schemas.openxmlformats.org/officeDocument/2006/relationships/image" Target="../media/image11.svg"/><Relationship Id="rId9" Type="http://schemas.openxmlformats.org/officeDocument/2006/relationships/oleObject" Target="../embeddings/oleObject24.bin"/><Relationship Id="rId10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ackground">
            <a:extLst>
              <a:ext uri="{FF2B5EF4-FFF2-40B4-BE49-F238E27FC236}">
                <a16:creationId xmlns:a16="http://schemas.microsoft.com/office/drawing/2014/main" id="{BCFEF986-9186-F0C0-29CC-344333767E3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artnership">
            <a:extLst>
              <a:ext uri="{FF2B5EF4-FFF2-40B4-BE49-F238E27FC236}">
                <a16:creationId xmlns:a16="http://schemas.microsoft.com/office/drawing/2014/main" id="{FB5CAFB0-12DB-3ECB-96AD-62B18CAF3BA0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03474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44" imgH="344" progId="TCLayout.ActiveDocument.1">
                  <p:embed/>
                </p:oleObj>
              </mc:Choice>
              <mc:Fallback>
                <p:oleObj name="think-cell Slide" r:id="rId14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grpSp>
        <p:nvGrpSpPr>
          <p:cNvPr id="17" name="logoimage">
            <a:extLst>
              <a:ext uri="{FF2B5EF4-FFF2-40B4-BE49-F238E27FC236}">
                <a16:creationId xmlns:a16="http://schemas.microsoft.com/office/drawing/2014/main" id="{949772D7-BAE9-BB95-C2D5-92588AD0D7EC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1F430752-9F46-430E-93A8-58E8FAF852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0C9A1A2-5968-4C0E-9E0B-C061BA0E7F3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 userDrawn="1">
            <p:ph type="pic" sz="quarter" idx="14" hasCustomPrompt="1"/>
            <p:custDataLst>
              <p:tags r:id="rId5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6"/>
            </p:custDataLst>
          </p:nvPr>
        </p:nvSpPr>
        <p:spPr>
          <a:xfrm>
            <a:off x="554736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2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7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 userDrawn="1">
            <p:ph type="title"/>
            <p:custDataLst>
              <p:tags r:id="rId8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Disclaimer-English (United States)">
            <a:extLst>
              <a:ext uri="{FF2B5EF4-FFF2-40B4-BE49-F238E27FC236}">
                <a16:creationId xmlns:a16="http://schemas.microsoft.com/office/drawing/2014/main" id="{FB7A54AC-E14F-4BA1-B48F-5284B039668B}"/>
              </a:ext>
            </a:extLst>
          </p:cNvPr>
          <p:cNvSpPr>
            <a:spLocks noChangeArrowheads="1"/>
          </p:cNvSpPr>
          <p:nvPr userDrawn="1">
            <p:custDataLst>
              <p:tags r:id="rId9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CONFIDENTIAL AND PROPRIETARY | © 2026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  <a:endParaRPr lang="en-US" sz="75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74284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2382874E-5BAC-44EB-9C53-2930F0FC66D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249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2A77292F-0F7C-43B4-9782-AB706C93BD6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07970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608D4BB-56F5-4BF1-8C9C-8799BAA8CE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3700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608D4BB-56F5-4BF1-8C9C-8799BAA8CE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288743A-B5B4-4D5C-9D2C-F17D5A50E4B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07CA98DC-1A07-45D0-A835-AD1606EE7BA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97063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CD01A5A-D383-4F62-8841-DD01725307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72114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CD01A5A-D383-4F62-8841-DD01725307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AC2F000-47EB-4070-866B-EF082C9E10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469A753E-961A-4AC3-B6E0-4407B9A4AF3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1169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7799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2C7757ED-5357-4B01-BB59-15D4406B0FD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4189478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5518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1ADFA379-EDDB-4C62-A3BB-AC227312C6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10899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9784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0E1A178A-6BDC-4A0A-9F92-72F6EB95AD8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06A9E224-CFBD-42B8-A4C0-EFE2C017E52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5065776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F7FC2EC4-28A5-4B24-B46C-79BCB096434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98664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1244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5" name="2. Slide Title">
            <a:extLst>
              <a:ext uri="{FF2B5EF4-FFF2-40B4-BE49-F238E27FC236}">
                <a16:creationId xmlns:a16="http://schemas.microsoft.com/office/drawing/2014/main" id="{AA4BE143-5F32-4F04-B536-5DD597732824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97E30C8F-A677-42C7-A072-4ACC7DC3D69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288125BB-6CB4-4B7C-8E2B-CB1912430A39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3" y="78768"/>
            <a:ext cx="346694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257985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2346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CA286AFC-8B29-4E70-86B3-6C866D5BEC95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37073CF3-4B2B-440D-B24E-174E36B7892F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7918704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61C78DC4-4C20-4AA3-93C4-00442F85A83B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83795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A91FB312-B423-41B9-AEAA-2BE53183470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977499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LogoText">
            <a:extLst>
              <a:ext uri="{FF2B5EF4-FFF2-40B4-BE49-F238E27FC236}">
                <a16:creationId xmlns:a16="http://schemas.microsoft.com/office/drawing/2014/main" id="{92A63429-03F1-4595-BAE1-A5F5E74A0DF2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AEB01CB-E358-4EC5-960A-ABFC66CD5A2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7F09DF09-7587-AE72-141E-A41B41F9445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artnership">
            <a:extLst>
              <a:ext uri="{FF2B5EF4-FFF2-40B4-BE49-F238E27FC236}">
                <a16:creationId xmlns:a16="http://schemas.microsoft.com/office/drawing/2014/main" id="{90886F1E-7A28-AA11-3C3E-8B020F3D98D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44" imgH="344" progId="TCLayout.ActiveDocument.1">
                  <p:embed/>
                </p:oleObj>
              </mc:Choice>
              <mc:Fallback>
                <p:oleObj name="think-cell Slide" r:id="rId9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logoimage">
            <a:extLst>
              <a:ext uri="{FF2B5EF4-FFF2-40B4-BE49-F238E27FC236}">
                <a16:creationId xmlns:a16="http://schemas.microsoft.com/office/drawing/2014/main" id="{732728C7-2C89-08A1-41A9-162BDB8C5CB9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49271" y="481160"/>
            <a:ext cx="1893201" cy="585216"/>
            <a:chOff x="549271" y="481160"/>
            <a:chExt cx="1893201" cy="585216"/>
          </a:xfrm>
        </p:grpSpPr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DD51008E-BD46-4558-BF00-CDD9F0CE18C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49271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FC37904A-905D-4FD7-8DD4-604C419D9AB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49271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0E1AA1CA-B589-A148-3F5A-385105B9B6B6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artnership">
            <a:extLst>
              <a:ext uri="{FF2B5EF4-FFF2-40B4-BE49-F238E27FC236}">
                <a16:creationId xmlns:a16="http://schemas.microsoft.com/office/drawing/2014/main" id="{A820C1EA-1C46-FBE2-06AE-01690E3DC46B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BEFF58C-83CF-420F-BF45-F188AE9E73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40021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44" imgH="344" progId="TCLayout.ActiveDocument.1">
                  <p:embed/>
                </p:oleObj>
              </mc:Choice>
              <mc:Fallback>
                <p:oleObj name="think-cell Slide" r:id="rId14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BEFF58C-83CF-420F-BF45-F188AE9E73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BEC3B16-0840-4135-8BED-D45704C3559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2" name="ClientLogo">
            <a:extLst>
              <a:ext uri="{FF2B5EF4-FFF2-40B4-BE49-F238E27FC236}">
                <a16:creationId xmlns:a16="http://schemas.microsoft.com/office/drawing/2014/main" id="{5A541723-8353-4CC2-AFDA-19C8B3B786BF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4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3" name="Documenttype">
            <a:extLst>
              <a:ext uri="{FF2B5EF4-FFF2-40B4-BE49-F238E27FC236}">
                <a16:creationId xmlns:a16="http://schemas.microsoft.com/office/drawing/2014/main" id="{A8F38EAB-8863-4F94-ACD0-B6D27373BCC1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51942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6C219131-971A-4BF6-8DFB-186691126F2C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B280F3D7-8B5E-4751-907E-C1D9BEBFDCB8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Disclaimer-English (United States)">
            <a:extLst>
              <a:ext uri="{FF2B5EF4-FFF2-40B4-BE49-F238E27FC236}">
                <a16:creationId xmlns:a16="http://schemas.microsoft.com/office/drawing/2014/main" id="{365FDE2E-B4AC-48A0-8D5A-94F648AEA896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CONFIDENTIAL AND PROPRIETARY | © 2026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11" name="logoimage">
            <a:extLst>
              <a:ext uri="{FF2B5EF4-FFF2-40B4-BE49-F238E27FC236}">
                <a16:creationId xmlns:a16="http://schemas.microsoft.com/office/drawing/2014/main" id="{1CF91F61-1A9C-80E4-FFA2-69DB20BBACC3}"/>
              </a:ext>
            </a:extLst>
          </p:cNvPr>
          <p:cNvGrpSpPr/>
          <p:nvPr userDrawn="1">
            <p:custDataLst>
              <p:tags r:id="rId9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18" name="AutoShape 3">
              <a:extLst>
                <a:ext uri="{FF2B5EF4-FFF2-40B4-BE49-F238E27FC236}">
                  <a16:creationId xmlns:a16="http://schemas.microsoft.com/office/drawing/2014/main" id="{E8A472B5-EC20-41F1-91D8-281D2B5D8D1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B5153A5B-4B89-4D4A-96F0-F9AFF4E7D0F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8593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0856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 dirty="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4515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86177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74A6D15-9D93-480F-A207-CA245151AE2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33F722E2-991C-4728-97C9-8D281DB3C59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86FA29AF-027A-4D55-B276-E2DD256DB9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9219664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CFBA6B2-A084-4532-80C0-2629A5553A7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677DA9EB-F148-4622-AB71-9F38D348578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728AF3-A71A-4C7A-97DE-605BB9E1802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282945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A466E0-AD73-4F3A-9B78-5C1BB1238B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42986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A466E0-AD73-4F3A-9B78-5C1BB1238B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52DFA4F-F49F-468D-B19A-F0D9ACACF90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222DC4C-FD9F-4495-B0EA-3E6F1E35596A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C4B822-CA6B-4F05-8715-F74C6D5D34B1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376B40D-309A-4442-81B2-638CDEBB2F7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4D7CBA4-82F6-465D-A903-99498223AB1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7750153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65A42E5-8A95-48CC-91A7-EC09BEF8D2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1396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65A42E5-8A95-48CC-91A7-EC09BEF8D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96343A1-B4C8-41A2-9540-F666771DD09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FB296734-15F7-4BDF-BF7F-AD560B3E09D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F91EA195-0A6B-4141-BE0A-C29B8632D98B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085514-D1F6-4D77-A23F-C5C66C21AB2E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C5FBD0AF-1EDD-41EB-9A6E-173435ADFFE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F4C99502-105F-4A25-9FB4-3478945E9E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3126788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9948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BF2AED7-361B-4221-9AF6-77A108DA0C2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7C125983-42A9-42F7-AA00-F56CD87B28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D41FF9F-DFB7-4DFF-B338-08A2CA649393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064AC035-5239-45FF-8383-33CBCD30D33E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3DF66089-C2CC-4E6A-A7ED-0B333FCF2C4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9896470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03786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67A342-8C8E-4A76-A2F2-1541645630A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6BA86AD8-0ECF-4EA8-B346-D8EA2716E80C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EDC5E9D8-BFBA-409D-B6E5-65A580E73B6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017294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5793B5E-3475-4FCD-8164-7A168B5C1B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0535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5793B5E-3475-4FCD-8164-7A168B5C1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89D8F9-1075-4B52-8375-8D4A2673D84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DF67D7DC-1A5A-4301-93C0-59BCC9FE6A85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08590DB3-FFB4-489D-B120-ADFDC12014D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CC3A7643-6C17-4DEC-88AD-F79B0F2E7A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185615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2140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4A5E485D-7560-4AEC-8D55-C1425B9D1F47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1301516-07B7-4BE0-9669-E93BD5C22D1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D374A786-7E98-4488-A29B-98B4E357E7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2" y="78768"/>
            <a:ext cx="3466942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4385532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7060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8F94EA0-F844-4358-BAB1-09AA056D6A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7387EF73-467A-4B89-B365-A62C8CF7BE39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3. Subtitle">
            <a:extLst>
              <a:ext uri="{FF2B5EF4-FFF2-40B4-BE49-F238E27FC236}">
                <a16:creationId xmlns:a16="http://schemas.microsoft.com/office/drawing/2014/main" id="{274629CD-1AB4-49FA-9F53-76F3C2EB06B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8" name="1. On-page tracker">
            <a:extLst>
              <a:ext uri="{FF2B5EF4-FFF2-40B4-BE49-F238E27FC236}">
                <a16:creationId xmlns:a16="http://schemas.microsoft.com/office/drawing/2014/main" id="{DF5FDB83-729E-495E-B061-EB75DD93AD7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8687019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B8ACA33-401E-43F4-A170-DD6C5D984D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1802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B8ACA33-401E-43F4-A170-DD6C5D984D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4231008-BBCB-47D1-91D5-881CAE172F7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16" name="2. Slide Title">
            <a:extLst>
              <a:ext uri="{FF2B5EF4-FFF2-40B4-BE49-F238E27FC236}">
                <a16:creationId xmlns:a16="http://schemas.microsoft.com/office/drawing/2014/main" id="{A6572372-0AB1-4E81-BB71-21DAADA26CB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ECA9DF7A-E368-4E06-81DB-9573DB7F92EA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0343DE71-74EF-4CF3-AB14-F26D4241805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7837923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77506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61BAB226-116B-4061-AAA6-FA0B19E0A17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3200"/>
            <a:ext cx="3465576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901EC9FA-65C7-4AC6-A9AC-B43BD4264291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61200"/>
            <a:ext cx="3465576" cy="244800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3" name="1. On-page tracker">
            <a:extLst>
              <a:ext uri="{FF2B5EF4-FFF2-40B4-BE49-F238E27FC236}">
                <a16:creationId xmlns:a16="http://schemas.microsoft.com/office/drawing/2014/main" id="{A75CDD39-93AC-4160-B69B-06F75E5A85A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8794959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13505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931FDB32-E5DC-4F7F-A1B1-FB3CC830903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4736" y="2743200"/>
            <a:ext cx="2514600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04057707-3F89-441E-A13E-6FCB40A78D50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554736" y="3661200"/>
            <a:ext cx="2514600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subtitle style</a:t>
            </a:r>
          </a:p>
        </p:txBody>
      </p:sp>
      <p:sp>
        <p:nvSpPr>
          <p:cNvPr id="26" name="1. On-page tracker">
            <a:extLst>
              <a:ext uri="{FF2B5EF4-FFF2-40B4-BE49-F238E27FC236}">
                <a16:creationId xmlns:a16="http://schemas.microsoft.com/office/drawing/2014/main" id="{95F50EB6-435E-4A8C-B188-9BE2198DB2B9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3798855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67B1A162-B59D-4B89-B39B-FBDD9E751175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4511BB28-C86B-4C18-B1A3-EF33CF458B8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5464079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LogoText">
            <a:extLst>
              <a:ext uri="{FF2B5EF4-FFF2-40B4-BE49-F238E27FC236}">
                <a16:creationId xmlns:a16="http://schemas.microsoft.com/office/drawing/2014/main" id="{2F705A80-1DB0-43C3-A71A-9587E6BCC3AD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4833D5AF-2A75-4978-AA54-00BA594BBA72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8684DB6-320C-4E95-A29C-791B412C816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AD9436C5-E5F5-42BD-9013-D04449180E9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196490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CA123D5B-74B8-F064-78F4-0D9EDB033343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artnership">
            <a:extLst>
              <a:ext uri="{FF2B5EF4-FFF2-40B4-BE49-F238E27FC236}">
                <a16:creationId xmlns:a16="http://schemas.microsoft.com/office/drawing/2014/main" id="{62BD8777-62CB-D677-D858-25EAEF1734E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491B0EE-37B4-4A8C-9C8F-48909747EA0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42263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44" imgH="344" progId="TCLayout.ActiveDocument.1">
                  <p:embed/>
                </p:oleObj>
              </mc:Choice>
              <mc:Fallback>
                <p:oleObj name="think-cell Slide" r:id="rId9" imgW="344" imgH="34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491B0EE-37B4-4A8C-9C8F-48909747EA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logoimage">
            <a:extLst>
              <a:ext uri="{FF2B5EF4-FFF2-40B4-BE49-F238E27FC236}">
                <a16:creationId xmlns:a16="http://schemas.microsoft.com/office/drawing/2014/main" id="{AD0997EF-FD61-992F-A8FF-31AE0FC310F2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49271" y="481161"/>
            <a:ext cx="1893202" cy="585216"/>
            <a:chOff x="549271" y="481161"/>
            <a:chExt cx="1893202" cy="585216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FD120780-E7D0-42EA-AB5A-363335299EB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49271" y="481161"/>
              <a:ext cx="1893202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A9C60168-96E8-4CC3-91EC-B2F7F57959D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49271" y="481408"/>
              <a:ext cx="1893202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EED9D83D-9CC3-45F3-876D-CC42BC0B70E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3897050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tags" Target="../tags/tag2.xml"/><Relationship Id="rId17" Type="http://schemas.openxmlformats.org/officeDocument/2006/relationships/tags" Target="../tags/tag3.xml"/><Relationship Id="rId18" Type="http://schemas.openxmlformats.org/officeDocument/2006/relationships/tags" Target="../tags/tag4.xml"/><Relationship Id="rId19" Type="http://schemas.openxmlformats.org/officeDocument/2006/relationships/tags" Target="../tags/tag5.xml"/><Relationship Id="rId20" Type="http://schemas.openxmlformats.org/officeDocument/2006/relationships/tags" Target="../tags/tag6.xml"/><Relationship Id="rId21" Type="http://schemas.openxmlformats.org/officeDocument/2006/relationships/tags" Target="../tags/tag7.xml"/><Relationship Id="rId22" Type="http://schemas.openxmlformats.org/officeDocument/2006/relationships/tags" Target="../tags/tag8.xml"/><Relationship Id="rId23" Type="http://schemas.openxmlformats.org/officeDocument/2006/relationships/tags" Target="../tags/tag9.xml"/><Relationship Id="rId24" Type="http://schemas.openxmlformats.org/officeDocument/2006/relationships/tags" Target="../tags/tag10.xml"/><Relationship Id="rId25" Type="http://schemas.openxmlformats.org/officeDocument/2006/relationships/tags" Target="../tags/tag11.xml"/><Relationship Id="rId26" Type="http://schemas.openxmlformats.org/officeDocument/2006/relationships/tags" Target="../tags/tag12.xml"/><Relationship Id="rId27" Type="http://schemas.openxmlformats.org/officeDocument/2006/relationships/tags" Target="../tags/tag13.xml"/><Relationship Id="rId28" Type="http://schemas.openxmlformats.org/officeDocument/2006/relationships/tags" Target="../tags/tag14.xml"/><Relationship Id="rId29" Type="http://schemas.openxmlformats.org/officeDocument/2006/relationships/tags" Target="../tags/tag15.xml"/><Relationship Id="rId30" Type="http://schemas.openxmlformats.org/officeDocument/2006/relationships/tags" Target="../tags/tag16.xml"/><Relationship Id="rId31" Type="http://schemas.openxmlformats.org/officeDocument/2006/relationships/tags" Target="../tags/tag17.xml"/><Relationship Id="rId32" Type="http://schemas.openxmlformats.org/officeDocument/2006/relationships/tags" Target="../tags/tag18.xml"/><Relationship Id="rId33" Type="http://schemas.openxmlformats.org/officeDocument/2006/relationships/tags" Target="../tags/tag19.xml"/><Relationship Id="rId34" Type="http://schemas.openxmlformats.org/officeDocument/2006/relationships/tags" Target="../tags/tag20.xml"/><Relationship Id="rId35" Type="http://schemas.openxmlformats.org/officeDocument/2006/relationships/tags" Target="../tags/tag21.xml"/><Relationship Id="rId36" Type="http://schemas.openxmlformats.org/officeDocument/2006/relationships/tags" Target="../tags/tag22.xml"/><Relationship Id="rId37" Type="http://schemas.openxmlformats.org/officeDocument/2006/relationships/oleObject" Target="../embeddings/oleObject1.bin"/><Relationship Id="rId38" Type="http://schemas.openxmlformats.org/officeDocument/2006/relationships/image" Target="../media/image1.emf"/><Relationship Id="rId39" Type="http://schemas.openxmlformats.org/officeDocument/2006/relationships/image" Target="../media/image2.png"/><Relationship Id="rId40" Type="http://schemas.openxmlformats.org/officeDocument/2006/relationships/image" Target="../media/image3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1.xml"/><Relationship Id="rId18" Type="http://schemas.openxmlformats.org/officeDocument/2006/relationships/theme" Target="../theme/theme2.xml"/><Relationship Id="rId19" Type="http://schemas.openxmlformats.org/officeDocument/2006/relationships/tags" Target="../tags/tag118.xml"/><Relationship Id="rId20" Type="http://schemas.openxmlformats.org/officeDocument/2006/relationships/tags" Target="../tags/tag119.xml"/><Relationship Id="rId21" Type="http://schemas.openxmlformats.org/officeDocument/2006/relationships/tags" Target="../tags/tag120.xml"/><Relationship Id="rId22" Type="http://schemas.openxmlformats.org/officeDocument/2006/relationships/tags" Target="../tags/tag121.xml"/><Relationship Id="rId23" Type="http://schemas.openxmlformats.org/officeDocument/2006/relationships/tags" Target="../tags/tag122.xml"/><Relationship Id="rId24" Type="http://schemas.openxmlformats.org/officeDocument/2006/relationships/tags" Target="../tags/tag123.xml"/><Relationship Id="rId25" Type="http://schemas.openxmlformats.org/officeDocument/2006/relationships/tags" Target="../tags/tag124.xml"/><Relationship Id="rId26" Type="http://schemas.openxmlformats.org/officeDocument/2006/relationships/tags" Target="../tags/tag125.xml"/><Relationship Id="rId27" Type="http://schemas.openxmlformats.org/officeDocument/2006/relationships/tags" Target="../tags/tag126.xml"/><Relationship Id="rId28" Type="http://schemas.openxmlformats.org/officeDocument/2006/relationships/tags" Target="../tags/tag127.xml"/><Relationship Id="rId29" Type="http://schemas.openxmlformats.org/officeDocument/2006/relationships/tags" Target="../tags/tag128.xml"/><Relationship Id="rId30" Type="http://schemas.openxmlformats.org/officeDocument/2006/relationships/tags" Target="../tags/tag129.xml"/><Relationship Id="rId31" Type="http://schemas.openxmlformats.org/officeDocument/2006/relationships/tags" Target="../tags/tag130.xml"/><Relationship Id="rId32" Type="http://schemas.openxmlformats.org/officeDocument/2006/relationships/tags" Target="../tags/tag131.xml"/><Relationship Id="rId33" Type="http://schemas.openxmlformats.org/officeDocument/2006/relationships/tags" Target="../tags/tag132.xml"/><Relationship Id="rId34" Type="http://schemas.openxmlformats.org/officeDocument/2006/relationships/tags" Target="../tags/tag133.xml"/><Relationship Id="rId35" Type="http://schemas.openxmlformats.org/officeDocument/2006/relationships/tags" Target="../tags/tag134.xml"/><Relationship Id="rId36" Type="http://schemas.openxmlformats.org/officeDocument/2006/relationships/tags" Target="../tags/tag135.xml"/><Relationship Id="rId37" Type="http://schemas.openxmlformats.org/officeDocument/2006/relationships/tags" Target="../tags/tag136.xml"/><Relationship Id="rId38" Type="http://schemas.openxmlformats.org/officeDocument/2006/relationships/tags" Target="../tags/tag137.xml"/><Relationship Id="rId39" Type="http://schemas.openxmlformats.org/officeDocument/2006/relationships/tags" Target="../tags/tag138.xml"/><Relationship Id="rId40" Type="http://schemas.openxmlformats.org/officeDocument/2006/relationships/oleObject" Target="../embeddings/oleObject11.bin"/><Relationship Id="rId41" Type="http://schemas.openxmlformats.org/officeDocument/2006/relationships/image" Target="../media/image7.emf"/><Relationship Id="rId42" Type="http://schemas.openxmlformats.org/officeDocument/2006/relationships/image" Target="../media/image12.png"/><Relationship Id="rId43" Type="http://schemas.openxmlformats.org/officeDocument/2006/relationships/image" Target="../media/image1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15842838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7" imgW="413" imgH="416" progId="TCLayout.ActiveDocument.1">
                  <p:embed/>
                </p:oleObj>
              </mc:Choice>
              <mc:Fallback>
                <p:oleObj name="think-cell Slide" r:id="rId37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194173E-7BB3-47F4-8EAD-18BFC563F97A}"/>
              </a:ext>
            </a:extLst>
          </p:cNvPr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6" name="Grid" hidden="1">
            <a:extLst>
              <a:ext uri="{FF2B5EF4-FFF2-40B4-BE49-F238E27FC236}">
                <a16:creationId xmlns:a16="http://schemas.microsoft.com/office/drawing/2014/main" id="{6579EC00-B6CE-6B6A-27BD-68A33477E9F1}"/>
              </a:ext>
            </a:extLst>
          </p:cNvPr>
          <p:cNvPicPr>
            <a:picLocks noChangeAspect="1"/>
          </p:cNvPicPr>
          <p:nvPr userDrawn="1">
            <p:custDataLst>
              <p:tags r:id="rId21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 userDrawn="1"/>
        </p:nvGrpSpPr>
        <p:grpSpPr>
          <a:xfrm>
            <a:off x="10728000" y="4323600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A74D0957-B8E1-0203-5942-B3CDCECEFC07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A579D789-E781-7373-9902-2ED2044F84A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AE219666-526F-9C6F-0799-DEDE1ED7C6B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22CE313E-44F3-0F57-9118-789F5A7E4BE2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D0B5E1D7-1CD7-D84F-3620-B4FA0EF324DB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F40C396B-7721-8A80-0BC4-C8F93B6E54CA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D19BD4EA-9682-50D3-B979-152445E49E10}"/>
                </a:ext>
              </a:extLst>
            </p:cNvPr>
            <p:cNvGrpSpPr>
              <a:grpSpLocks noChangeAspect="1"/>
            </p:cNvGrpSpPr>
            <p:nvPr>
              <p:custDataLst>
                <p:tags r:id="rId22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A0B6C31-1F56-F41C-44CD-9D5FBF4D0344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Arc 24" hidden="1">
                <a:extLst>
                  <a:ext uri="{FF2B5EF4-FFF2-40B4-BE49-F238E27FC236}">
                    <a16:creationId xmlns:a16="http://schemas.microsoft.com/office/drawing/2014/main" id="{B50CF1FE-8D31-700D-F0C2-ACB607372AE4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E34FB525-F2A2-061A-A353-799809BF5FC7}"/>
                </a:ext>
              </a:extLst>
            </p:cNvPr>
            <p:cNvGrpSpPr>
              <a:grpSpLocks noChangeAspect="1"/>
            </p:cNvGrpSpPr>
            <p:nvPr>
              <p:custDataLst>
                <p:tags r:id="rId23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DC6EA1B-42E3-0F8A-87FD-05CAF1FDA5FA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349961EB-4044-DDFA-0CF7-F5D66FDD64FA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81D58525-2DB4-58E3-4841-2B88C4F9BBE1}"/>
                </a:ext>
              </a:extLst>
            </p:cNvPr>
            <p:cNvGrpSpPr>
              <a:grpSpLocks noChangeAspect="1"/>
            </p:cNvGrpSpPr>
            <p:nvPr>
              <p:custDataLst>
                <p:tags r:id="rId24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D052903-9CD8-AB5E-E69F-03405F848828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Arc 20">
                <a:extLst>
                  <a:ext uri="{FF2B5EF4-FFF2-40B4-BE49-F238E27FC236}">
                    <a16:creationId xmlns:a16="http://schemas.microsoft.com/office/drawing/2014/main" id="{BB370F7E-886E-6962-667A-24DD8C636B1C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12DC2918-BD74-B2EB-0BB2-D46E7084496E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8309338-2E0C-8EAB-278B-36BB84E8955A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28AA2C47-9903-4C18-8098-1106BE8B1977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85016F10-0401-6973-A0D0-23D227FF8FED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8041A10-C91C-7EF2-F7EA-D1D0412188C6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B1A7ADC8-55DF-963B-3C8A-AAB44F2EF672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654" r:id="rId2"/>
    <p:sldLayoutId id="2147483807" r:id="rId3"/>
    <p:sldLayoutId id="2147483800" r:id="rId4"/>
    <p:sldLayoutId id="2147483659" r:id="rId5"/>
    <p:sldLayoutId id="2147483804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79" r:id="rId12"/>
    <p:sldLayoutId id="2147483706" r:id="rId13"/>
    <p:sldLayoutId id="2147483718" r:id="rId14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8800E62-ECD5-472D-995B-013B57BB4C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23644373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0" imgW="344" imgH="344" progId="TCLayout.ActiveDocument.1">
                  <p:embed/>
                </p:oleObj>
              </mc:Choice>
              <mc:Fallback>
                <p:oleObj name="think-cell Slide" r:id="rId40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8800E62-ECD5-472D-995B-013B57BB4C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1744EB-7E76-4AE2-88F6-C0D4CE03B5BB}"/>
              </a:ext>
            </a:extLst>
          </p:cNvPr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2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6A9C4AD8-E579-4AD3-9B92-5A31AC8DD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Grid" hidden="1">
            <a:extLst>
              <a:ext uri="{FF2B5EF4-FFF2-40B4-BE49-F238E27FC236}">
                <a16:creationId xmlns:a16="http://schemas.microsoft.com/office/drawing/2014/main" id="{4ADF17BC-6AB0-D905-BDC8-DB658360EB6C}"/>
              </a:ext>
            </a:extLst>
          </p:cNvPr>
          <p:cNvPicPr>
            <a:picLocks noChangeAspect="1"/>
          </p:cNvPicPr>
          <p:nvPr userDrawn="1">
            <p:custDataLst>
              <p:tags r:id="rId23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85" name="LegendBoxes" hidden="1">
            <a:extLst>
              <a:ext uri="{FF2B5EF4-FFF2-40B4-BE49-F238E27FC236}">
                <a16:creationId xmlns:a16="http://schemas.microsoft.com/office/drawing/2014/main" id="{28785628-9685-42DD-85C6-4A7FDEAEB9E4}"/>
              </a:ext>
            </a:extLst>
          </p:cNvPr>
          <p:cNvGrpSpPr/>
          <p:nvPr userDrawn="1"/>
        </p:nvGrpSpPr>
        <p:grpSpPr>
          <a:xfrm>
            <a:off x="10722394" y="4323600"/>
            <a:ext cx="984864" cy="1717282"/>
            <a:chOff x="9585951" y="2980105"/>
            <a:chExt cx="984864" cy="1717282"/>
          </a:xfrm>
        </p:grpSpPr>
        <p:sp>
          <p:nvSpPr>
            <p:cNvPr id="186" name="RectangleLegend1">
              <a:extLst>
                <a:ext uri="{FF2B5EF4-FFF2-40B4-BE49-F238E27FC236}">
                  <a16:creationId xmlns:a16="http://schemas.microsoft.com/office/drawing/2014/main" id="{F6C915EA-5130-4DA7-8B9A-5E522A1DBE2F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7" name="RectangleLegend2">
              <a:extLst>
                <a:ext uri="{FF2B5EF4-FFF2-40B4-BE49-F238E27FC236}">
                  <a16:creationId xmlns:a16="http://schemas.microsoft.com/office/drawing/2014/main" id="{056BAC0D-94D9-4BAA-A238-909A42CD485B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8" name="RectangleLegend3">
              <a:extLst>
                <a:ext uri="{FF2B5EF4-FFF2-40B4-BE49-F238E27FC236}">
                  <a16:creationId xmlns:a16="http://schemas.microsoft.com/office/drawing/2014/main" id="{BC7BB400-0474-421B-B1C4-D9D83F8D7025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4">
              <a:extLst>
                <a:ext uri="{FF2B5EF4-FFF2-40B4-BE49-F238E27FC236}">
                  <a16:creationId xmlns:a16="http://schemas.microsoft.com/office/drawing/2014/main" id="{5D84FBCC-8195-429D-ADA2-ADF26D0822E2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5">
              <a:extLst>
                <a:ext uri="{FF2B5EF4-FFF2-40B4-BE49-F238E27FC236}">
                  <a16:creationId xmlns:a16="http://schemas.microsoft.com/office/drawing/2014/main" id="{655825D0-671B-44EC-90C5-7913A4E7BAB9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Legend1">
              <a:extLst>
                <a:ext uri="{FF2B5EF4-FFF2-40B4-BE49-F238E27FC236}">
                  <a16:creationId xmlns:a16="http://schemas.microsoft.com/office/drawing/2014/main" id="{CD018A8B-4FD0-4C99-AA47-D684D1049136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2" name="Legend2">
              <a:extLst>
                <a:ext uri="{FF2B5EF4-FFF2-40B4-BE49-F238E27FC236}">
                  <a16:creationId xmlns:a16="http://schemas.microsoft.com/office/drawing/2014/main" id="{24E194E3-38A9-4A3A-AEBA-D1DCF1935051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3" name="Legend3">
              <a:extLst>
                <a:ext uri="{FF2B5EF4-FFF2-40B4-BE49-F238E27FC236}">
                  <a16:creationId xmlns:a16="http://schemas.microsoft.com/office/drawing/2014/main" id="{DCCF084D-A8B2-46B3-BE03-CFDA8E58B2B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4">
              <a:extLst>
                <a:ext uri="{FF2B5EF4-FFF2-40B4-BE49-F238E27FC236}">
                  <a16:creationId xmlns:a16="http://schemas.microsoft.com/office/drawing/2014/main" id="{0E49468C-EFEE-4C9A-BECB-CC10BE34BF4B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5">
              <a:extLst>
                <a:ext uri="{FF2B5EF4-FFF2-40B4-BE49-F238E27FC236}">
                  <a16:creationId xmlns:a16="http://schemas.microsoft.com/office/drawing/2014/main" id="{443480AB-89E7-497E-A131-91869590BDB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78CA310D-6D76-F64D-43BD-A9F8058D0B83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5EB4C1BD-D02B-BD12-5727-6F58C39BD4CB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760D5CA7-F2EA-45CF-81C8-C3EDA5FA395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EB43A491-1FC0-C08D-DC0F-9312F78D3BB5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41DC0170-C64F-96F4-DD57-F6BBE781B8CA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7E1C2B9C-8B0A-AC6B-B386-E28E8F253128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C1E862B0-BA6B-93BC-31CC-9EDF1CA824BB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4A84F48-2944-98CC-156D-EC5FA62990B9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Arc 23" hidden="1">
                <a:extLst>
                  <a:ext uri="{FF2B5EF4-FFF2-40B4-BE49-F238E27FC236}">
                    <a16:creationId xmlns:a16="http://schemas.microsoft.com/office/drawing/2014/main" id="{49AE9D7C-3BC5-C5DD-0AFA-71D915D9D8D1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3623EFE0-7A55-35A0-763D-A7CCEABC5767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A3B4311-025C-426B-9E06-BDDA476EF4AE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9ABB8959-417A-20E2-3BFB-820D653F8B1E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7A7E4CBF-9B94-C8D7-EF8F-9662FD33055A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5A66490-5468-AC46-5ED5-E8212992AFCC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2164DC02-AF00-DEB2-344B-46D05BDC2865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37ACCC41-9C6B-7C20-5C62-B34B467FA718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731651-049D-FD74-10A9-3B77CDA9C266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5AADA01A-6C4E-7E32-6930-9C7BE1CCCDFC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E9C1FE7B-027B-2A18-4D77-A6B6DC1EDC9F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5520F20-D7D9-7F64-BF4E-B26721F00ED8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1AC3D5E5-FFBA-7695-4382-807739B76632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7" name="Sticker" hidden="1">
            <a:extLst>
              <a:ext uri="{FF2B5EF4-FFF2-40B4-BE49-F238E27FC236}">
                <a16:creationId xmlns:a16="http://schemas.microsoft.com/office/drawing/2014/main" id="{174FA759-1A16-45E2-B8DB-6AC61DFC92D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9460" y="1289273"/>
            <a:ext cx="428337" cy="156997"/>
            <a:chOff x="8456447" y="272180"/>
            <a:chExt cx="322188" cy="156966"/>
          </a:xfrm>
        </p:grpSpPr>
        <p:sp>
          <p:nvSpPr>
            <p:cNvPr id="168" name="StickerRectangle">
              <a:extLst>
                <a:ext uri="{FF2B5EF4-FFF2-40B4-BE49-F238E27FC236}">
                  <a16:creationId xmlns:a16="http://schemas.microsoft.com/office/drawing/2014/main" id="{99FB5892-A9FF-4D0E-8661-19A39D5E096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69" name="StickerUnderline">
              <a:extLst>
                <a:ext uri="{FF2B5EF4-FFF2-40B4-BE49-F238E27FC236}">
                  <a16:creationId xmlns:a16="http://schemas.microsoft.com/office/drawing/2014/main" id="{B821CB31-49E5-49E7-966F-3C5449557168}"/>
                </a:ext>
              </a:extLst>
            </p:cNvPr>
            <p:cNvCxnSpPr>
              <a:cxnSpLocks noChangeShapeType="1"/>
              <a:stCxn id="168" idx="4"/>
              <a:endCxn id="168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4" name="LegendLines" hidden="1">
            <a:extLst>
              <a:ext uri="{FF2B5EF4-FFF2-40B4-BE49-F238E27FC236}">
                <a16:creationId xmlns:a16="http://schemas.microsoft.com/office/drawing/2014/main" id="{96520A0D-E8D0-48B5-8162-BA1976A5C3E1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70" name="Legend1">
              <a:extLst>
                <a:ext uri="{FF2B5EF4-FFF2-40B4-BE49-F238E27FC236}">
                  <a16:creationId xmlns:a16="http://schemas.microsoft.com/office/drawing/2014/main" id="{D5E27233-7661-43E0-8C1B-859EBE562598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1" name="Legend2">
              <a:extLst>
                <a:ext uri="{FF2B5EF4-FFF2-40B4-BE49-F238E27FC236}">
                  <a16:creationId xmlns:a16="http://schemas.microsoft.com/office/drawing/2014/main" id="{215BA769-FC3A-4971-81E8-16C8E713802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2" name="Legend3">
              <a:extLst>
                <a:ext uri="{FF2B5EF4-FFF2-40B4-BE49-F238E27FC236}">
                  <a16:creationId xmlns:a16="http://schemas.microsoft.com/office/drawing/2014/main" id="{75880242-A8D7-441D-805E-B817DF5CA85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3" name="LineLegend3">
              <a:extLst>
                <a:ext uri="{FF2B5EF4-FFF2-40B4-BE49-F238E27FC236}">
                  <a16:creationId xmlns:a16="http://schemas.microsoft.com/office/drawing/2014/main" id="{5C3089E9-5649-4103-BA5F-72175F24BEF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4" name="LineLegend2">
              <a:extLst>
                <a:ext uri="{FF2B5EF4-FFF2-40B4-BE49-F238E27FC236}">
                  <a16:creationId xmlns:a16="http://schemas.microsoft.com/office/drawing/2014/main" id="{70A7CFCE-D526-433E-9FBC-6DEF2F5E9EB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5" name="LineLegend1">
              <a:extLst>
                <a:ext uri="{FF2B5EF4-FFF2-40B4-BE49-F238E27FC236}">
                  <a16:creationId xmlns:a16="http://schemas.microsoft.com/office/drawing/2014/main" id="{4AD9EC0A-8F45-49FA-BB0F-195682A6F6B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652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70" r:id="rId5"/>
    <p:sldLayoutId id="2147483871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  <p:sldLayoutId id="2147483880" r:id="rId15"/>
    <p:sldLayoutId id="2147483877" r:id="rId16"/>
    <p:sldLayoutId id="2147483899" r:id="rId17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b="1">
                <a:solidFill>
                  <a:srgbClr val="FFFFFF"/>
                </a:solidFill>
              </a:rPr>
              <a:t>Quarterly Performance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b="1">
                <a:solidFill>
                  <a:srgbClr val="000000"/>
                </a:solidFill>
              </a:rPr>
              <a:t>Revenue Growth Accelerated in Second Half Driven by Digital Channels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6100" y="1972270"/>
            <a:ext cx="6978650" cy="127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6100" y="2061170"/>
          <a:ext cx="6978650" cy="395863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01000" y="1972270"/>
            <a:ext cx="3937000" cy="127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4735" y="6501669"/>
            <a:ext cx="7277861" cy="123111"/>
          </a:xfrm>
          <a:prstGeom prst="rect">
            <a:avLst/>
          </a:prstGeom>
          <a:noFill/>
        </p:spPr>
        <p:txBody>
          <a:bodyPr wrap="square" vert="horz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sz="900"/>
            </a:lvl1pPr>
          </a:lstStyle>
          <a:p>
            <a:r>
              <a:rPr sz="800">
                <a:solidFill>
                  <a:srgbClr val="000000"/>
                </a:solidFill>
                <a:latin typeface="Arial"/>
              </a:rPr>
              <a:t>Source: Company financials; McKinsey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100" y="1708150"/>
            <a:ext cx="6978650" cy="264120"/>
          </a:xfrm>
          <a:prstGeom prst="rect">
            <a:avLst/>
          </a:prstGeom>
          <a:noFill/>
        </p:spPr>
        <p:txBody>
          <a:bodyPr wrap="square" tIns="0" bIns="50800" lIns="0" r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Quarterly revenue</a:t>
            </a:r>
            <a:r>
              <a:rPr sz="1400">
                <a:solidFill>
                  <a:srgbClr val="000000"/>
                </a:solidFill>
                <a:latin typeface="Arial"/>
              </a:rPr>
              <a:t>, USD millions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790" y="6019800"/>
            <a:ext cx="186432" cy="1675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Arial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9403" y="6019800"/>
            <a:ext cx="186432" cy="1675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Arial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5015" y="6019800"/>
            <a:ext cx="186432" cy="1675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628" y="6019800"/>
            <a:ext cx="186432" cy="1675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Arial"/>
              </a:rPr>
              <a:t>Q4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708150"/>
            <a:ext cx="3937000" cy="264120"/>
          </a:xfrm>
          <a:prstGeom prst="rect">
            <a:avLst/>
          </a:prstGeom>
          <a:noFill/>
        </p:spPr>
        <p:txBody>
          <a:bodyPr wrap="square" tIns="0" bIns="50800" lIns="0" r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Key observations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086570"/>
            <a:ext cx="3937000" cy="184388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 marL="228600" indent="-228600">
              <a:buChar char="•"/>
            </a:pPr>
            <a:r>
              <a:rPr sz="1200" b="1">
                <a:solidFill>
                  <a:srgbClr val="000000"/>
                </a:solidFill>
                <a:latin typeface="Arial"/>
              </a:rPr>
              <a:t>Q4 revenue reached $190M</a:t>
            </a:r>
            <a:r>
              <a:rPr sz="1200">
                <a:solidFill>
                  <a:srgbClr val="000000"/>
                </a:solidFill>
                <a:latin typeface="Arial"/>
              </a:rPr>
              <a:t>, a 58% increase from Q1 baseline driven by new enterprise contracts</a:t>
            </a:r>
          </a:p>
          <a:p>
            <a:pPr algn="l" marL="228600" indent="-228600">
              <a:buChar char="•"/>
            </a:pPr>
            <a:r>
              <a:rPr sz="1200" b="1">
                <a:solidFill>
                  <a:srgbClr val="000000"/>
                </a:solidFill>
                <a:latin typeface="Arial"/>
              </a:rPr>
              <a:t>H2 acceleration</a:t>
            </a:r>
            <a:r>
              <a:rPr sz="1200">
                <a:solidFill>
                  <a:srgbClr val="000000"/>
                </a:solidFill>
                <a:latin typeface="Arial"/>
              </a:rPr>
              <a:t> reflects successful digital channel launch in June, contributing ~30% of new bookings</a:t>
            </a:r>
          </a:p>
          <a:p>
            <a:pPr algn="l" marL="228600" indent="-228600">
              <a:buChar char="•"/>
            </a:pPr>
            <a:r>
              <a:rPr sz="1200" b="1">
                <a:solidFill>
                  <a:srgbClr val="000000"/>
                </a:solidFill>
                <a:latin typeface="Arial"/>
              </a:rPr>
              <a:t>Sequential growth averaged 17%</a:t>
            </a:r>
            <a:r>
              <a:rPr sz="1200">
                <a:solidFill>
                  <a:srgbClr val="000000"/>
                </a:solidFill>
                <a:latin typeface="Arial"/>
              </a:rPr>
              <a:t> per quarter, outpacing the 12% industry benchmark</a:t>
            </a:r>
          </a:p>
          <a:p>
            <a:pPr algn="l" marL="228600" indent="-228600">
              <a:buChar char="•"/>
            </a:pPr>
            <a:r>
              <a:rPr sz="1200" b="1">
                <a:solidFill>
                  <a:srgbClr val="000000"/>
                </a:solidFill>
                <a:latin typeface="Arial"/>
              </a:rPr>
              <a:t>Full-year total of $607M</a:t>
            </a:r>
            <a:r>
              <a:rPr sz="1200">
                <a:solidFill>
                  <a:srgbClr val="000000"/>
                </a:solidFill>
                <a:latin typeface="Arial"/>
              </a:rPr>
              <a:t> exceeds the $580M annual plan by 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b="1">
                <a:solidFill>
                  <a:srgbClr val="000000"/>
                </a:solidFill>
              </a:rPr>
              <a:t>Portfolio Companies Show Varied Performance Across Key Metrics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6100" y="1926530"/>
            <a:ext cx="11087100" cy="127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663700" y="1951930"/>
          <a:ext cx="2416175" cy="425837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181475" y="1951930"/>
          <a:ext cx="2416175" cy="425837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699250" y="1951930"/>
          <a:ext cx="2416175" cy="425837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9217025" y="1951930"/>
          <a:ext cx="2416175" cy="425837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0" name="Rectangle 9"/>
          <p:cNvSpPr/>
          <p:nvPr/>
        </p:nvSpPr>
        <p:spPr>
          <a:xfrm>
            <a:off x="546100" y="2306638"/>
            <a:ext cx="110871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6100" y="2661741"/>
            <a:ext cx="110871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6100" y="3016448"/>
            <a:ext cx="110871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6100" y="3371155"/>
            <a:ext cx="110871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6100" y="3726359"/>
            <a:ext cx="110871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6100" y="4081066"/>
            <a:ext cx="110871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6100" y="4435773"/>
            <a:ext cx="110871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6100" y="4790976"/>
            <a:ext cx="110871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6100" y="5145683"/>
            <a:ext cx="110871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6100" y="5500390"/>
            <a:ext cx="110871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6100" y="5855494"/>
            <a:ext cx="110871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4735" y="6501669"/>
            <a:ext cx="7277861" cy="123111"/>
          </a:xfrm>
          <a:prstGeom prst="rect">
            <a:avLst/>
          </a:prstGeom>
          <a:noFill/>
        </p:spPr>
        <p:txBody>
          <a:bodyPr wrap="square" vert="horz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sz="900"/>
            </a:lvl1pPr>
          </a:lstStyle>
          <a:p>
            <a:r>
              <a:rPr sz="800">
                <a:solidFill>
                  <a:srgbClr val="000000"/>
                </a:solidFill>
                <a:latin typeface="Arial"/>
              </a:rPr>
              <a:t>Source: Portfolio company reporting, Q1 2026; McKinsey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6100" y="1708150"/>
            <a:ext cx="1016000" cy="1675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Company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3700" y="1708150"/>
            <a:ext cx="2416175" cy="1675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Revenue</a:t>
            </a:r>
            <a:r>
              <a:rPr sz="1100">
                <a:solidFill>
                  <a:srgbClr val="000000"/>
                </a:solidFill>
                <a:latin typeface="Arial"/>
              </a:rPr>
              <a:t>, $M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81475" y="1708150"/>
            <a:ext cx="2416175" cy="1675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EBITDA margin</a:t>
            </a:r>
            <a:r>
              <a:rPr sz="1100">
                <a:solidFill>
                  <a:srgbClr val="000000"/>
                </a:solidFill>
                <a:latin typeface="Arial"/>
              </a:rPr>
              <a:t>,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9250" y="1708150"/>
            <a:ext cx="2416175" cy="1675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Growth rate</a:t>
            </a:r>
            <a:r>
              <a:rPr sz="1100">
                <a:solidFill>
                  <a:srgbClr val="000000"/>
                </a:solidFill>
                <a:latin typeface="Arial"/>
              </a:rPr>
              <a:t>,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7025" y="1708150"/>
            <a:ext cx="2416175" cy="1675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Market share</a:t>
            </a:r>
            <a:r>
              <a:rPr sz="1100">
                <a:solidFill>
                  <a:srgbClr val="000000"/>
                </a:solidFill>
                <a:latin typeface="Arial"/>
              </a:rPr>
              <a:t>,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6100" y="2053233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Acme Corp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100" y="2408337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Bolt Industries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6100" y="2763341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Crane Tech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6100" y="3118445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Delta Solutions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6100" y="3473549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Echo Systems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6100" y="3828554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Forge Analytics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100" y="4183658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Grid Power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6100" y="4538762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Helix Bio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6100" y="4893766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Ion Networks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100" y="5248870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Jet Logistics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6100" y="5603974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Kappa Robotics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6100" y="5958979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Luna Materials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THINKCELLPRESENTATIONDONOTDELETE" val="&lt;?xml version=&quot;1.0&quot; encoding=&quot;UTF-16&quot; standalone=&quot;yes&quot;?&gt;&lt;root reqver=&quot;25060&quot;&gt;&lt;version val=&quot;2814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  <p:tag name="TEMPLATELASTEDITED" val="2024-05-30 01:34 PM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uZ.dr0dtPKYSWmGw_6Y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UQibaDMIQaIJXCExx3CS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0sklhGDg_J5JkHAJOV5J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cd9z.T0ityQiOhevFTgFQ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ZQyKFgCFD5XAZPv3AWBQ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.LyJP9Ef7CM8T6PUBqdw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JMKD2AQ9e77MMhub83YA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6iKZZoTDSflm.OoOVoMA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LRCzsv.ik_t3bs5QJ6VL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pd5uKiKgbfSxqQQ0aBGA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Fw0tr2VymfPrG.nUcDKQ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White">
  <a:themeElements>
    <a:clrScheme name="Custom 10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61F79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1F40E6"/>
      </a:hlink>
      <a:folHlink>
        <a:srgbClr val="8C5AC8"/>
      </a:folHlink>
    </a:clrScheme>
    <a:fontScheme name="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61F79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Electric Blue 900">
      <a:srgbClr val="061F79"/>
    </a:custClr>
    <a:custClr name="Electric Blue 700">
      <a:srgbClr val="1537BA"/>
    </a:custClr>
    <a:custClr name="Electric Blue 500">
      <a:srgbClr val="2251FF"/>
    </a:custClr>
    <a:custClr name="Electric Blue 300">
      <a:srgbClr val="5E9DFF"/>
    </a:custClr>
    <a:custClr name="Electric Blue 200">
      <a:srgbClr val="99C4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Deep Blue 900">
      <a:srgbClr val="051C2C"/>
    </a:custClr>
    <a:custClr name="Electric Blue 800">
      <a:srgbClr val="0E2B99"/>
    </a:custClr>
    <a:custClr name="Electric Blue 500">
      <a:srgbClr val="2251FF"/>
    </a:custClr>
    <a:custClr name="Electric Blue 200">
      <a:srgbClr val="99C4FF"/>
    </a:custClr>
    <a:custClr name="Gray 10%">
      <a:srgbClr val="E6E6E6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Marine Green 900">
      <a:srgbClr val="108980"/>
    </a:custClr>
    <a:custClr name="Marine Green 700">
      <a:srgbClr val="14B8AB"/>
    </a:custClr>
    <a:custClr name="Marine Green 500">
      <a:srgbClr val="0BDACB"/>
    </a:custClr>
    <a:custClr name="Marine Green 300">
      <a:srgbClr val="75F0E7"/>
    </a:custClr>
    <a:custClr name="Sand Neutral 300">
      <a:srgbClr val="E6D7BC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900">
      <a:srgbClr val="051C2C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E7F1697F-D05C-420C-A8B4-3A941AA7A471}" vid="{CA853051-14C5-410C-8048-8ECA5C4E8371}"/>
    </a:ext>
  </a:extLst>
</a:theme>
</file>

<file path=ppt/theme/theme2.xml><?xml version="1.0" encoding="utf-8"?>
<a:theme xmlns:a="http://schemas.openxmlformats.org/drawingml/2006/main" name="Contrast">
  <a:themeElements>
    <a:clrScheme name="Custom 18">
      <a:dk1>
        <a:srgbClr val="FFFFFF"/>
      </a:dk1>
      <a:lt1>
        <a:srgbClr val="051C2C"/>
      </a:lt1>
      <a:dk2>
        <a:srgbClr val="000000"/>
      </a:dk2>
      <a:lt2>
        <a:srgbClr val="000000"/>
      </a:lt2>
      <a:accent1>
        <a:srgbClr val="FFFFFF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00A9F4"/>
      </a:hlink>
      <a:folHlink>
        <a:srgbClr val="8C5AC8"/>
      </a:folHlink>
    </a:clrScheme>
    <a:fontScheme name="Scheme Blu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Blue">
        <a:dk1>
          <a:srgbClr val="FFFFFF"/>
        </a:dk1>
        <a:lt1>
          <a:srgbClr val="051C2C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00A9F4"/>
        </a:hlink>
        <a:folHlink>
          <a:srgbClr val="8C5AC8"/>
        </a:folHlink>
      </a:clrScheme>
    </a:extraClrScheme>
  </a:extraClrSchemeLst>
  <a:custClrLst>
    <a:custClr name="Cyan 200">
      <a:srgbClr val="99E6FF"/>
    </a:custClr>
    <a:custClr name="Cyan 300">
      <a:srgbClr val="6ECBF7"/>
    </a:custClr>
    <a:custClr name="Cyan 500">
      <a:srgbClr val="00A9F4"/>
    </a:custClr>
    <a:custClr name="Cyan 700">
      <a:srgbClr val="0679C3"/>
    </a:custClr>
    <a:custClr name="Cyan 900">
      <a:srgbClr val="084D91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Cyan 700">
      <a:srgbClr val="0679C3"/>
    </a:custClr>
    <a:custClr name="Cyan 300">
      <a:srgbClr val="6ECBF7"/>
    </a:custClr>
    <a:custClr name="Gray 10%">
      <a:srgbClr val="E6E6E6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900">
      <a:srgbClr val="108980"/>
    </a:custClr>
    <a:custClr name="Marine Green 600">
      <a:srgbClr val="10CBBC"/>
    </a:custClr>
    <a:custClr name="Sand Neutral 300">
      <a:srgbClr val="E6D7BC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Electric Blue 900">
      <a:srgbClr val="061F79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700">
      <a:srgbClr val="103559"/>
    </a:custClr>
    <a:custClr name="Deep Blue 600">
      <a:srgbClr val="1B456E"/>
    </a:custClr>
    <a:custClr name="Deep Blue 500">
      <a:srgbClr val="2B5580"/>
    </a:custClr>
    <a:custClr name="Deep Blue 300">
      <a:srgbClr val="5380AC"/>
    </a:custClr>
    <a:custClr name="Deep Blue 200">
      <a:srgbClr val="82A6C9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E7F1697F-D05C-420C-A8B4-3A941AA7A471}" vid="{229FB231-AA91-4194-80BE-BFCE94AB411C}"/>
    </a:ext>
  </a:extLst>
</a:theme>
</file>

<file path=ppt/theme/theme3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Custom Scheme 2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C6AE94FE3E4949BBB689502949CA7A" ma:contentTypeVersion="11" ma:contentTypeDescription="Create a new document." ma:contentTypeScope="" ma:versionID="678dc0f82cc396892b35634ea5d16626">
  <xsd:schema xmlns:xsd="http://www.w3.org/2001/XMLSchema" xmlns:xs="http://www.w3.org/2001/XMLSchema" xmlns:p="http://schemas.microsoft.com/office/2006/metadata/properties" xmlns:ns2="4993d3fd-8d51-4c4b-af58-76489f1f2fe0" xmlns:ns3="b196c53f-4101-4824-9aa3-bb9f9f8a17dc" targetNamespace="http://schemas.microsoft.com/office/2006/metadata/properties" ma:root="true" ma:fieldsID="b67bf681315763294caa9751004c1769" ns2:_="" ns3:_="">
    <xsd:import namespace="4993d3fd-8d51-4c4b-af58-76489f1f2fe0"/>
    <xsd:import namespace="b196c53f-4101-4824-9aa3-bb9f9f8a17dc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93d3fd-8d51-4c4b-af58-76489f1f2fe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7" nillable="true" ma:displayName="Taxonomy Catch All Column" ma:hidden="true" ma:list="{e1505e97-46b1-42dd-99c2-a30829ba5587}" ma:internalName="TaxCatchAll" ma:showField="CatchAllData" ma:web="4993d3fd-8d51-4c4b-af58-76489f1f2f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96c53f-4101-4824-9aa3-bb9f9f8a17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18eb3a52-a9ad-454e-96a1-46bb4cd16a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196c53f-4101-4824-9aa3-bb9f9f8a17dc">
      <Terms xmlns="http://schemas.microsoft.com/office/infopath/2007/PartnerControls"/>
    </lcf76f155ced4ddcb4097134ff3c332f>
    <TaxCatchAll xmlns="4993d3fd-8d51-4c4b-af58-76489f1f2fe0" xsi:nil="true"/>
    <_dlc_DocId xmlns="4993d3fd-8d51-4c4b-af58-76489f1f2fe0">DE7XN4DZS357-1263605440-18962</_dlc_DocId>
    <_dlc_DocIdUrl xmlns="4993d3fd-8d51-4c4b-af58-76489f1f2fe0">
      <Url>https://mckinsey.sharepoint.com/sites/spt-int-6jj6kewnj5r70j/_layouts/15/DocIdRedir.aspx?ID=DE7XN4DZS357-1263605440-18962</Url>
      <Description>DE7XN4DZS357-1263605440-18962</Description>
    </_dlc_DocIdUrl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8578370B-6420-42BF-ADEF-1DDFD431B38A}"/>
</file>

<file path=customXml/itemProps2.xml><?xml version="1.0" encoding="utf-8"?>
<ds:datastoreItem xmlns:ds="http://schemas.openxmlformats.org/officeDocument/2006/customXml" ds:itemID="{8B50EE39-9B4D-4C3C-8505-D8D6A5EC6B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DF283F-4B82-4892-8EF9-70B9B3E3286B}">
  <ds:schemaRefs>
    <ds:schemaRef ds:uri="http://schemas.microsoft.com/office/2006/metadata/properties"/>
    <ds:schemaRef ds:uri="http://schemas.microsoft.com/office/infopath/2007/PartnerControls"/>
    <ds:schemaRef ds:uri="c1ca735a-14db-4567-a159-d67c2473f960"/>
    <ds:schemaRef ds:uri="a97def03-4829-427a-a25e-2157731fbb05"/>
  </ds:schemaRefs>
</ds:datastoreItem>
</file>

<file path=customXml/itemProps4.xml><?xml version="1.0" encoding="utf-8"?>
<ds:datastoreItem xmlns:ds="http://schemas.openxmlformats.org/officeDocument/2006/customXml" ds:itemID="{4F0CC169-46A9-41E0-99B7-8F3F392ECE8A}"/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7" baseType="lpstr">
      <vt:lpstr>Arial</vt:lpstr>
      <vt:lpstr>Georgia</vt:lpstr>
      <vt:lpstr>Segoe UI</vt:lpstr>
      <vt:lpstr>Wingdings</vt:lpstr>
      <vt:lpstr>White</vt:lpstr>
      <vt:lpstr>Contrast</vt:lpstr>
      <vt:lpstr>think-cell Slide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Kustaa Yli-Äyhö</dc:creator>
  <cp:keywords/>
  <dc:description/>
  <cp:lastModifiedBy>Kustaa Yli-Äyhö</cp:lastModifiedBy>
  <cp:revision>1</cp:revision>
  <cp:lastPrinted>2018-10-30T20:37:12Z</cp:lastPrinted>
  <dcterms:created xsi:type="dcterms:W3CDTF">2026-04-11T18:06:28Z</dcterms:created>
  <dcterms:modified xsi:type="dcterms:W3CDTF">2026-04-11T18:08:03Z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1628964</vt:lpwstr>
  </property>
  <property fmtid="{D5CDD505-2E9C-101B-9397-08002B2CF9AE}" pid="3" name="NXPowerLiteSettings">
    <vt:lpwstr>C9000A38044001</vt:lpwstr>
  </property>
  <property fmtid="{D5CDD505-2E9C-101B-9397-08002B2CF9AE}" pid="4" name="NXPowerLiteVersion">
    <vt:lpwstr>D7.1.14</vt:lpwstr>
  </property>
  <property fmtid="{D5CDD505-2E9C-101B-9397-08002B2CF9AE}" pid="5" name="PPT">
    <vt:lpwstr>Hello</vt:lpwstr>
  </property>
  <property fmtid="{D5CDD505-2E9C-101B-9397-08002B2CF9AE}" pid="6" name="TemplateVersion">
    <vt:lpwstr>4</vt:lpwstr>
  </property>
  <property fmtid="{D5CDD505-2E9C-101B-9397-08002B2CF9AE}" pid="7" name="TemplateLastEdited">
    <vt:lpwstr>2024-05-30 01:34 PM</vt:lpwstr>
  </property>
  <property fmtid="{D5CDD505-2E9C-101B-9397-08002B2CF9AE}" pid="8" name="TemplateCreated">
    <vt:lpwstr>2019-02-27 01:18 PM</vt:lpwstr>
  </property>
  <property fmtid="{D5CDD505-2E9C-101B-9397-08002B2CF9AE}" pid="9" name="ContentTypeId">
    <vt:lpwstr>0x01010012C6AE94FE3E4949BBB689502949CA7A</vt:lpwstr>
  </property>
  <property fmtid="{D5CDD505-2E9C-101B-9397-08002B2CF9AE}" pid="10" name="MSIP_Label_83303d7c-e5a3-4cc8-90eb-69bfd7570ac4_Enabled">
    <vt:lpwstr>true</vt:lpwstr>
  </property>
  <property fmtid="{D5CDD505-2E9C-101B-9397-08002B2CF9AE}" pid="11" name="MSIP_Label_83303d7c-e5a3-4cc8-90eb-69bfd7570ac4_SetDate">
    <vt:lpwstr>2026-04-11T18:08:02Z</vt:lpwstr>
  </property>
  <property fmtid="{D5CDD505-2E9C-101B-9397-08002B2CF9AE}" pid="12" name="MSIP_Label_83303d7c-e5a3-4cc8-90eb-69bfd7570ac4_Method">
    <vt:lpwstr>Standard</vt:lpwstr>
  </property>
  <property fmtid="{D5CDD505-2E9C-101B-9397-08002B2CF9AE}" pid="13" name="MSIP_Label_83303d7c-e5a3-4cc8-90eb-69bfd7570ac4_Name">
    <vt:lpwstr>Client Confidential Information-SLV1</vt:lpwstr>
  </property>
  <property fmtid="{D5CDD505-2E9C-101B-9397-08002B2CF9AE}" pid="14" name="MSIP_Label_83303d7c-e5a3-4cc8-90eb-69bfd7570ac4_SiteId">
    <vt:lpwstr>cc8936bc-9382-4fff-87cb-6f55999549e7</vt:lpwstr>
  </property>
  <property fmtid="{D5CDD505-2E9C-101B-9397-08002B2CF9AE}" pid="15" name="MSIP_Label_83303d7c-e5a3-4cc8-90eb-69bfd7570ac4_ActionId">
    <vt:lpwstr>e3ddda8b-55c6-4cd1-8a7c-074ba128fd70</vt:lpwstr>
  </property>
  <property fmtid="{D5CDD505-2E9C-101B-9397-08002B2CF9AE}" pid="16" name="MSIP_Label_83303d7c-e5a3-4cc8-90eb-69bfd7570ac4_ContentBits">
    <vt:lpwstr>0</vt:lpwstr>
  </property>
  <property fmtid="{D5CDD505-2E9C-101B-9397-08002B2CF9AE}" pid="17" name="MSIP_Label_83303d7c-e5a3-4cc8-90eb-69bfd7570ac4_Tag">
    <vt:lpwstr>10, 3, 0, 1</vt:lpwstr>
  </property>
  <property fmtid="{D5CDD505-2E9C-101B-9397-08002B2CF9AE}" pid="18" name="_dlc_DocIdItemGuid">
    <vt:lpwstr>a66a50c8-7b2c-49b2-acde-ef446f90f4de</vt:lpwstr>
  </property>
</Properties>
</file>