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customXml" Target="../customXml/item4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6.sv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g"/><Relationship Id="rId5" Type="http://schemas.openxmlformats.org/officeDocument/2006/relationships/tags" Target="../tags/tag27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8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9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116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7.emf"/><Relationship Id="rId4" Type="http://schemas.openxmlformats.org/officeDocument/2006/relationships/tags" Target="../tags/tag117.xml"/><Relationship Id="rId9" Type="http://schemas.openxmlformats.org/officeDocument/2006/relationships/oleObject" Target="../embeddings/oleObject10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6.svg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5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4.jpg"/><Relationship Id="rId5" Type="http://schemas.openxmlformats.org/officeDocument/2006/relationships/tags" Target="../tags/tag143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8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4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4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4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259.xml"/><Relationship Id="rId7" Type="http://schemas.openxmlformats.org/officeDocument/2006/relationships/image" Target="../media/image10.pn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7.emf"/><Relationship Id="rId4" Type="http://schemas.openxmlformats.org/officeDocument/2006/relationships/tags" Target="../tags/tag260.xml"/><Relationship Id="rId9" Type="http://schemas.openxmlformats.org/officeDocument/2006/relationships/oleObject" Target="../embeddings/oleObject2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pn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12.pn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43" Type="http://schemas.openxmlformats.org/officeDocument/2006/relationships/image" Target="../media/image13.svg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DE7XN4DZS357-1263605440-36816</_dlc_DocId>
    <_dlc_DocIdUrl xmlns="4993d3fd-8d51-4c4b-af58-76489f1f2fe0">
      <Url>https://mckinsey.sharepoint.com/sites/spt-int-6jj6kewnj5r70j/_layouts/15/DocIdRedir.aspx?ID=DE7XN4DZS357-1263605440-36816</Url>
      <Description>DE7XN4DZS357-1263605440-36816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3C05E21-2D3F-44BA-A145-07B8CABDF635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DE883ACF-366B-4653-A5AB-AEE16BAFBF90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6c74979a-4c94-4130-958e-610e4e52f6c7</vt:lpwstr>
  </property>
</Properties>
</file>