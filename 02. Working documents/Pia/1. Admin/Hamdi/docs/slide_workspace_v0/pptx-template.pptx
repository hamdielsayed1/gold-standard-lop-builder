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6"/>
  </p:notesMasterIdLst>
  <p:handoutMasterIdLst>
    <p:handoutMasterId r:id="rId7"/>
  </p:handoutMasterIdLst>
  <p:sldSz cx="12192000" cy="6858000"/>
  <p:notesSz cx="7102475" cy="9388475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357" autoAdjust="0"/>
  </p:normalViewPr>
  <p:slideViewPr>
    <p:cSldViewPr snapToGrid="0" snapToObjects="1">
      <p:cViewPr varScale="1">
        <p:scale>
          <a:sx n="146" d="100"/>
          <a:sy n="146" d="100"/>
        </p:scale>
        <p:origin x="786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customXml" Target="../customXml/item4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11 April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11 April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6.sv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5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g"/><Relationship Id="rId5" Type="http://schemas.openxmlformats.org/officeDocument/2006/relationships/tags" Target="../tags/tag27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9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8.emf"/><Relationship Id="rId4" Type="http://schemas.openxmlformats.org/officeDocument/2006/relationships/tags" Target="../tags/tag56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../media/image1.emf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3.xml"/><Relationship Id="rId9" Type="http://schemas.openxmlformats.org/officeDocument/2006/relationships/tags" Target="../tags/tag68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1.emf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2.xml"/><Relationship Id="rId9" Type="http://schemas.openxmlformats.org/officeDocument/2006/relationships/tags" Target="../tags/tag77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1.emf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1.xml"/><Relationship Id="rId9" Type="http://schemas.openxmlformats.org/officeDocument/2006/relationships/tags" Target="../tags/tag86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image" Target="../media/image9.emf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0.xml"/><Relationship Id="rId9" Type="http://schemas.openxmlformats.org/officeDocument/2006/relationships/tags" Target="../tags/tag95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12" Type="http://schemas.openxmlformats.org/officeDocument/2006/relationships/image" Target="../media/image1.emf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oleObject" Target="../embeddings/oleObject8.bin"/><Relationship Id="rId5" Type="http://schemas.openxmlformats.org/officeDocument/2006/relationships/tags" Target="../tags/tag10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9.xml"/><Relationship Id="rId9" Type="http://schemas.openxmlformats.org/officeDocument/2006/relationships/tags" Target="../tags/tag10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3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116.xml"/><Relationship Id="rId7" Type="http://schemas.openxmlformats.org/officeDocument/2006/relationships/image" Target="../media/image10.png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7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6.svg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image" Target="../media/image5.png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image" Target="../media/image4.jpg"/><Relationship Id="rId5" Type="http://schemas.openxmlformats.org/officeDocument/2006/relationships/tags" Target="../tags/tag143.xml"/><Relationship Id="rId15" Type="http://schemas.openxmlformats.org/officeDocument/2006/relationships/image" Target="../media/image7.emf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10" Type="http://schemas.openxmlformats.org/officeDocument/2006/relationships/image" Target="../media/image1.emf"/><Relationship Id="rId4" Type="http://schemas.openxmlformats.org/officeDocument/2006/relationships/tags" Target="../tags/tag151.xml"/><Relationship Id="rId9" Type="http://schemas.openxmlformats.org/officeDocument/2006/relationships/oleObject" Target="../embeddings/oleObject13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58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16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9" Type="http://schemas.openxmlformats.org/officeDocument/2006/relationships/image" Target="../media/image8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10" Type="http://schemas.openxmlformats.org/officeDocument/2006/relationships/image" Target="../media/image8.emf"/><Relationship Id="rId4" Type="http://schemas.openxmlformats.org/officeDocument/2006/relationships/tags" Target="../tags/tag172.xml"/><Relationship Id="rId9" Type="http://schemas.openxmlformats.org/officeDocument/2006/relationships/oleObject" Target="../embeddings/oleObject15.bin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image" Target="../media/image1.emf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8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92.xml"/><Relationship Id="rId3" Type="http://schemas.openxmlformats.org/officeDocument/2006/relationships/tags" Target="../tags/tag187.xml"/><Relationship Id="rId7" Type="http://schemas.openxmlformats.org/officeDocument/2006/relationships/tags" Target="../tags/tag191.xml"/><Relationship Id="rId12" Type="http://schemas.openxmlformats.org/officeDocument/2006/relationships/image" Target="../media/image1.emf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14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19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7.xml"/><Relationship Id="rId9" Type="http://schemas.openxmlformats.org/officeDocument/2006/relationships/tags" Target="../tags/tag20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image" Target="../media/image1.emf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07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6.xml"/><Relationship Id="rId9" Type="http://schemas.openxmlformats.org/officeDocument/2006/relationships/tags" Target="../tags/tag21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9.xml"/><Relationship Id="rId3" Type="http://schemas.openxmlformats.org/officeDocument/2006/relationships/tags" Target="../tags/tag214.xml"/><Relationship Id="rId7" Type="http://schemas.openxmlformats.org/officeDocument/2006/relationships/tags" Target="../tags/tag218.xml"/><Relationship Id="rId12" Type="http://schemas.openxmlformats.org/officeDocument/2006/relationships/image" Target="../media/image14.emf"/><Relationship Id="rId2" Type="http://schemas.openxmlformats.org/officeDocument/2006/relationships/tags" Target="../tags/tag213.xml"/><Relationship Id="rId1" Type="http://schemas.openxmlformats.org/officeDocument/2006/relationships/tags" Target="../tags/tag212.xml"/><Relationship Id="rId6" Type="http://schemas.openxmlformats.org/officeDocument/2006/relationships/tags" Target="../tags/tag217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1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5.xml"/><Relationship Id="rId9" Type="http://schemas.openxmlformats.org/officeDocument/2006/relationships/tags" Target="../tags/tag220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../media/image14.emf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2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7.xml"/><Relationship Id="rId3" Type="http://schemas.openxmlformats.org/officeDocument/2006/relationships/tags" Target="../tags/tag232.xml"/><Relationship Id="rId7" Type="http://schemas.openxmlformats.org/officeDocument/2006/relationships/tags" Target="../tags/tag236.xml"/><Relationship Id="rId12" Type="http://schemas.openxmlformats.org/officeDocument/2006/relationships/image" Target="../media/image1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tags" Target="../tags/tag235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3.xml"/><Relationship Id="rId9" Type="http://schemas.openxmlformats.org/officeDocument/2006/relationships/tags" Target="../tags/tag238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6.xml"/><Relationship Id="rId3" Type="http://schemas.openxmlformats.org/officeDocument/2006/relationships/tags" Target="../tags/tag241.xml"/><Relationship Id="rId7" Type="http://schemas.openxmlformats.org/officeDocument/2006/relationships/tags" Target="../tags/tag245.xml"/><Relationship Id="rId12" Type="http://schemas.openxmlformats.org/officeDocument/2006/relationships/image" Target="../media/image1.emf"/><Relationship Id="rId2" Type="http://schemas.openxmlformats.org/officeDocument/2006/relationships/tags" Target="../tags/tag240.xml"/><Relationship Id="rId1" Type="http://schemas.openxmlformats.org/officeDocument/2006/relationships/tags" Target="../tags/tag239.xml"/><Relationship Id="rId6" Type="http://schemas.openxmlformats.org/officeDocument/2006/relationships/tags" Target="../tags/tag244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2.xml"/><Relationship Id="rId9" Type="http://schemas.openxmlformats.org/officeDocument/2006/relationships/tags" Target="../tags/tag247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2.xml"/><Relationship Id="rId4" Type="http://schemas.openxmlformats.org/officeDocument/2006/relationships/tags" Target="../tags/tag25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5.xml"/><Relationship Id="rId2" Type="http://schemas.openxmlformats.org/officeDocument/2006/relationships/tags" Target="../tags/tag254.xml"/><Relationship Id="rId1" Type="http://schemas.openxmlformats.org/officeDocument/2006/relationships/tags" Target="../tags/tag25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56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tags" Target="../tags/tag259.xml"/><Relationship Id="rId7" Type="http://schemas.openxmlformats.org/officeDocument/2006/relationships/image" Target="../media/image10.png"/><Relationship Id="rId2" Type="http://schemas.openxmlformats.org/officeDocument/2006/relationships/tags" Target="../tags/tag258.xml"/><Relationship Id="rId1" Type="http://schemas.openxmlformats.org/officeDocument/2006/relationships/tags" Target="../tags/tag257.xml"/><Relationship Id="rId6" Type="http://schemas.openxmlformats.org/officeDocument/2006/relationships/image" Target="../media/image4.jpg"/><Relationship Id="rId5" Type="http://schemas.openxmlformats.org/officeDocument/2006/relationships/slideMaster" Target="../slideMasters/slideMaster2.xml"/><Relationship Id="rId10" Type="http://schemas.openxmlformats.org/officeDocument/2006/relationships/image" Target="../media/image7.emf"/><Relationship Id="rId4" Type="http://schemas.openxmlformats.org/officeDocument/2006/relationships/tags" Target="../tags/tag260.xml"/><Relationship Id="rId9" Type="http://schemas.openxmlformats.org/officeDocument/2006/relationships/oleObject" Target="../embeddings/oleObject2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">
            <a:extLst>
              <a:ext uri="{FF2B5EF4-FFF2-40B4-BE49-F238E27FC236}">
                <a16:creationId xmlns:a16="http://schemas.microsoft.com/office/drawing/2014/main" id="{BCFEF986-9186-F0C0-29CC-344333767E3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FB5CAFB0-12DB-3ECB-96AD-62B18CAF3BA0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7" name="logoimage">
            <a:extLst>
              <a:ext uri="{FF2B5EF4-FFF2-40B4-BE49-F238E27FC236}">
                <a16:creationId xmlns:a16="http://schemas.microsoft.com/office/drawing/2014/main" id="{949772D7-BAE9-BB95-C2D5-92588AD0D7EC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5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7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8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2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3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7F09DF09-7587-AE72-141E-A41B41F94451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artnership">
            <a:extLst>
              <a:ext uri="{FF2B5EF4-FFF2-40B4-BE49-F238E27FC236}">
                <a16:creationId xmlns:a16="http://schemas.microsoft.com/office/drawing/2014/main" id="{90886F1E-7A28-AA11-3C3E-8B020F3D98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logoimage">
            <a:extLst>
              <a:ext uri="{FF2B5EF4-FFF2-40B4-BE49-F238E27FC236}">
                <a16:creationId xmlns:a16="http://schemas.microsoft.com/office/drawing/2014/main" id="{732728C7-2C89-08A1-41A9-162BDB8C5CB9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0"/>
            <a:ext cx="1893201" cy="585216"/>
            <a:chOff x="549271" y="481160"/>
            <a:chExt cx="1893201" cy="585216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0E1AA1CA-B589-A148-3F5A-385105B9B6B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artnership">
            <a:extLst>
              <a:ext uri="{FF2B5EF4-FFF2-40B4-BE49-F238E27FC236}">
                <a16:creationId xmlns:a16="http://schemas.microsoft.com/office/drawing/2014/main" id="{A820C1EA-1C46-FBE2-06AE-01690E3DC46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3995928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CONFIDENTIAL AND PROPRIETARY | © 2026 McKinsey &amp; Company. </a:t>
            </a:r>
          </a:p>
          <a:p>
            <a:pPr defTabSz="804863" eaLnBrk="0" hangingPunct="0"/>
            <a:r>
              <a:rPr lang="en-US" sz="750">
                <a:solidFill>
                  <a:schemeClr val="tx1"/>
                </a:solidFill>
                <a:latin typeface="+mn-lt"/>
              </a:rPr>
              <a:t>This material is intended solely for your internal use and any use of this material without specific permission of McKinsey &amp; Company is strictly prohibited. All rights reserved.</a:t>
            </a:r>
            <a:endParaRPr lang="en-US" sz="75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1" name="logoimage">
            <a:extLst>
              <a:ext uri="{FF2B5EF4-FFF2-40B4-BE49-F238E27FC236}">
                <a16:creationId xmlns:a16="http://schemas.microsoft.com/office/drawing/2014/main" id="{1CF91F61-1A9C-80E4-FFA2-69DB20BBACC3}"/>
              </a:ext>
            </a:extLst>
          </p:cNvPr>
          <p:cNvGrpSpPr/>
          <p:nvPr userDrawn="1">
            <p:custDataLst>
              <p:tags r:id="rId9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18" name="AutoShape 3">
              <a:extLst>
                <a:ext uri="{FF2B5EF4-FFF2-40B4-BE49-F238E27FC236}">
                  <a16:creationId xmlns:a16="http://schemas.microsoft.com/office/drawing/2014/main" id="{E8A472B5-EC20-41F1-91D8-281D2B5D8D1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5153A5B-4B89-4D4A-96F0-F9AFF4E7D0F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46221"/>
          </a:xfrm>
        </p:spPr>
        <p:txBody>
          <a:bodyPr anchor="t" anchorCtr="0">
            <a:spAutoFit/>
          </a:bodyPr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948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0378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53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214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0322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7060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6813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8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77506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13505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246221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6704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CA123D5B-74B8-F064-78F4-0D9EDB03334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artnership">
            <a:extLst>
              <a:ext uri="{FF2B5EF4-FFF2-40B4-BE49-F238E27FC236}">
                <a16:creationId xmlns:a16="http://schemas.microsoft.com/office/drawing/2014/main" id="{62BD8777-62CB-D677-D858-25EAEF1734E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AD0997EF-FD61-992F-A8FF-31AE0FC310F2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49271" y="481161"/>
            <a:ext cx="1893202" cy="585216"/>
            <a:chOff x="549271" y="481161"/>
            <a:chExt cx="1893202" cy="5852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49271" y="481161"/>
              <a:ext cx="1893202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49271" y="481408"/>
              <a:ext cx="1893202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389705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26" Type="http://schemas.openxmlformats.org/officeDocument/2006/relationships/tags" Target="../tags/tag12.xml"/><Relationship Id="rId39" Type="http://schemas.openxmlformats.org/officeDocument/2006/relationships/image" Target="../media/image2.png"/><Relationship Id="rId21" Type="http://schemas.openxmlformats.org/officeDocument/2006/relationships/tags" Target="../tags/tag7.xml"/><Relationship Id="rId34" Type="http://schemas.openxmlformats.org/officeDocument/2006/relationships/tags" Target="../tags/tag2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5" Type="http://schemas.openxmlformats.org/officeDocument/2006/relationships/tags" Target="../tags/tag11.xml"/><Relationship Id="rId33" Type="http://schemas.openxmlformats.org/officeDocument/2006/relationships/tags" Target="../tags/tag19.xml"/><Relationship Id="rId38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29" Type="http://schemas.openxmlformats.org/officeDocument/2006/relationships/tags" Target="../tags/tag1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0.xml"/><Relationship Id="rId32" Type="http://schemas.openxmlformats.org/officeDocument/2006/relationships/tags" Target="../tags/tag18.xml"/><Relationship Id="rId37" Type="http://schemas.openxmlformats.org/officeDocument/2006/relationships/oleObject" Target="../embeddings/oleObject1.bin"/><Relationship Id="rId40" Type="http://schemas.openxmlformats.org/officeDocument/2006/relationships/image" Target="../media/image3.svg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23" Type="http://schemas.openxmlformats.org/officeDocument/2006/relationships/tags" Target="../tags/tag9.xml"/><Relationship Id="rId28" Type="http://schemas.openxmlformats.org/officeDocument/2006/relationships/tags" Target="../tags/tag14.xml"/><Relationship Id="rId36" Type="http://schemas.openxmlformats.org/officeDocument/2006/relationships/tags" Target="../tags/tag2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31" Type="http://schemas.openxmlformats.org/officeDocument/2006/relationships/tags" Target="../tags/tag1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8.xml"/><Relationship Id="rId27" Type="http://schemas.openxmlformats.org/officeDocument/2006/relationships/tags" Target="../tags/tag13.xml"/><Relationship Id="rId30" Type="http://schemas.openxmlformats.org/officeDocument/2006/relationships/tags" Target="../tags/tag16.xml"/><Relationship Id="rId35" Type="http://schemas.openxmlformats.org/officeDocument/2006/relationships/tags" Target="../tags/tag2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theme" Target="../theme/theme2.xml"/><Relationship Id="rId26" Type="http://schemas.openxmlformats.org/officeDocument/2006/relationships/tags" Target="../tags/tag125.xml"/><Relationship Id="rId39" Type="http://schemas.openxmlformats.org/officeDocument/2006/relationships/tags" Target="../tags/tag138.xml"/><Relationship Id="rId21" Type="http://schemas.openxmlformats.org/officeDocument/2006/relationships/tags" Target="../tags/tag120.xml"/><Relationship Id="rId34" Type="http://schemas.openxmlformats.org/officeDocument/2006/relationships/tags" Target="../tags/tag133.xml"/><Relationship Id="rId42" Type="http://schemas.openxmlformats.org/officeDocument/2006/relationships/image" Target="../media/image12.png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ags" Target="../tags/tag119.xml"/><Relationship Id="rId29" Type="http://schemas.openxmlformats.org/officeDocument/2006/relationships/tags" Target="../tags/tag128.xml"/><Relationship Id="rId41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tags" Target="../tags/tag123.xml"/><Relationship Id="rId32" Type="http://schemas.openxmlformats.org/officeDocument/2006/relationships/tags" Target="../tags/tag131.xml"/><Relationship Id="rId37" Type="http://schemas.openxmlformats.org/officeDocument/2006/relationships/tags" Target="../tags/tag136.xml"/><Relationship Id="rId40" Type="http://schemas.openxmlformats.org/officeDocument/2006/relationships/oleObject" Target="../embeddings/oleObject11.bin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tags" Target="../tags/tag122.xml"/><Relationship Id="rId28" Type="http://schemas.openxmlformats.org/officeDocument/2006/relationships/tags" Target="../tags/tag127.xml"/><Relationship Id="rId36" Type="http://schemas.openxmlformats.org/officeDocument/2006/relationships/tags" Target="../tags/tag135.xml"/><Relationship Id="rId10" Type="http://schemas.openxmlformats.org/officeDocument/2006/relationships/slideLayout" Target="../slideLayouts/slideLayout24.xml"/><Relationship Id="rId19" Type="http://schemas.openxmlformats.org/officeDocument/2006/relationships/tags" Target="../tags/tag118.xml"/><Relationship Id="rId31" Type="http://schemas.openxmlformats.org/officeDocument/2006/relationships/tags" Target="../tags/tag130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tags" Target="../tags/tag121.xml"/><Relationship Id="rId27" Type="http://schemas.openxmlformats.org/officeDocument/2006/relationships/tags" Target="../tags/tag126.xml"/><Relationship Id="rId30" Type="http://schemas.openxmlformats.org/officeDocument/2006/relationships/tags" Target="../tags/tag129.xml"/><Relationship Id="rId35" Type="http://schemas.openxmlformats.org/officeDocument/2006/relationships/tags" Target="../tags/tag134.xml"/><Relationship Id="rId43" Type="http://schemas.openxmlformats.org/officeDocument/2006/relationships/image" Target="../media/image13.svg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tags" Target="../tags/tag124.xml"/><Relationship Id="rId33" Type="http://schemas.openxmlformats.org/officeDocument/2006/relationships/tags" Target="../tags/tag132.xml"/><Relationship Id="rId38" Type="http://schemas.openxmlformats.org/officeDocument/2006/relationships/tags" Target="../tags/tag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5842838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13" imgH="416" progId="TCLayout.ActiveDocument.1">
                  <p:embed/>
                </p:oleObj>
              </mc:Choice>
              <mc:Fallback>
                <p:oleObj name="think-cell Slide" r:id="rId37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6" name="Grid" hidden="1">
            <a:extLst>
              <a:ext uri="{FF2B5EF4-FFF2-40B4-BE49-F238E27FC236}">
                <a16:creationId xmlns:a16="http://schemas.microsoft.com/office/drawing/2014/main" id="{6579EC00-B6CE-6B6A-27BD-68A33477E9F1}"/>
              </a:ext>
            </a:extLst>
          </p:cNvPr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A74D0957-B8E1-0203-5942-B3CDCECEFC07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A579D789-E781-7373-9902-2ED2044F84A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AE219666-526F-9C6F-0799-DEDE1ED7C6B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22CE313E-44F3-0F57-9118-789F5A7E4BE2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D0B5E1D7-1CD7-D84F-3620-B4FA0EF324DB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F40C396B-7721-8A80-0BC4-C8F93B6E54CA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D19BD4EA-9682-50D3-B979-152445E49E10}"/>
                </a:ext>
              </a:extLst>
            </p:cNvPr>
            <p:cNvGrpSpPr>
              <a:grpSpLocks noChangeAspect="1"/>
            </p:cNvGrpSpPr>
            <p:nvPr>
              <p:custDataLst>
                <p:tags r:id="rId22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A0B6C31-1F56-F41C-44CD-9D5FBF4D0344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24" hidden="1">
                <a:extLst>
                  <a:ext uri="{FF2B5EF4-FFF2-40B4-BE49-F238E27FC236}">
                    <a16:creationId xmlns:a16="http://schemas.microsoft.com/office/drawing/2014/main" id="{B50CF1FE-8D31-700D-F0C2-ACB607372AE4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E34FB525-F2A2-061A-A353-799809BF5FC7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DC6EA1B-42E3-0F8A-87FD-05CAF1FDA5FA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349961EB-4044-DDFA-0CF7-F5D66FDD64F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81D58525-2DB4-58E3-4841-2B88C4F9BBE1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D052903-9CD8-AB5E-E69F-03405F848828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BB370F7E-886E-6962-667A-24DD8C636B1C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12DC2918-BD74-B2EB-0BB2-D46E7084496E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8309338-2E0C-8EAB-278B-36BB84E8955A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18">
                <a:extLst>
                  <a:ext uri="{FF2B5EF4-FFF2-40B4-BE49-F238E27FC236}">
                    <a16:creationId xmlns:a16="http://schemas.microsoft.com/office/drawing/2014/main" id="{28AA2C47-9903-4C18-8098-1106BE8B1977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85016F10-0401-6973-A0D0-23D227FF8FED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8041A10-C91C-7EF2-F7EA-D1D0412188C6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CCCCCC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B1A7ADC8-55DF-963B-3C8A-AAB44F2EF672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23644373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44" imgH="344" progId="TCLayout.ActiveDocument.1">
                  <p:embed/>
                </p:oleObj>
              </mc:Choice>
              <mc:Fallback>
                <p:oleObj name="think-cell Slide" r:id="rId40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Grid" hidden="1">
            <a:extLst>
              <a:ext uri="{FF2B5EF4-FFF2-40B4-BE49-F238E27FC236}">
                <a16:creationId xmlns:a16="http://schemas.microsoft.com/office/drawing/2014/main" id="{4ADF17BC-6AB0-D905-BDC8-DB658360EB6C}"/>
              </a:ext>
            </a:extLst>
          </p:cNvPr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699" y="0"/>
            <a:ext cx="12184602" cy="6858000"/>
          </a:xfrm>
          <a:prstGeom prst="rect">
            <a:avLst/>
          </a:prstGeom>
        </p:spPr>
      </p:pic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4" name="LegendMoons" hidden="1">
            <a:extLst>
              <a:ext uri="{FF2B5EF4-FFF2-40B4-BE49-F238E27FC236}">
                <a16:creationId xmlns:a16="http://schemas.microsoft.com/office/drawing/2014/main" id="{78CA310D-6D76-F64D-43BD-A9F8058D0B83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5" name="Legend1">
              <a:extLst>
                <a:ext uri="{FF2B5EF4-FFF2-40B4-BE49-F238E27FC236}">
                  <a16:creationId xmlns:a16="http://schemas.microsoft.com/office/drawing/2014/main" id="{5EB4C1BD-D02B-BD12-5727-6F58C39BD4C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6" name="Legend2">
              <a:extLst>
                <a:ext uri="{FF2B5EF4-FFF2-40B4-BE49-F238E27FC236}">
                  <a16:creationId xmlns:a16="http://schemas.microsoft.com/office/drawing/2014/main" id="{760D5CA7-F2EA-45CF-81C8-C3EDA5FA3954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7" name="Legend3">
              <a:extLst>
                <a:ext uri="{FF2B5EF4-FFF2-40B4-BE49-F238E27FC236}">
                  <a16:creationId xmlns:a16="http://schemas.microsoft.com/office/drawing/2014/main" id="{EB43A491-1FC0-C08D-DC0F-9312F78D3BB5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8" name="Legend4">
              <a:extLst>
                <a:ext uri="{FF2B5EF4-FFF2-40B4-BE49-F238E27FC236}">
                  <a16:creationId xmlns:a16="http://schemas.microsoft.com/office/drawing/2014/main" id="{41DC0170-C64F-96F4-DD57-F6BBE781B8CA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9" name="Legend5">
              <a:extLst>
                <a:ext uri="{FF2B5EF4-FFF2-40B4-BE49-F238E27FC236}">
                  <a16:creationId xmlns:a16="http://schemas.microsoft.com/office/drawing/2014/main" id="{7E1C2B9C-8B0A-AC6B-B386-E28E8F253128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0" name="MoonLegend1">
              <a:extLst>
                <a:ext uri="{FF2B5EF4-FFF2-40B4-BE49-F238E27FC236}">
                  <a16:creationId xmlns:a16="http://schemas.microsoft.com/office/drawing/2014/main" id="{C1E862B0-BA6B-93BC-31CC-9EDF1CA824BB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4A84F48-2944-98CC-156D-EC5FA62990B9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23" hidden="1">
                <a:extLst>
                  <a:ext uri="{FF2B5EF4-FFF2-40B4-BE49-F238E27FC236}">
                    <a16:creationId xmlns:a16="http://schemas.microsoft.com/office/drawing/2014/main" id="{49AE9D7C-3BC5-C5DD-0AFA-71D915D9D8D1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MoonLegend2">
              <a:extLst>
                <a:ext uri="{FF2B5EF4-FFF2-40B4-BE49-F238E27FC236}">
                  <a16:creationId xmlns:a16="http://schemas.microsoft.com/office/drawing/2014/main" id="{3623EFE0-7A55-35A0-763D-A7CCEABC576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A3B4311-025C-426B-9E06-BDDA476EF4AE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ABB8959-417A-20E2-3BFB-820D653F8B1E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MoonLegend3">
              <a:extLst>
                <a:ext uri="{FF2B5EF4-FFF2-40B4-BE49-F238E27FC236}">
                  <a16:creationId xmlns:a16="http://schemas.microsoft.com/office/drawing/2014/main" id="{7A7E4CBF-9B94-C8D7-EF8F-9662FD33055A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5A66490-5468-AC46-5ED5-E8212992AFCC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2164DC02-AF00-DEB2-344B-46D05BDC2865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MoonLegend4">
              <a:extLst>
                <a:ext uri="{FF2B5EF4-FFF2-40B4-BE49-F238E27FC236}">
                  <a16:creationId xmlns:a16="http://schemas.microsoft.com/office/drawing/2014/main" id="{37ACCC41-9C6B-7C20-5C62-B34B467FA718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731651-049D-FD74-10A9-3B77CDA9C26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5AADA01A-6C4E-7E32-6930-9C7BE1CCCDFC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MoonLegend5">
              <a:extLst>
                <a:ext uri="{FF2B5EF4-FFF2-40B4-BE49-F238E27FC236}">
                  <a16:creationId xmlns:a16="http://schemas.microsoft.com/office/drawing/2014/main" id="{E9C1FE7B-027B-2A18-4D77-A6B6DC1EDC9F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5520F20-D7D9-7F64-BF4E-B26721F00ED8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757575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1AC3D5E5-FFBA-7695-4382-807739B76632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99" r:id="rId17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HINKCELLPRESENTATIONDONOTDELETE" val="&lt;?xml version=&quot;1.0&quot; encoding=&quot;UTF-16&quot; standalone=&quot;yes&quot;?&gt;&lt;root reqver=&quot;25060&quot;&gt;&lt;version val=&quot;2814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MPLATELASTEDITED" val="2024-05-30 01:34 PM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CKGROUNDCOLOR" val="med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61F79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61F79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 900">
      <a:srgbClr val="061F79"/>
    </a:custClr>
    <a:custClr name="Electric Blue 700">
      <a:srgbClr val="1537BA"/>
    </a:custClr>
    <a:custClr name="Electric Blue 500">
      <a:srgbClr val="2251FF"/>
    </a:custClr>
    <a:custClr name="Electric Blue 300">
      <a:srgbClr val="5E9DFF"/>
    </a:custClr>
    <a:custClr name="Electric Blue 200">
      <a:srgbClr val="99C4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Deep Blue 900">
      <a:srgbClr val="051C2C"/>
    </a:custClr>
    <a:custClr name="Electric Blue 800">
      <a:srgbClr val="0E2B99"/>
    </a:custClr>
    <a:custClr name="Electric Blue 500">
      <a:srgbClr val="2251FF"/>
    </a:custClr>
    <a:custClr name="Electric Blue 200">
      <a:srgbClr val="99C4FF"/>
    </a:custClr>
    <a:custClr name="Gray 10%">
      <a:srgbClr val="E6E6E6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Marine Green 900">
      <a:srgbClr val="108980"/>
    </a:custClr>
    <a:custClr name="Marine Green 700">
      <a:srgbClr val="14B8AB"/>
    </a:custClr>
    <a:custClr name="Marine Green 500">
      <a:srgbClr val="0BDACB"/>
    </a:custClr>
    <a:custClr name="Marine Green 300">
      <a:srgbClr val="75F0E7"/>
    </a:custClr>
    <a:custClr name="Sand Neutral 300">
      <a:srgbClr val="E6D7BC"/>
    </a:custClr>
    <a:custClr name="Crimson Red 300">
      <a:srgbClr val="F17E7E"/>
    </a:custClr>
    <a:custClr name="Crimson Red 500">
      <a:srgbClr val="E33B3B"/>
    </a:custClr>
    <a:custClr name="Crimson Red 700">
      <a:srgbClr val="B82525"/>
    </a:custClr>
    <a:custClr name="Crimson Red 900">
      <a:srgbClr val="8E0B0B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900">
      <a:srgbClr val="051C2C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CA853051-14C5-410C-8048-8ECA5C4E8371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99E6FF"/>
      </a:accent4>
      <a:accent5>
        <a:srgbClr val="0679C3"/>
      </a:accent5>
      <a:accent6>
        <a:srgbClr val="75F0E7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2251FF"/>
        </a:accent3>
        <a:accent4>
          <a:srgbClr val="99E6FF"/>
        </a:accent4>
        <a:accent5>
          <a:srgbClr val="0679C3"/>
        </a:accent5>
        <a:accent6>
          <a:srgbClr val="75F0E7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Cyan 200">
      <a:srgbClr val="99E6FF"/>
    </a:custClr>
    <a:custClr name="Cyan 300">
      <a:srgbClr val="6ECBF7"/>
    </a:custClr>
    <a:custClr name="Cyan 500">
      <a:srgbClr val="00A9F4"/>
    </a:custClr>
    <a:custClr name="Cyan 700">
      <a:srgbClr val="0679C3"/>
    </a:custClr>
    <a:custClr name="Cyan 900">
      <a:srgbClr val="084D91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Cyan 700">
      <a:srgbClr val="0679C3"/>
    </a:custClr>
    <a:custClr name="Cyan 300">
      <a:srgbClr val="6ECBF7"/>
    </a:custClr>
    <a:custClr name="Gray 10%">
      <a:srgbClr val="E6E6E6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Marine Green 900">
      <a:srgbClr val="108980"/>
    </a:custClr>
    <a:custClr name="Marine Green 600">
      <a:srgbClr val="10CBBC"/>
    </a:custClr>
    <a:custClr name="Sand Neutral 300">
      <a:srgbClr val="E6D7BC"/>
    </a:custClr>
    <a:custClr name="Crimson Red 300">
      <a:srgbClr val="F17E7E"/>
    </a:custClr>
    <a:custClr name="Crimson Red 600">
      <a:srgbClr val="CD3030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Gray 70%">
      <a:srgbClr val="4D4D4D"/>
    </a:custClr>
    <a:custClr name="Gray 54%">
      <a:srgbClr val="757575"/>
    </a:custClr>
    <a:custClr name="Gray 30%">
      <a:srgbClr val="B3B3B3"/>
    </a:custClr>
    <a:custClr name="Gray 20%">
      <a:srgbClr val="CCCCCC"/>
    </a:custClr>
    <a:custClr name="Gray 10%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Electric Blue 900">
      <a:srgbClr val="061F79"/>
    </a:custClr>
    <a:custClr name="Marine Green 500">
      <a:srgbClr val="0BDACB"/>
    </a:custClr>
    <a:custClr name="Amber Yellow 500">
      <a:srgbClr val="FFA800"/>
    </a:custClr>
    <a:custClr name="Crimson Red 500">
      <a:srgbClr val="E33B3B"/>
    </a:custClr>
    <a:custClr name="Deep Blue 700">
      <a:srgbClr val="103559"/>
    </a:custClr>
    <a:custClr name="Deep Blue 600">
      <a:srgbClr val="1B456E"/>
    </a:custClr>
    <a:custClr name="Deep Blue 500">
      <a:srgbClr val="2B5580"/>
    </a:custClr>
    <a:custClr name="Deep Blue 300">
      <a:srgbClr val="5380AC"/>
    </a:custClr>
    <a:custClr name="Deep Blue 200">
      <a:srgbClr val="82A6C9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OneFirm-English (United States)-Wide.potx" id="{E7F1697F-D05C-420C-A8B4-3A941AA7A471}" vid="{229FB231-AA91-4194-80BE-BFCE94AB411C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6AE94FE3E4949BBB689502949CA7A" ma:contentTypeVersion="11" ma:contentTypeDescription="Create a new document." ma:contentTypeScope="" ma:versionID="678dc0f82cc396892b35634ea5d16626">
  <xsd:schema xmlns:xsd="http://www.w3.org/2001/XMLSchema" xmlns:xs="http://www.w3.org/2001/XMLSchema" xmlns:p="http://schemas.microsoft.com/office/2006/metadata/properties" xmlns:ns2="4993d3fd-8d51-4c4b-af58-76489f1f2fe0" xmlns:ns3="b196c53f-4101-4824-9aa3-bb9f9f8a17dc" targetNamespace="http://schemas.microsoft.com/office/2006/metadata/properties" ma:root="true" ma:fieldsID="b67bf681315763294caa9751004c1769" ns2:_="" ns3:_="">
    <xsd:import namespace="4993d3fd-8d51-4c4b-af58-76489f1f2fe0"/>
    <xsd:import namespace="b196c53f-4101-4824-9aa3-bb9f9f8a17d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3d3fd-8d51-4c4b-af58-76489f1f2fe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7" nillable="true" ma:displayName="Taxonomy Catch All Column" ma:hidden="true" ma:list="{e1505e97-46b1-42dd-99c2-a30829ba5587}" ma:internalName="TaxCatchAll" ma:showField="CatchAllData" ma:web="4993d3fd-8d51-4c4b-af58-76489f1f2f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6c53f-4101-4824-9aa3-bb9f9f8a1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96c53f-4101-4824-9aa3-bb9f9f8a17dc">
      <Terms xmlns="http://schemas.microsoft.com/office/infopath/2007/PartnerControls"/>
    </lcf76f155ced4ddcb4097134ff3c332f>
    <TaxCatchAll xmlns="4993d3fd-8d51-4c4b-af58-76489f1f2fe0" xsi:nil="true"/>
    <_dlc_DocId xmlns="4993d3fd-8d51-4c4b-af58-76489f1f2fe0">DE7XN4DZS357-1263605440-36802</_dlc_DocId>
    <_dlc_DocIdUrl xmlns="4993d3fd-8d51-4c4b-af58-76489f1f2fe0">
      <Url>https://mckinsey.sharepoint.com/sites/spt-int-6jj6kewnj5r70j/_layouts/15/DocIdRedir.aspx?ID=DE7XN4DZS357-1263605440-36802</Url>
      <Description>DE7XN4DZS357-1263605440-36802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ED4F828-8119-47F4-A8E7-311A2E490C14}"/>
</file>

<file path=customXml/itemProps2.xml><?xml version="1.0" encoding="utf-8"?>
<ds:datastoreItem xmlns:ds="http://schemas.openxmlformats.org/officeDocument/2006/customXml" ds:itemID="{8B50EE39-9B4D-4C3C-8505-D8D6A5EC6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DF283F-4B82-4892-8EF9-70B9B3E3286B}">
  <ds:schemaRefs>
    <ds:schemaRef ds:uri="http://schemas.microsoft.com/office/2006/metadata/properties"/>
    <ds:schemaRef ds:uri="http://schemas.microsoft.com/office/infopath/2007/PartnerControls"/>
    <ds:schemaRef ds:uri="c1ca735a-14db-4567-a159-d67c2473f960"/>
    <ds:schemaRef ds:uri="a97def03-4829-427a-a25e-2157731fbb05"/>
  </ds:schemaRefs>
</ds:datastoreItem>
</file>

<file path=customXml/itemProps4.xml><?xml version="1.0" encoding="utf-8"?>
<ds:datastoreItem xmlns:ds="http://schemas.openxmlformats.org/officeDocument/2006/customXml" ds:itemID="{723371BA-432A-4650-800D-416C350F48E5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7" baseType="lpstr">
      <vt:lpstr>Arial</vt:lpstr>
      <vt:lpstr>Georgia</vt:lpstr>
      <vt:lpstr>Segoe UI</vt:lpstr>
      <vt:lpstr>Wingdings</vt:lpstr>
      <vt:lpstr>White</vt:lpstr>
      <vt:lpstr>Contrast</vt:lpstr>
      <vt:lpstr>think-cell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Kustaa Yli-Äyhö</dc:creator>
  <cp:keywords/>
  <dc:description/>
  <cp:lastModifiedBy>Kustaa Yli-Äyhö</cp:lastModifiedBy>
  <cp:revision>1</cp:revision>
  <cp:lastPrinted>2018-10-30T20:37:12Z</cp:lastPrinted>
  <dcterms:created xsi:type="dcterms:W3CDTF">2026-04-11T18:06:28Z</dcterms:created>
  <dcterms:modified xsi:type="dcterms:W3CDTF">2026-04-11T18:08:03Z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2024-05-30 01:34 PM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0x01010012C6AE94FE3E4949BBB689502949CA7A</vt:lpwstr>
  </property>
  <property fmtid="{D5CDD505-2E9C-101B-9397-08002B2CF9AE}" pid="10" name="MSIP_Label_83303d7c-e5a3-4cc8-90eb-69bfd7570ac4_Enabled">
    <vt:lpwstr>true</vt:lpwstr>
  </property>
  <property fmtid="{D5CDD505-2E9C-101B-9397-08002B2CF9AE}" pid="11" name="MSIP_Label_83303d7c-e5a3-4cc8-90eb-69bfd7570ac4_SetDate">
    <vt:lpwstr>2026-04-11T18:08:02Z</vt:lpwstr>
  </property>
  <property fmtid="{D5CDD505-2E9C-101B-9397-08002B2CF9AE}" pid="12" name="MSIP_Label_83303d7c-e5a3-4cc8-90eb-69bfd7570ac4_Method">
    <vt:lpwstr>Standard</vt:lpwstr>
  </property>
  <property fmtid="{D5CDD505-2E9C-101B-9397-08002B2CF9AE}" pid="13" name="MSIP_Label_83303d7c-e5a3-4cc8-90eb-69bfd7570ac4_Name">
    <vt:lpwstr>Client Confidential Information-SLV1</vt:lpwstr>
  </property>
  <property fmtid="{D5CDD505-2E9C-101B-9397-08002B2CF9AE}" pid="14" name="MSIP_Label_83303d7c-e5a3-4cc8-90eb-69bfd7570ac4_SiteId">
    <vt:lpwstr>cc8936bc-9382-4fff-87cb-6f55999549e7</vt:lpwstr>
  </property>
  <property fmtid="{D5CDD505-2E9C-101B-9397-08002B2CF9AE}" pid="15" name="MSIP_Label_83303d7c-e5a3-4cc8-90eb-69bfd7570ac4_ActionId">
    <vt:lpwstr>e3ddda8b-55c6-4cd1-8a7c-074ba128fd70</vt:lpwstr>
  </property>
  <property fmtid="{D5CDD505-2E9C-101B-9397-08002B2CF9AE}" pid="16" name="MSIP_Label_83303d7c-e5a3-4cc8-90eb-69bfd7570ac4_ContentBits">
    <vt:lpwstr>0</vt:lpwstr>
  </property>
  <property fmtid="{D5CDD505-2E9C-101B-9397-08002B2CF9AE}" pid="17" name="MSIP_Label_83303d7c-e5a3-4cc8-90eb-69bfd7570ac4_Tag">
    <vt:lpwstr>10, 3, 0, 1</vt:lpwstr>
  </property>
  <property fmtid="{D5CDD505-2E9C-101B-9397-08002B2CF9AE}" pid="18" name="_dlc_DocIdItemGuid">
    <vt:lpwstr>c16bc055-4038-4124-8815-2dd0e28dffc4</vt:lpwstr>
  </property>
</Properties>
</file>